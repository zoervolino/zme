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4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6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7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26.xml" ContentType="application/vnd.openxmlformats-officedocument.presentationml.slideLayout+xml"/>
  <Override PartName="/ppt/theme/theme8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9.xml" ContentType="application/vnd.openxmlformats-officedocument.them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heme/theme10.xml" ContentType="application/vnd.openxmlformats-officedocument.theme+xml"/>
  <Override PartName="/ppt/tags/tag40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8" r:id="rId4"/>
    <p:sldMasterId id="2147483672" r:id="rId5"/>
    <p:sldMasterId id="2147483677" r:id="rId6"/>
    <p:sldMasterId id="2147483683" r:id="rId7"/>
    <p:sldMasterId id="2147483692" r:id="rId8"/>
    <p:sldMasterId id="2147483718" r:id="rId9"/>
    <p:sldMasterId id="2147483723" r:id="rId10"/>
    <p:sldMasterId id="2147483728" r:id="rId11"/>
    <p:sldMasterId id="2147483731" r:id="rId12"/>
  </p:sldMasterIdLst>
  <p:notesMasterIdLst>
    <p:notesMasterId r:id="rId14"/>
  </p:notesMasterIdLst>
  <p:sldIdLst>
    <p:sldId id="2145707192" r:id="rId13"/>
  </p:sldIdLst>
  <p:sldSz cx="12192000" cy="6858000"/>
  <p:notesSz cx="12192000" cy="6858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Lato Light" panose="020F0502020204030203" pitchFamily="34" charset="0"/>
      <p:regular r:id="rId25"/>
      <p: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BA0B2F"/>
    <a:srgbClr val="008000"/>
    <a:srgbClr val="F878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57"/>
    <p:restoredTop sz="96963"/>
  </p:normalViewPr>
  <p:slideViewPr>
    <p:cSldViewPr snapToGrid="0">
      <p:cViewPr varScale="1">
        <p:scale>
          <a:sx n="88" d="100"/>
          <a:sy n="88" d="100"/>
        </p:scale>
        <p:origin x="352" y="6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font" Target="fonts/font5.fntdata"/><Relationship Id="rId31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rilyn Vossberg" userId="4f609c03-5523-4742-aa65-5c4653c0a6ea" providerId="ADAL" clId="{A28302EA-ED27-4B84-BB79-9B9BF6C260F6}"/>
    <pc:docChg chg="delSld">
      <pc:chgData name="Cherilyn Vossberg" userId="4f609c03-5523-4742-aa65-5c4653c0a6ea" providerId="ADAL" clId="{A28302EA-ED27-4B84-BB79-9B9BF6C260F6}" dt="2023-01-31T18:36:03.962" v="3" actId="47"/>
      <pc:docMkLst>
        <pc:docMk/>
      </pc:docMkLst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181531143" sldId="309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1138916425" sldId="346"/>
        </pc:sldMkLst>
      </pc:sldChg>
      <pc:sldChg chg="del">
        <pc:chgData name="Cherilyn Vossberg" userId="4f609c03-5523-4742-aa65-5c4653c0a6ea" providerId="ADAL" clId="{A28302EA-ED27-4B84-BB79-9B9BF6C260F6}" dt="2023-01-31T18:36:03.962" v="3" actId="47"/>
        <pc:sldMkLst>
          <pc:docMk/>
          <pc:sldMk cId="3257341234" sldId="2145706749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2968515172" sldId="2145706966"/>
        </pc:sldMkLst>
      </pc:sldChg>
      <pc:sldChg chg="del">
        <pc:chgData name="Cherilyn Vossberg" userId="4f609c03-5523-4742-aa65-5c4653c0a6ea" providerId="ADAL" clId="{A28302EA-ED27-4B84-BB79-9B9BF6C260F6}" dt="2023-01-31T18:36:02.538" v="2" actId="47"/>
        <pc:sldMkLst>
          <pc:docMk/>
          <pc:sldMk cId="323120261" sldId="2145707102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1864186231" sldId="2145707141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861808525" sldId="2145707142"/>
        </pc:sldMkLst>
      </pc:sldChg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2744822131" sldId="2145707181"/>
        </pc:sldMkLst>
      </pc:sldChg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2686025445" sldId="2145707187"/>
        </pc:sldMkLst>
      </pc:sldChg>
      <pc:sldChg chg="del">
        <pc:chgData name="Cherilyn Vossberg" userId="4f609c03-5523-4742-aa65-5c4653c0a6ea" providerId="ADAL" clId="{A28302EA-ED27-4B84-BB79-9B9BF6C260F6}" dt="2023-01-31T18:36:02.538" v="2" actId="47"/>
        <pc:sldMkLst>
          <pc:docMk/>
          <pc:sldMk cId="2977562373" sldId="2145707188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760489770" sldId="2145707189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361080327" sldId="2145707190"/>
        </pc:sldMkLst>
      </pc:sldChg>
      <pc:sldChg chg="del">
        <pc:chgData name="Cherilyn Vossberg" userId="4f609c03-5523-4742-aa65-5c4653c0a6ea" providerId="ADAL" clId="{A28302EA-ED27-4B84-BB79-9B9BF6C260F6}" dt="2023-01-31T18:35:50.378" v="0" actId="47"/>
        <pc:sldMkLst>
          <pc:docMk/>
          <pc:sldMk cId="4224878824" sldId="2145707194"/>
        </pc:sldMkLst>
      </pc:sldChg>
      <pc:sldChg chg="del">
        <pc:chgData name="Cherilyn Vossberg" userId="4f609c03-5523-4742-aa65-5c4653c0a6ea" providerId="ADAL" clId="{A28302EA-ED27-4B84-BB79-9B9BF6C260F6}" dt="2023-01-31T18:35:59.901" v="1" actId="47"/>
        <pc:sldMkLst>
          <pc:docMk/>
          <pc:sldMk cId="1443976640" sldId="2145707195"/>
        </pc:sldMkLst>
      </pc:sldChg>
      <pc:sldMasterChg chg="delSldLayout">
        <pc:chgData name="Cherilyn Vossberg" userId="4f609c03-5523-4742-aa65-5c4653c0a6ea" providerId="ADAL" clId="{A28302EA-ED27-4B84-BB79-9B9BF6C260F6}" dt="2023-01-31T18:36:03.962" v="3" actId="47"/>
        <pc:sldMasterMkLst>
          <pc:docMk/>
          <pc:sldMasterMk cId="1351411618" sldId="2147483677"/>
        </pc:sldMasterMkLst>
        <pc:sldLayoutChg chg="del">
          <pc:chgData name="Cherilyn Vossberg" userId="4f609c03-5523-4742-aa65-5c4653c0a6ea" providerId="ADAL" clId="{A28302EA-ED27-4B84-BB79-9B9BF6C260F6}" dt="2023-01-31T18:36:03.962" v="3" actId="47"/>
          <pc:sldLayoutMkLst>
            <pc:docMk/>
            <pc:sldMasterMk cId="1351411618" sldId="2147483677"/>
            <pc:sldLayoutMk cId="2165957121" sldId="214748373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361C4D-C149-4750-9DE9-4D79F619CCA5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4985-E8E0-419E-9F72-6254153D3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4985-E8E0-419E-9F72-6254153D3EE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50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4" Type="http://schemas.openxmlformats.org/officeDocument/2006/relationships/image" Target="../media/image9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5" Type="http://schemas.openxmlformats.org/officeDocument/2006/relationships/image" Target="../media/image7.png"/><Relationship Id="rId4" Type="http://schemas.openxmlformats.org/officeDocument/2006/relationships/image" Target="../media/image10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3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4.xml"/><Relationship Id="rId6" Type="http://schemas.openxmlformats.org/officeDocument/2006/relationships/image" Target="../media/image13.png"/><Relationship Id="rId5" Type="http://schemas.openxmlformats.org/officeDocument/2006/relationships/image" Target="../media/image15.jpeg"/><Relationship Id="rId4" Type="http://schemas.openxmlformats.org/officeDocument/2006/relationships/image" Target="../media/image1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5.xml"/><Relationship Id="rId4" Type="http://schemas.openxmlformats.org/officeDocument/2006/relationships/image" Target="../media/image16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6.xml"/><Relationship Id="rId4" Type="http://schemas.openxmlformats.org/officeDocument/2006/relationships/image" Target="../media/image17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7.xml"/><Relationship Id="rId4" Type="http://schemas.openxmlformats.org/officeDocument/2006/relationships/image" Target="../media/image18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18.xml"/><Relationship Id="rId4" Type="http://schemas.openxmlformats.org/officeDocument/2006/relationships/image" Target="../media/image19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0.xml"/><Relationship Id="rId5" Type="http://schemas.openxmlformats.org/officeDocument/2006/relationships/image" Target="../media/image21.jpeg"/><Relationship Id="rId4" Type="http://schemas.openxmlformats.org/officeDocument/2006/relationships/image" Target="../media/image20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1.xml"/><Relationship Id="rId4" Type="http://schemas.openxmlformats.org/officeDocument/2006/relationships/image" Target="../media/image22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2.xml"/><Relationship Id="rId4" Type="http://schemas.openxmlformats.org/officeDocument/2006/relationships/image" Target="../media/image23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3.xml"/><Relationship Id="rId4" Type="http://schemas.openxmlformats.org/officeDocument/2006/relationships/image" Target="../media/image2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24.xml"/><Relationship Id="rId4" Type="http://schemas.openxmlformats.org/officeDocument/2006/relationships/image" Target="../media/image25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6.xml"/><Relationship Id="rId4" Type="http://schemas.openxmlformats.org/officeDocument/2006/relationships/image" Target="../media/image28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7.xml"/><Relationship Id="rId4" Type="http://schemas.openxmlformats.org/officeDocument/2006/relationships/image" Target="../media/image29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8.xml"/><Relationship Id="rId6" Type="http://schemas.openxmlformats.org/officeDocument/2006/relationships/image" Target="../media/image7.png"/><Relationship Id="rId5" Type="http://schemas.openxmlformats.org/officeDocument/2006/relationships/image" Target="../media/image31.png"/><Relationship Id="rId4" Type="http://schemas.openxmlformats.org/officeDocument/2006/relationships/image" Target="../media/image30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6.xml"/><Relationship Id="rId1" Type="http://schemas.openxmlformats.org/officeDocument/2006/relationships/tags" Target="../tags/tag29.xml"/><Relationship Id="rId4" Type="http://schemas.openxmlformats.org/officeDocument/2006/relationships/image" Target="../media/image3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31.xml"/><Relationship Id="rId4" Type="http://schemas.openxmlformats.org/officeDocument/2006/relationships/image" Target="../media/image3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32.xml"/><Relationship Id="rId4" Type="http://schemas.openxmlformats.org/officeDocument/2006/relationships/image" Target="../media/image35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33.xml"/><Relationship Id="rId4" Type="http://schemas.openxmlformats.org/officeDocument/2006/relationships/image" Target="../media/image36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8.xml"/><Relationship Id="rId1" Type="http://schemas.openxmlformats.org/officeDocument/2006/relationships/tags" Target="../tags/tag35.xml"/><Relationship Id="rId4" Type="http://schemas.openxmlformats.org/officeDocument/2006/relationships/image" Target="../media/image3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37.xml"/><Relationship Id="rId5" Type="http://schemas.openxmlformats.org/officeDocument/2006/relationships/image" Target="../media/image7.png"/><Relationship Id="rId4" Type="http://schemas.openxmlformats.org/officeDocument/2006/relationships/image" Target="../media/image38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38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39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Master" Target="../slideMasters/slideMaster9.xml"/><Relationship Id="rId1" Type="http://schemas.openxmlformats.org/officeDocument/2006/relationships/tags" Target="../tags/tag39.xml"/><Relationship Id="rId4" Type="http://schemas.openxmlformats.org/officeDocument/2006/relationships/image" Target="../media/image40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C73F03C-31CF-19A7-579E-280E78C1B90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315257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C73F03C-31CF-19A7-579E-280E78C1B9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85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B618760-BFDB-7C43-0DE8-C462A3AFB2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816948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B618760-BFDB-7C43-0DE8-C462A3AFB2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4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E038ACA-3213-DB4E-F0A0-D1011A373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4227193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E038ACA-3213-DB4E-F0A0-D1011A373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592160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9986494" y="6601350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©2021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|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2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927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3AE5874-2DAE-DF2F-43BC-3B3447B7EF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6452470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3AE5874-2DAE-DF2F-43BC-3B3447B7EF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EF3751-9726-6E43-BC01-CA50F58D9F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1460D9-7321-3543-8EDF-76BF075004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©2021 CEO Works LLC. All rights reserved.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4BD8C-4081-D04F-9152-E3B5AD734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4054" y="88161"/>
            <a:ext cx="10743893" cy="40274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8911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937BAC7-037B-B01E-C6A2-46C79045A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10904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937BAC7-037B-B01E-C6A2-46C79045A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00B964A-484E-3643-A3A4-CF8B404770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73706" y="2511846"/>
            <a:ext cx="5651653" cy="925418"/>
          </a:xfrm>
          <a:prstGeom prst="rect">
            <a:avLst/>
          </a:prstGeom>
        </p:spPr>
        <p:txBody>
          <a:bodyPr vert="horz" anchor="b"/>
          <a:lstStyle>
            <a:lvl1pPr algn="ctr">
              <a:defRPr sz="6000" b="0" i="0" spc="300">
                <a:latin typeface="Calibri" panose="020F0502020204030204" pitchFamily="34" charset="0"/>
                <a:ea typeface="Helvetica Neue Thin" panose="020B0403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22340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D7C41C5-E531-7464-4111-B5FA944201D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572413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D7C41C5-E531-7464-4111-B5FA944201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592160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9986494" y="6601350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©2021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|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2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9D081-78BD-EC41-8DAE-A6616CD18E8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29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95CD786-4027-73FB-D4FF-98D4D727F1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438821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95CD786-4027-73FB-D4FF-98D4D727F1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369516" y="6596755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10340575" y="6596755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</a:t>
            </a:r>
            <a:r>
              <a:rPr lang="en-US"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2 |</a:t>
            </a:r>
            <a:r>
              <a:rPr sz="6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14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34207A7-5834-E850-9A1B-E943A65537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707845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34207A7-5834-E850-9A1B-E943A65537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592160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9986494" y="6601350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©2021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|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2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9D081-78BD-EC41-8DAE-A6616CD18E8E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3495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0026711-E133-A291-5968-09A7CD0BC0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91987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0026711-E133-A291-5968-09A7CD0BC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592160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9986494" y="6601350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©2021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|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2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98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7C9F968-AD5D-033E-72EA-CB13D9CBBB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049759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7C9F968-AD5D-033E-72EA-CB13D9CBBB8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EF3751-9726-6E43-BC01-CA50F58D9F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4BD8C-4081-D04F-9152-E3B5AD734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58C88-2E70-0141-9A3B-DF9D9D10E47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12444" y="6550098"/>
            <a:ext cx="2812112" cy="266146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©2020 CEO Works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4679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BB63F73-63F3-F585-1566-0BC61EEC25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39603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BB63F73-63F3-F585-1566-0BC61EEC25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67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4DDA041F-F700-84DD-ABA9-184225B9BF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969055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4DDA041F-F700-84DD-ABA9-184225B9BF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B4268B-AA21-344F-A7B6-5FDEF773B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4715A42-028B-F742-AC8A-2B23C3F9BB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8956" y="559752"/>
            <a:ext cx="10515600" cy="266146"/>
          </a:xfrm>
          <a:prstGeom prst="rect">
            <a:avLst/>
          </a:prstGeom>
        </p:spPr>
        <p:txBody>
          <a:bodyPr tIns="45720" bIns="45720" anchor="t"/>
          <a:lstStyle>
            <a:lvl1pPr>
              <a:defRPr sz="1400" b="0" i="0"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D5AE0B-E4A0-0C49-B22F-3E115485F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6E507-6304-B74F-8C48-EBB7F03CD28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412444" y="6550098"/>
            <a:ext cx="2812112" cy="266146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©2020 CEO Works LLC.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94272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No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FDE97B8-7273-2CA1-5654-D502317BAA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651622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FDE97B8-7273-2CA1-5654-D502317BAA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8396CE8-107F-734D-9633-2D887FBE67DF}"/>
              </a:ext>
            </a:extLst>
          </p:cNvPr>
          <p:cNvSpPr/>
          <p:nvPr userDrawn="1"/>
        </p:nvSpPr>
        <p:spPr>
          <a:xfrm>
            <a:off x="0" y="225287"/>
            <a:ext cx="6732104" cy="58309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43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9D2404A-A5DE-646F-5D2E-58155B907E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37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9D2404A-A5DE-646F-5D2E-58155B907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4DAD6B53-5871-DD4C-9AC1-A7FD9454ECB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biLevel thresh="25000"/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A1E357-EF07-BF4A-86E5-9174957FD47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30000"/>
            </a:schemeClr>
          </a:solidFill>
          <a:ln w="9525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75824F-4F2C-7E44-89F1-ABB7DEA70023}"/>
              </a:ext>
            </a:extLst>
          </p:cNvPr>
          <p:cNvSpPr/>
          <p:nvPr userDrawn="1"/>
        </p:nvSpPr>
        <p:spPr>
          <a:xfrm>
            <a:off x="0" y="1258957"/>
            <a:ext cx="10323443" cy="1550504"/>
          </a:xfrm>
          <a:prstGeom prst="rect">
            <a:avLst/>
          </a:prstGeom>
          <a:solidFill>
            <a:schemeClr val="tx1">
              <a:lumMod val="75000"/>
              <a:lumOff val="25000"/>
              <a:alpha val="75000"/>
            </a:schemeClr>
          </a:solidFill>
          <a:ln w="9525">
            <a:solidFill>
              <a:schemeClr val="tx1">
                <a:lumMod val="75000"/>
                <a:lumOff val="25000"/>
                <a:alpha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357B343B-4D68-9C47-B3DB-9D90D5D056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435426"/>
            <a:ext cx="9092184" cy="632402"/>
          </a:xfrm>
        </p:spPr>
        <p:txBody>
          <a:bodyPr vert="horz"/>
          <a:lstStyle>
            <a:lvl1pPr>
              <a:defRPr sz="4000" b="0" i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AB15B63-12B5-5A41-BB06-3B8E01B73E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7630" y="2269575"/>
            <a:ext cx="9092183" cy="338138"/>
          </a:xfrm>
          <a:prstGeom prst="rect">
            <a:avLst/>
          </a:prstGeom>
        </p:spPr>
        <p:txBody>
          <a:bodyPr anchor="t"/>
          <a:lstStyle>
            <a:lvl1pPr>
              <a:defRPr b="0" i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569DC3-4B19-1C4A-88A9-519595B2F7C9}"/>
              </a:ext>
            </a:extLst>
          </p:cNvPr>
          <p:cNvCxnSpPr>
            <a:cxnSpLocks/>
          </p:cNvCxnSpPr>
          <p:nvPr userDrawn="1"/>
        </p:nvCxnSpPr>
        <p:spPr>
          <a:xfrm>
            <a:off x="837630" y="2166257"/>
            <a:ext cx="454609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3449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A89EF03-5DFA-5459-B6EB-9D0C411D1B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791345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A89EF03-5DFA-5459-B6EB-9D0C411D1B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EF3751-9726-6E43-BC01-CA50F58D9F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B1460D9-7321-3543-8EDF-76BF075004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©2021 CEO Works LLC. All rights reserved.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B4BD8C-4081-D04F-9152-E3B5AD734D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768994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EFB2FB8A-A583-4444-0DA0-A6C194680E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622080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EFB2FB8A-A583-4444-0DA0-A6C194680E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B4268B-AA21-344F-A7B6-5FDEF773B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14715A42-028B-F742-AC8A-2B23C3F9BB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8956" y="559752"/>
            <a:ext cx="10515600" cy="266146"/>
          </a:xfrm>
          <a:prstGeom prst="rect">
            <a:avLst/>
          </a:prstGeom>
        </p:spPr>
        <p:txBody>
          <a:bodyPr tIns="45720" bIns="45720" anchor="t"/>
          <a:lstStyle>
            <a:lvl1pPr>
              <a:defRPr sz="1400" b="0" i="0"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CA773F3-1F9E-5D46-9412-F2A60634B28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©2021 CEO Works LLC. All rights reserved.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D5AE0B-E4A0-0C49-B22F-3E115485F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1330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o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B0E5F2A-380C-D86D-903C-131C63458A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876943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B0E5F2A-380C-D86D-903C-131C63458A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E2D11-758E-EB4B-88A6-16FD497359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D22861-E0DC-9346-AAD6-62FE2BCE55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©2021 CEO Works LLC.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396CE8-107F-734D-9633-2D887FBE67DF}"/>
              </a:ext>
            </a:extLst>
          </p:cNvPr>
          <p:cNvSpPr/>
          <p:nvPr userDrawn="1"/>
        </p:nvSpPr>
        <p:spPr>
          <a:xfrm>
            <a:off x="0" y="225287"/>
            <a:ext cx="6732104" cy="58309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717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00DABF67-7FE2-8998-0F5C-724956FB6B1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45523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00DABF67-7FE2-8998-0F5C-724956FB6B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vert="horz"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0852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4289FA-5126-75C6-EFA2-BC2758F7F1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696674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4289FA-5126-75C6-EFA2-BC2758F7F1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00B964A-484E-3643-A3A4-CF8B404770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73706" y="2511846"/>
            <a:ext cx="5651653" cy="925418"/>
          </a:xfrm>
          <a:prstGeom prst="rect">
            <a:avLst/>
          </a:prstGeom>
        </p:spPr>
        <p:txBody>
          <a:bodyPr vert="horz" anchor="b"/>
          <a:lstStyle>
            <a:lvl1pPr algn="ctr">
              <a:defRPr sz="6000" b="1" i="0" spc="300">
                <a:latin typeface="Calibri" panose="020F0502020204030204" pitchFamily="34" charset="0"/>
                <a:ea typeface="Helvetica Neue Condensed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028030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No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7983885E-B3D7-ACF5-7CF9-23938848B0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319554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7983885E-B3D7-ACF5-7CF9-23938848B0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68396CE8-107F-734D-9633-2D887FBE67DF}"/>
              </a:ext>
            </a:extLst>
          </p:cNvPr>
          <p:cNvSpPr/>
          <p:nvPr userDrawn="1"/>
        </p:nvSpPr>
        <p:spPr>
          <a:xfrm>
            <a:off x="0" y="225287"/>
            <a:ext cx="6732104" cy="58309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056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8A0E93-828F-DCEC-8677-806DAC595A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50476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8A0E93-828F-DCEC-8677-806DAC595A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A close up of a wire fence&#10;&#10;Description automatically generated">
            <a:extLst>
              <a:ext uri="{FF2B5EF4-FFF2-40B4-BE49-F238E27FC236}">
                <a16:creationId xmlns:a16="http://schemas.microsoft.com/office/drawing/2014/main" id="{46FD5BE9-3056-B346-A2F9-A9AF245C7C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CFB11729-7F85-F342-BAFA-04B4735787BD}"/>
              </a:ext>
            </a:extLst>
          </p:cNvPr>
          <p:cNvSpPr/>
          <p:nvPr userDrawn="1"/>
        </p:nvSpPr>
        <p:spPr>
          <a:xfrm>
            <a:off x="0" y="0"/>
            <a:ext cx="5245628" cy="6857998"/>
          </a:xfrm>
          <a:custGeom>
            <a:avLst/>
            <a:gdLst>
              <a:gd name="connsiteX0" fmla="*/ 0 w 5245628"/>
              <a:gd name="connsiteY0" fmla="*/ 0 h 6857998"/>
              <a:gd name="connsiteX1" fmla="*/ 5245628 w 5245628"/>
              <a:gd name="connsiteY1" fmla="*/ 0 h 6857998"/>
              <a:gd name="connsiteX2" fmla="*/ 3408032 w 5245628"/>
              <a:gd name="connsiteY2" fmla="*/ 6857998 h 6857998"/>
              <a:gd name="connsiteX3" fmla="*/ 0 w 5245628"/>
              <a:gd name="connsiteY3" fmla="*/ 6857998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5628" h="6857998">
                <a:moveTo>
                  <a:pt x="0" y="0"/>
                </a:moveTo>
                <a:lnTo>
                  <a:pt x="5245628" y="0"/>
                </a:lnTo>
                <a:lnTo>
                  <a:pt x="3408032" y="6857998"/>
                </a:lnTo>
                <a:lnTo>
                  <a:pt x="0" y="6857998"/>
                </a:lnTo>
                <a:close/>
              </a:path>
            </a:pathLst>
          </a:custGeom>
          <a:solidFill>
            <a:schemeClr val="bg1">
              <a:lumMod val="85000"/>
              <a:alpha val="95000"/>
            </a:schemeClr>
          </a:solidFill>
          <a:ln w="9525">
            <a:solidFill>
              <a:schemeClr val="bg1">
                <a:lumMod val="85000"/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itle 6">
            <a:extLst>
              <a:ext uri="{FF2B5EF4-FFF2-40B4-BE49-F238E27FC236}">
                <a16:creationId xmlns:a16="http://schemas.microsoft.com/office/drawing/2014/main" id="{273E95E6-9D53-964B-9DB8-805822C783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7630" y="1047332"/>
            <a:ext cx="3436088" cy="2326721"/>
          </a:xfrm>
        </p:spPr>
        <p:txBody>
          <a:bodyPr vert="horz" anchor="b"/>
          <a:lstStyle>
            <a:lvl1pPr>
              <a:defRPr sz="3600" b="0" i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7B8248C6-E843-CE4E-94CB-8D4A20AEB6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7630" y="3774782"/>
            <a:ext cx="2936927" cy="338138"/>
          </a:xfrm>
          <a:prstGeom prst="rect">
            <a:avLst/>
          </a:prstGeom>
        </p:spPr>
        <p:txBody>
          <a:bodyPr anchor="t"/>
          <a:lstStyle>
            <a:lvl1pPr>
              <a:defRPr b="0" i="1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056C66-43E0-4476-B5B9-FE466443F4E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724" y="5719914"/>
            <a:ext cx="238680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104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E1C1C17-0029-EE28-2A9E-42C8006D53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481774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E1C1C17-0029-EE28-2A9E-42C8006D53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62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C1ED660-ACA0-8755-F373-CDF8E81103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503586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C1ED660-ACA0-8755-F373-CDF8E81103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i="0" spc="0">
                <a:latin typeface="Calibri" panose="020F0502020204030204" pitchFamily="34" charset="0"/>
                <a:ea typeface="Helvetica Neue Condensed" panose="02000503000000020004" pitchFamily="2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28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5EEFF06-592C-E4D6-E2F2-30281F966F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58093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5EEFF06-592C-E4D6-E2F2-30281F966F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218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4B5683-59A1-7533-96A8-E588B5D847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118702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4B5683-59A1-7533-96A8-E588B5D847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00B964A-484E-3643-A3A4-CF8B404770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73706" y="2511846"/>
            <a:ext cx="5651653" cy="925418"/>
          </a:xfrm>
          <a:prstGeom prst="rect">
            <a:avLst/>
          </a:prstGeom>
        </p:spPr>
        <p:txBody>
          <a:bodyPr vert="horz" anchor="b"/>
          <a:lstStyle>
            <a:lvl1pPr algn="ctr">
              <a:defRPr sz="6000" b="1" i="0" spc="300">
                <a:latin typeface="Calibri" panose="020F0502020204030204" pitchFamily="34" charset="0"/>
                <a:ea typeface="Helvetica Neue Condensed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156878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9292F41-C078-EFD7-1ED7-2AAFFB9CBB7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5192600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9292F41-C078-EFD7-1ED7-2AAFFB9CBB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827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BC7F24F-6AE1-A9C0-5289-040DB51D86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267612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BC7F24F-6AE1-A9C0-5289-040DB51D86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592160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9986494" y="6601350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©2021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|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2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19D081-78BD-EC41-8DAE-A6616CD18E8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25251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9C13CDC-E4BE-45B1-32AD-E5C71DC6E5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099926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9C13CDC-E4BE-45B1-32AD-E5C71DC6E5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bject 6">
            <a:extLst>
              <a:ext uri="{FF2B5EF4-FFF2-40B4-BE49-F238E27FC236}">
                <a16:creationId xmlns:a16="http://schemas.microsoft.com/office/drawing/2014/main" id="{E4EEB865-C597-2445-9285-CDA6A3D5AB31}"/>
              </a:ext>
            </a:extLst>
          </p:cNvPr>
          <p:cNvSpPr txBox="1"/>
          <p:nvPr/>
        </p:nvSpPr>
        <p:spPr>
          <a:xfrm>
            <a:off x="9015435" y="6592160"/>
            <a:ext cx="936092" cy="108192"/>
          </a:xfrm>
          <a:prstGeom prst="rect">
            <a:avLst/>
          </a:prstGeom>
        </p:spPr>
        <p:txBody>
          <a:bodyPr vert="horz" wrap="square" lIns="0" tIns="8086" rIns="0" bIns="0" rtlCol="0" anchor="t">
            <a:spAutoFit/>
          </a:bodyPr>
          <a:lstStyle/>
          <a:p>
            <a:pPr marL="7620" algn="r">
              <a:spcBef>
                <a:spcPts val="64"/>
              </a:spcBef>
            </a:pPr>
            <a:r>
              <a:rPr lang="en-US"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lang="en-US" sz="650" spc="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E</a:t>
            </a:r>
            <a:r>
              <a:rPr lang="en-US" sz="650" spc="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lang="en-US"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W</a:t>
            </a:r>
            <a:r>
              <a:rPr sz="650" spc="-82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ORKS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.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C</a:t>
            </a:r>
            <a:r>
              <a:rPr sz="650" spc="-85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O</a:t>
            </a:r>
            <a:r>
              <a:rPr sz="650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M</a:t>
            </a:r>
            <a:r>
              <a:rPr lang="en-US" sz="650" spc="-73">
                <a:solidFill>
                  <a:srgbClr val="161D1A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 </a:t>
            </a:r>
            <a:endParaRPr lang="en-US" sz="650"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FA5EF913-B86C-6242-8B5D-C6C9597B1E86}"/>
              </a:ext>
            </a:extLst>
          </p:cNvPr>
          <p:cNvSpPr txBox="1"/>
          <p:nvPr/>
        </p:nvSpPr>
        <p:spPr>
          <a:xfrm>
            <a:off x="9986494" y="6601350"/>
            <a:ext cx="1711816" cy="108192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algn="r">
              <a:spcBef>
                <a:spcPts val="64"/>
              </a:spcBef>
            </a:pP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©202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2 |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AL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L </a:t>
            </a:r>
            <a:r>
              <a:rPr sz="650" spc="6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RIG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H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T</a:t>
            </a:r>
            <a:r>
              <a:rPr sz="650" spc="-73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S </a:t>
            </a:r>
            <a:r>
              <a:rPr sz="650" spc="24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 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RESE</a:t>
            </a:r>
            <a:r>
              <a:rPr sz="650" spc="82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R</a:t>
            </a:r>
            <a:r>
              <a:rPr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VE</a:t>
            </a:r>
            <a:r>
              <a:rPr lang="en-US" sz="650" spc="97">
                <a:solidFill>
                  <a:schemeClr val="tx2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rPr>
              <a:t>D</a:t>
            </a:r>
            <a:endParaRPr sz="650">
              <a:solidFill>
                <a:schemeClr val="tx2"/>
              </a:solidFill>
              <a:latin typeface="Calibri" panose="020F0502020204030204" pitchFamily="34" charset="0"/>
              <a:ea typeface="Helvetica Neue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553E9E2-639D-094E-A95E-575A9BF2EA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1930" y="4914976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0" i="0" spc="300">
                <a:latin typeface="Calibri" panose="020F0502020204030204" pitchFamily="34" charset="0"/>
                <a:ea typeface="Helvetica Neue Medium" panose="020005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83D274A-0A49-2645-9EDC-0D1F7791BA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1930" y="5651654"/>
            <a:ext cx="10859342" cy="7366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 spc="300">
                <a:latin typeface="Calibri" panose="020F0502020204030204" pitchFamily="34" charset="0"/>
                <a:ea typeface="Helvetica Neue Light" panose="02000403000000020004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B748F5-71EA-084C-B04B-3A0B19102F01}"/>
              </a:ext>
            </a:extLst>
          </p:cNvPr>
          <p:cNvSpPr txBox="1"/>
          <p:nvPr/>
        </p:nvSpPr>
        <p:spPr>
          <a:xfrm>
            <a:off x="4819973" y="511444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B8F761-0675-774D-BBA2-DCB4CD087A0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464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08A909-B0C2-A04A-A160-5A84D835095C}"/>
              </a:ext>
            </a:extLst>
          </p:cNvPr>
          <p:cNvSpPr/>
          <p:nvPr/>
        </p:nvSpPr>
        <p:spPr>
          <a:xfrm>
            <a:off x="0" y="-6398"/>
            <a:ext cx="12192000" cy="4465607"/>
          </a:xfrm>
          <a:prstGeom prst="rect">
            <a:avLst/>
          </a:prstGeom>
          <a:solidFill>
            <a:schemeClr val="bg1">
              <a:lumMod val="85000"/>
              <a:alpha val="5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B21ED-7389-5649-9B11-B1A8E81DAAA5}"/>
              </a:ext>
            </a:extLst>
          </p:cNvPr>
          <p:cNvSpPr>
            <a:spLocks noChangeAspect="1"/>
          </p:cNvSpPr>
          <p:nvPr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rgbClr val="B20B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093B7-7B0C-A949-BDA4-4C677D1CFFF3}"/>
              </a:ext>
            </a:extLst>
          </p:cNvPr>
          <p:cNvSpPr>
            <a:spLocks noChangeAspect="1"/>
          </p:cNvSpPr>
          <p:nvPr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75894A-3FA7-BE48-99AC-A366B034E2E2}"/>
              </a:ext>
            </a:extLst>
          </p:cNvPr>
          <p:cNvSpPr>
            <a:spLocks noChangeAspect="1"/>
          </p:cNvSpPr>
          <p:nvPr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rgbClr val="FFAB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C620C9-E1CE-9E42-A9EF-EFC611E705CF}"/>
              </a:ext>
            </a:extLst>
          </p:cNvPr>
          <p:cNvSpPr>
            <a:spLocks noChangeAspect="1"/>
          </p:cNvSpPr>
          <p:nvPr/>
        </p:nvSpPr>
        <p:spPr>
          <a:xfrm>
            <a:off x="2231999" y="1104811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3B625-ED3B-FD4F-A3F6-64D4E2C9014C}"/>
              </a:ext>
            </a:extLst>
          </p:cNvPr>
          <p:cNvSpPr>
            <a:spLocks noChangeAspect="1"/>
          </p:cNvSpPr>
          <p:nvPr/>
        </p:nvSpPr>
        <p:spPr>
          <a:xfrm>
            <a:off x="0" y="-6398"/>
            <a:ext cx="1116000" cy="11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28723D-ED5D-BB46-AB8C-8B3220A5E942}"/>
              </a:ext>
            </a:extLst>
          </p:cNvPr>
          <p:cNvSpPr>
            <a:spLocks noChangeAspect="1"/>
          </p:cNvSpPr>
          <p:nvPr/>
        </p:nvSpPr>
        <p:spPr>
          <a:xfrm>
            <a:off x="3347999" y="-12796"/>
            <a:ext cx="1116000" cy="1116000"/>
          </a:xfrm>
          <a:prstGeom prst="rect">
            <a:avLst/>
          </a:prstGeom>
          <a:solidFill>
            <a:schemeClr val="bg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F8CAB0-BD9B-1B4F-9A2F-06BF541B5FAB}"/>
              </a:ext>
            </a:extLst>
          </p:cNvPr>
          <p:cNvSpPr>
            <a:spLocks noChangeAspect="1"/>
          </p:cNvSpPr>
          <p:nvPr/>
        </p:nvSpPr>
        <p:spPr>
          <a:xfrm>
            <a:off x="3347999" y="3343209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A47999-8CDA-8F48-8364-FEB2A1E7A376}"/>
              </a:ext>
            </a:extLst>
          </p:cNvPr>
          <p:cNvSpPr>
            <a:spLocks noChangeAspect="1"/>
          </p:cNvSpPr>
          <p:nvPr/>
        </p:nvSpPr>
        <p:spPr>
          <a:xfrm>
            <a:off x="6449620" y="2220811"/>
            <a:ext cx="1116000" cy="1116000"/>
          </a:xfrm>
          <a:prstGeom prst="rect">
            <a:avLst/>
          </a:prstGeom>
          <a:solidFill>
            <a:schemeClr val="bg1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39CA84-A1FA-D04C-B67A-CF4825DC0055}"/>
              </a:ext>
            </a:extLst>
          </p:cNvPr>
          <p:cNvSpPr/>
          <p:nvPr/>
        </p:nvSpPr>
        <p:spPr>
          <a:xfrm>
            <a:off x="7565620" y="1098413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F0C9D0E-56D2-7B4B-87CB-B3EF6C5C3088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09505" y="483198"/>
            <a:ext cx="2386805" cy="4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8810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12CC435-A5A8-58E5-33B2-421BA5191E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8285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12CC435-A5A8-58E5-33B2-421BA5191E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F29D7AD-502E-464C-93A2-5D27E5FB5EFB}"/>
              </a:ext>
            </a:extLst>
          </p:cNvPr>
          <p:cNvSpPr/>
          <p:nvPr/>
        </p:nvSpPr>
        <p:spPr>
          <a:xfrm>
            <a:off x="0" y="253040"/>
            <a:ext cx="557048" cy="557048"/>
          </a:xfrm>
          <a:prstGeom prst="rect">
            <a:avLst/>
          </a:prstGeom>
          <a:solidFill>
            <a:srgbClr val="B20B2D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>
              <a:latin typeface="Lato Light" panose="020F0402020204030203" pitchFamily="34" charset="0"/>
              <a:cs typeface="Lato Light" panose="020F0402020204030203" pitchFamily="34" charset="0"/>
            </a:endParaRPr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2B37DAE3-CD0A-2649-B6D2-CDF2BE261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4E1E285-7CC1-6B41-95D3-A862C60AC9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6539" y="308795"/>
            <a:ext cx="11303879" cy="4568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0" i="0" spc="300">
                <a:latin typeface="Calibri" panose="020F0502020204030204" pitchFamily="34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042A2C85-AD88-CE4C-B1E6-BC302FC3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05" y="253040"/>
            <a:ext cx="557048" cy="557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bg1"/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5F806934-C460-1C47-AF5D-CC9E191BC0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9720AE5-AC60-6149-9FD5-98BF144B61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2535" y="142317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AD3F7-7A1B-1D44-8AB3-4FF2686CABF6}"/>
              </a:ext>
            </a:extLst>
          </p:cNvPr>
          <p:cNvSpPr/>
          <p:nvPr userDrawn="1"/>
        </p:nvSpPr>
        <p:spPr>
          <a:xfrm>
            <a:off x="-945040" y="1"/>
            <a:ext cx="537422" cy="53742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F444C63-55AB-1649-B273-0A254E7B8037}"/>
              </a:ext>
            </a:extLst>
          </p:cNvPr>
          <p:cNvSpPr/>
          <p:nvPr userDrawn="1"/>
        </p:nvSpPr>
        <p:spPr>
          <a:xfrm>
            <a:off x="-945045" y="531693"/>
            <a:ext cx="537422" cy="53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09A255E-F880-8645-9F2B-F4BC4D5868A6}"/>
              </a:ext>
            </a:extLst>
          </p:cNvPr>
          <p:cNvSpPr/>
          <p:nvPr userDrawn="1"/>
        </p:nvSpPr>
        <p:spPr>
          <a:xfrm>
            <a:off x="-945045" y="1063385"/>
            <a:ext cx="537422" cy="53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79A244-E756-F647-9C97-C8FD0DEAFE8D}"/>
              </a:ext>
            </a:extLst>
          </p:cNvPr>
          <p:cNvSpPr/>
          <p:nvPr userDrawn="1"/>
        </p:nvSpPr>
        <p:spPr>
          <a:xfrm>
            <a:off x="-945045" y="1595077"/>
            <a:ext cx="537422" cy="53742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1D2FDA-CBE3-3D47-831C-4580D3FBA759}"/>
              </a:ext>
            </a:extLst>
          </p:cNvPr>
          <p:cNvSpPr/>
          <p:nvPr userDrawn="1"/>
        </p:nvSpPr>
        <p:spPr>
          <a:xfrm>
            <a:off x="-945045" y="2126769"/>
            <a:ext cx="537422" cy="53742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2756DB-F329-A84D-A5E8-190F9FD72B85}"/>
              </a:ext>
            </a:extLst>
          </p:cNvPr>
          <p:cNvSpPr/>
          <p:nvPr userDrawn="1"/>
        </p:nvSpPr>
        <p:spPr>
          <a:xfrm>
            <a:off x="-945045" y="2658461"/>
            <a:ext cx="537422" cy="53742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38EA1A-C96A-774E-8B42-0982B389999F}"/>
              </a:ext>
            </a:extLst>
          </p:cNvPr>
          <p:cNvSpPr/>
          <p:nvPr userDrawn="1"/>
        </p:nvSpPr>
        <p:spPr>
          <a:xfrm>
            <a:off x="-945045" y="3190153"/>
            <a:ext cx="537422" cy="537422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263CE13-47B6-E04C-80EE-BDD10F3646F3}"/>
              </a:ext>
            </a:extLst>
          </p:cNvPr>
          <p:cNvSpPr/>
          <p:nvPr userDrawn="1"/>
        </p:nvSpPr>
        <p:spPr>
          <a:xfrm>
            <a:off x="-945045" y="3721845"/>
            <a:ext cx="537422" cy="537422"/>
          </a:xfrm>
          <a:prstGeom prst="rect">
            <a:avLst/>
          </a:prstGeom>
          <a:solidFill>
            <a:srgbClr val="FDB9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653505B-F2D9-AD4E-A29D-179521F3D3DA}"/>
              </a:ext>
            </a:extLst>
          </p:cNvPr>
          <p:cNvSpPr/>
          <p:nvPr userDrawn="1"/>
        </p:nvSpPr>
        <p:spPr>
          <a:xfrm>
            <a:off x="-945045" y="4253537"/>
            <a:ext cx="537422" cy="537422"/>
          </a:xfrm>
          <a:prstGeom prst="rect">
            <a:avLst/>
          </a:prstGeom>
          <a:solidFill>
            <a:srgbClr val="E51A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D28386-2315-944F-98D1-BDE8DF95A976}"/>
              </a:ext>
            </a:extLst>
          </p:cNvPr>
          <p:cNvSpPr/>
          <p:nvPr userDrawn="1"/>
        </p:nvSpPr>
        <p:spPr>
          <a:xfrm>
            <a:off x="-945045" y="4785229"/>
            <a:ext cx="537422" cy="537422"/>
          </a:xfrm>
          <a:prstGeom prst="rect">
            <a:avLst/>
          </a:prstGeom>
          <a:solidFill>
            <a:srgbClr val="AB8C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B677E9-BB9C-5D40-BC42-4728C9393A3E}"/>
              </a:ext>
            </a:extLst>
          </p:cNvPr>
          <p:cNvSpPr/>
          <p:nvPr userDrawn="1"/>
        </p:nvSpPr>
        <p:spPr>
          <a:xfrm>
            <a:off x="-945045" y="5316924"/>
            <a:ext cx="537422" cy="537422"/>
          </a:xfrm>
          <a:prstGeom prst="rect">
            <a:avLst/>
          </a:prstGeom>
          <a:solidFill>
            <a:srgbClr val="145E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01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8.bin"/><Relationship Id="rId4" Type="http://schemas.openxmlformats.org/officeDocument/2006/relationships/tags" Target="../tags/tag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11.xml"/><Relationship Id="rId9" Type="http://schemas.openxmlformats.org/officeDocument/2006/relationships/oleObject" Target="../embeddings/oleObject1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slideLayout" Target="../slideLayouts/slideLayout16.xml"/><Relationship Id="rId7" Type="http://schemas.openxmlformats.org/officeDocument/2006/relationships/tags" Target="../tags/tag19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1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slideLayout" Target="../slideLayouts/slideLayout21.xml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ags" Target="../tags/tag25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2.xml"/><Relationship Id="rId9" Type="http://schemas.openxmlformats.org/officeDocument/2006/relationships/image" Target="../media/image27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image" Target="../media/image33.emf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oleObject" Target="../embeddings/oleObject29.bin"/><Relationship Id="rId5" Type="http://schemas.openxmlformats.org/officeDocument/2006/relationships/tags" Target="../tags/tag30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3.bin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oleObject" Target="../embeddings/oleObject35.bin"/><Relationship Id="rId5" Type="http://schemas.openxmlformats.org/officeDocument/2006/relationships/tags" Target="../tags/tag36.xml"/><Relationship Id="rId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FDBF3BF-08D6-4963-8D20-2D6C82D337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569617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FDBF3BF-08D6-4963-8D20-2D6C82D337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9" name="Holder 4">
            <a:extLst>
              <a:ext uri="{FF2B5EF4-FFF2-40B4-BE49-F238E27FC236}">
                <a16:creationId xmlns:a16="http://schemas.microsoft.com/office/drawing/2014/main" id="{3EE912C5-1EE9-EB4F-A87C-78C990A8E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30891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68FF72B-59B2-4753-87B1-6DB27E2FF07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6182192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4" progId="TCLayout.ActiveDocument.1">
                  <p:embed/>
                </p:oleObj>
              </mc:Choice>
              <mc:Fallback>
                <p:oleObj name="think-cell Slide" r:id="rId7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68FF72B-59B2-4753-87B1-6DB27E2FF0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9" name="Holder 4">
            <a:extLst>
              <a:ext uri="{FF2B5EF4-FFF2-40B4-BE49-F238E27FC236}">
                <a16:creationId xmlns:a16="http://schemas.microsoft.com/office/drawing/2014/main" id="{3EE912C5-1EE9-EB4F-A87C-78C990A8E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0092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  <p:sldLayoutId id="214748374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3A5B236-C165-4204-91D6-BD5745230A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34043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3A5B236-C165-4204-91D6-BD5745230A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5141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DDC6F1D-2627-4D65-9083-808B6F96516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999641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4" progId="TCLayout.ActiveDocument.1">
                  <p:embed/>
                </p:oleObj>
              </mc:Choice>
              <mc:Fallback>
                <p:oleObj name="think-cell Slide" r:id="rId9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DDC6F1D-2627-4D65-9083-808B6F965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7449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90" r:id="rId5"/>
    <p:sldLayoutId id="214748369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0043F084-28AC-4998-8CA3-08BD8819C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5778997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4" progId="TCLayout.ActiveDocument.1">
                  <p:embed/>
                </p:oleObj>
              </mc:Choice>
              <mc:Fallback>
                <p:oleObj name="think-cell Slide" r:id="rId8" imgW="395" imgH="39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0043F084-28AC-4998-8CA3-08BD8819C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DBC5B75-BF94-A245-B915-0007D267AB56}"/>
              </a:ext>
            </a:extLst>
          </p:cNvPr>
          <p:cNvSpPr/>
          <p:nvPr userDrawn="1"/>
        </p:nvSpPr>
        <p:spPr>
          <a:xfrm>
            <a:off x="0" y="6508343"/>
            <a:ext cx="12192000" cy="3496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12444" y="6550098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CEO Works LLC. All rights 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52852" y="6550098"/>
            <a:ext cx="295498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l">
              <a:defRPr sz="900" b="0" i="0">
                <a:solidFill>
                  <a:schemeClr val="bg1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13D1B9F-3899-D54C-B1D5-7C46588A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956" y="88158"/>
            <a:ext cx="10515600" cy="4027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1703B-39AB-094B-81D8-F8A624EFF70A}"/>
              </a:ext>
            </a:extLst>
          </p:cNvPr>
          <p:cNvSpPr/>
          <p:nvPr userDrawn="1"/>
        </p:nvSpPr>
        <p:spPr>
          <a:xfrm>
            <a:off x="11319009" y="6611252"/>
            <a:ext cx="45719" cy="1438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A523B8-122E-CE43-9381-B45E35686A35}"/>
              </a:ext>
            </a:extLst>
          </p:cNvPr>
          <p:cNvCxnSpPr>
            <a:cxnSpLocks/>
          </p:cNvCxnSpPr>
          <p:nvPr userDrawn="1"/>
        </p:nvCxnSpPr>
        <p:spPr>
          <a:xfrm>
            <a:off x="0" y="532661"/>
            <a:ext cx="6096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140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8" r:id="rId5"/>
  </p:sldLayoutIdLst>
  <p:hf hdr="0" dt="0"/>
  <p:txStyles>
    <p:titleStyle>
      <a:lvl1pPr>
        <a:defRPr sz="2400" b="0" i="0">
          <a:solidFill>
            <a:schemeClr val="tx1">
              <a:lumMod val="75000"/>
              <a:lumOff val="25000"/>
            </a:schemeClr>
          </a:solidFill>
          <a:latin typeface="Lato Light" panose="020F0402020204030203" pitchFamily="34" charset="0"/>
          <a:ea typeface="+mj-ea"/>
          <a:cs typeface="Lato Light" panose="020F0402020204030203" pitchFamily="34" charset="0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8506802-BFA6-7487-0ABD-9C8F6BBAA96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1013737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8506802-BFA6-7487-0ABD-9C8F6BBAA9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6EE7244F-8F78-C249-BCCB-6515FD5D5E7D}"/>
              </a:ext>
            </a:extLst>
          </p:cNvPr>
          <p:cNvSpPr>
            <a:spLocks noChangeAspect="1"/>
          </p:cNvSpPr>
          <p:nvPr userDrawn="1"/>
        </p:nvSpPr>
        <p:spPr>
          <a:xfrm>
            <a:off x="-2" y="1109602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2FEACB-BD47-4543-A0B2-C672EFF9EA61}"/>
              </a:ext>
            </a:extLst>
          </p:cNvPr>
          <p:cNvSpPr>
            <a:spLocks noChangeAspect="1"/>
          </p:cNvSpPr>
          <p:nvPr userDrawn="1"/>
        </p:nvSpPr>
        <p:spPr>
          <a:xfrm>
            <a:off x="1115999" y="2227209"/>
            <a:ext cx="1116000" cy="1116000"/>
          </a:xfrm>
          <a:prstGeom prst="rect">
            <a:avLst/>
          </a:prstGeom>
          <a:solidFill>
            <a:schemeClr val="accent5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13C3BD-972A-3C40-8596-4481D868038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3343209"/>
            <a:ext cx="1116000" cy="1116030"/>
          </a:xfrm>
          <a:prstGeom prst="rect">
            <a:avLst/>
          </a:prstGeom>
          <a:solidFill>
            <a:schemeClr val="accent2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C4A6CB-11AF-3F48-907F-06218E9CF106}"/>
              </a:ext>
            </a:extLst>
          </p:cNvPr>
          <p:cNvSpPr>
            <a:spLocks noChangeAspect="1"/>
          </p:cNvSpPr>
          <p:nvPr userDrawn="1"/>
        </p:nvSpPr>
        <p:spPr>
          <a:xfrm>
            <a:off x="3350399" y="5742000"/>
            <a:ext cx="1116000" cy="111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12BB4-A0EB-0A4E-AE66-DE35C7FA26BC}"/>
              </a:ext>
            </a:extLst>
          </p:cNvPr>
          <p:cNvSpPr>
            <a:spLocks noChangeAspect="1"/>
          </p:cNvSpPr>
          <p:nvPr userDrawn="1"/>
        </p:nvSpPr>
        <p:spPr>
          <a:xfrm>
            <a:off x="9942030" y="5748398"/>
            <a:ext cx="1116000" cy="1116000"/>
          </a:xfrm>
          <a:prstGeom prst="rect">
            <a:avLst/>
          </a:prstGeom>
          <a:solidFill>
            <a:schemeClr val="bg2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B04C84-B9E0-9448-91A6-B7801F55EC9E}"/>
              </a:ext>
            </a:extLst>
          </p:cNvPr>
          <p:cNvSpPr>
            <a:spLocks noChangeAspect="1"/>
          </p:cNvSpPr>
          <p:nvPr userDrawn="1"/>
        </p:nvSpPr>
        <p:spPr>
          <a:xfrm>
            <a:off x="2234399" y="4626000"/>
            <a:ext cx="1116000" cy="111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7BE1E-045F-934A-802F-9FDEA117C984}"/>
              </a:ext>
            </a:extLst>
          </p:cNvPr>
          <p:cNvSpPr>
            <a:spLocks noChangeAspect="1"/>
          </p:cNvSpPr>
          <p:nvPr userDrawn="1"/>
        </p:nvSpPr>
        <p:spPr>
          <a:xfrm>
            <a:off x="9942030" y="2232000"/>
            <a:ext cx="1116000" cy="1116000"/>
          </a:xfrm>
          <a:prstGeom prst="rect">
            <a:avLst/>
          </a:prstGeom>
          <a:solidFill>
            <a:schemeClr val="bg2">
              <a:alpha val="5165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33E1D-5CD5-6647-87F3-9EDF98A00D15}"/>
              </a:ext>
            </a:extLst>
          </p:cNvPr>
          <p:cNvSpPr/>
          <p:nvPr userDrawn="1"/>
        </p:nvSpPr>
        <p:spPr>
          <a:xfrm>
            <a:off x="11058030" y="1109602"/>
            <a:ext cx="1133970" cy="1116000"/>
          </a:xfrm>
          <a:prstGeom prst="rect">
            <a:avLst/>
          </a:prstGeom>
          <a:solidFill>
            <a:schemeClr val="accent5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7A092E7-5C9C-ED4C-9093-B9E17ABEDE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"/>
          <a:stretch/>
        </p:blipFill>
        <p:spPr>
          <a:xfrm>
            <a:off x="9970166" y="4752830"/>
            <a:ext cx="871200" cy="79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128ED60-3F19-6044-A6B8-F0D5A89E2061}"/>
              </a:ext>
            </a:extLst>
          </p:cNvPr>
          <p:cNvSpPr>
            <a:spLocks noChangeAspect="1"/>
          </p:cNvSpPr>
          <p:nvPr userDrawn="1"/>
        </p:nvSpPr>
        <p:spPr>
          <a:xfrm>
            <a:off x="11067015" y="4632399"/>
            <a:ext cx="1116000" cy="11160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65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8E1DA3C-3024-C1E5-F1EB-EABD7E7064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68880111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7772400" imgH="10058400" progId="TCLayout.ActiveDocument.1">
                  <p:embed/>
                </p:oleObj>
              </mc:Choice>
              <mc:Fallback>
                <p:oleObj name="think-cell Slide" r:id="rId6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8E1DA3C-3024-C1E5-F1EB-EABD7E7064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9" name="Holder 4">
            <a:extLst>
              <a:ext uri="{FF2B5EF4-FFF2-40B4-BE49-F238E27FC236}">
                <a16:creationId xmlns:a16="http://schemas.microsoft.com/office/drawing/2014/main" id="{3EE912C5-1EE9-EB4F-A87C-78C990A8E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7362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66AB5A-33DC-4582-B397-1C582CA4CD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11539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66AB5A-33DC-4582-B397-1C582CA4C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 descr="A close up of a logo&#10;&#10;Description automatically generated with low confidence">
            <a:extLst>
              <a:ext uri="{FF2B5EF4-FFF2-40B4-BE49-F238E27FC236}">
                <a16:creationId xmlns:a16="http://schemas.microsoft.com/office/drawing/2014/main" id="{CE016DFB-081C-F94C-8C6E-6B46B745DFB2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5881" y="6494836"/>
            <a:ext cx="1086530" cy="129600"/>
          </a:xfrm>
          <a:prstGeom prst="rect">
            <a:avLst/>
          </a:prstGeom>
        </p:spPr>
      </p:pic>
      <p:sp>
        <p:nvSpPr>
          <p:cNvPr id="9" name="Holder 4">
            <a:extLst>
              <a:ext uri="{FF2B5EF4-FFF2-40B4-BE49-F238E27FC236}">
                <a16:creationId xmlns:a16="http://schemas.microsoft.com/office/drawing/2014/main" id="{3EE912C5-1EE9-EB4F-A87C-78C990A8E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71314" y="6437073"/>
            <a:ext cx="2812112" cy="266146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 algn="r">
              <a:defRPr sz="900" b="0" i="0">
                <a:solidFill>
                  <a:schemeClr val="accent3"/>
                </a:solidFill>
                <a:latin typeface="Lato Light" panose="020F0402020204030203" pitchFamily="34" charset="0"/>
                <a:cs typeface="Lato Light" panose="020F0402020204030203" pitchFamily="34" charset="0"/>
              </a:defRPr>
            </a:lvl1pPr>
          </a:lstStyle>
          <a:p>
            <a:r>
              <a:rPr lang="en-US"/>
              <a:t>©2021  |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767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A20F86B6-46C1-4ED4-97B1-8490404A1C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2404333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95" imgH="394" progId="TCLayout.ActiveDocument.1">
                  <p:embed/>
                </p:oleObj>
              </mc:Choice>
              <mc:Fallback>
                <p:oleObj name="think-cell Slide" r:id="rId6" imgW="395" imgH="39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A20F86B6-46C1-4ED4-97B1-8490404A1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12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0.xml"/><Relationship Id="rId6" Type="http://schemas.openxmlformats.org/officeDocument/2006/relationships/image" Target="../media/image42.png"/><Relationship Id="rId5" Type="http://schemas.openxmlformats.org/officeDocument/2006/relationships/image" Target="../media/image41.emf"/><Relationship Id="rId4" Type="http://schemas.openxmlformats.org/officeDocument/2006/relationships/oleObject" Target="../embeddings/oleObject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9" name="Object 208" hidden="1">
            <a:extLst>
              <a:ext uri="{FF2B5EF4-FFF2-40B4-BE49-F238E27FC236}">
                <a16:creationId xmlns:a16="http://schemas.microsoft.com/office/drawing/2014/main" id="{7E6AE96C-2DBC-FAD9-F01F-26432C50CE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209" name="Object 208" hidden="1">
                        <a:extLst>
                          <a:ext uri="{FF2B5EF4-FFF2-40B4-BE49-F238E27FC236}">
                            <a16:creationId xmlns:a16="http://schemas.microsoft.com/office/drawing/2014/main" id="{7E6AE96C-2DBC-FAD9-F01F-26432C50C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5E7C1BF-4AA1-BEBE-DD6D-DFC38DA491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6539" y="308795"/>
            <a:ext cx="11392890" cy="45687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</a:rPr>
              <a:t>ORGANIZATIONAL </a:t>
            </a:r>
            <a:r>
              <a:rPr lang="en-US" b="1" dirty="0">
                <a:solidFill>
                  <a:srgbClr val="C00000"/>
                </a:solidFill>
                <a:latin typeface="Calibri" panose="020F0502020204030204" pitchFamily="34" charset="0"/>
              </a:rPr>
              <a:t>EFFICIENCY</a:t>
            </a:r>
            <a:r>
              <a:rPr lang="en-US" dirty="0">
                <a:latin typeface="Calibri" panose="020F0502020204030204" pitchFamily="34" charset="0"/>
              </a:rPr>
              <a:t>: PROCESS &amp; DESIGN </a:t>
            </a:r>
            <a:endParaRPr lang="en-US" b="1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AFFB69-728F-F081-00D2-6A42D9C7D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806934-C460-1C47-AF5D-CC9E191BC089}" type="slidenum">
              <a:rPr lang="en-US" smtClean="0">
                <a:latin typeface="Calibri" panose="020F0502020204030204" pitchFamily="34" charset="0"/>
                <a:cs typeface="Calibri" panose="020F0502020204030204" pitchFamily="34" charset="0"/>
              </a:rPr>
              <a:pPr/>
              <a:t>1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8F940657-F549-EF20-61C3-ED7F8EDE0A70}"/>
              </a:ext>
            </a:extLst>
          </p:cNvPr>
          <p:cNvSpPr/>
          <p:nvPr/>
        </p:nvSpPr>
        <p:spPr>
          <a:xfrm>
            <a:off x="316556" y="934184"/>
            <a:ext cx="11548760" cy="1002623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14" name="object 3">
            <a:extLst>
              <a:ext uri="{FF2B5EF4-FFF2-40B4-BE49-F238E27FC236}">
                <a16:creationId xmlns:a16="http://schemas.microsoft.com/office/drawing/2014/main" id="{2BA3586B-8CE2-E19D-0C1B-2402E373BE5E}"/>
              </a:ext>
            </a:extLst>
          </p:cNvPr>
          <p:cNvSpPr txBox="1"/>
          <p:nvPr/>
        </p:nvSpPr>
        <p:spPr>
          <a:xfrm>
            <a:off x="440405" y="1048505"/>
            <a:ext cx="11301061" cy="8775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SAMPLE CPG COMPANY CASE : Together with the CEO, and other key leaders selected for roles in the future organization, </a:t>
            </a:r>
            <a:r>
              <a:rPr lang="en-US" sz="12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CEO.Works</a:t>
            </a:r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guided the creation of a new operating model to drive the value ambition.  By challenging status quo, ensuring strong adherence to the co-created design principles (aligned to Value creation), and surfacing inconsistencies in the future design, </a:t>
            </a:r>
            <a:r>
              <a:rPr lang="en-US" sz="12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CEO.Works</a:t>
            </a:r>
            <a:r>
              <a:rPr lang="en-US" sz="12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helped the client create a future state plan that had high internal confidence and was board-ready.  </a:t>
            </a:r>
            <a:endParaRPr lang="en-US" sz="1200" spc="85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221" name="object 4">
            <a:extLst>
              <a:ext uri="{FF2B5EF4-FFF2-40B4-BE49-F238E27FC236}">
                <a16:creationId xmlns:a16="http://schemas.microsoft.com/office/drawing/2014/main" id="{9B4270AD-B4C1-5D84-5518-5AAE19C488CA}"/>
              </a:ext>
            </a:extLst>
          </p:cNvPr>
          <p:cNvSpPr/>
          <p:nvPr/>
        </p:nvSpPr>
        <p:spPr>
          <a:xfrm>
            <a:off x="5917722" y="2368782"/>
            <a:ext cx="5621136" cy="3421445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B546B-8A06-0427-6C67-201ED063D6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016" y="2616009"/>
            <a:ext cx="5123619" cy="29538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B534E1F-558A-13D9-165F-C969B322A6AE}"/>
              </a:ext>
            </a:extLst>
          </p:cNvPr>
          <p:cNvGrpSpPr/>
          <p:nvPr/>
        </p:nvGrpSpPr>
        <p:grpSpPr>
          <a:xfrm>
            <a:off x="349105" y="2161953"/>
            <a:ext cx="2263806" cy="590186"/>
            <a:chOff x="207938" y="1221596"/>
            <a:chExt cx="2263806" cy="590186"/>
          </a:xfrm>
        </p:grpSpPr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403A8ECB-FB09-C559-7E9C-7D0DAD58062B}"/>
                </a:ext>
              </a:extLst>
            </p:cNvPr>
            <p:cNvSpPr txBox="1"/>
            <p:nvPr/>
          </p:nvSpPr>
          <p:spPr>
            <a:xfrm>
              <a:off x="624784" y="1244960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55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CEO.Works</a:t>
              </a:r>
              <a:r>
                <a:rPr lang="en-US" sz="1200" b="1" spc="-5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Set Foundational Alignment with CEO 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A7B686-C8CB-650D-89CA-1798BAAEEC66}"/>
                </a:ext>
              </a:extLst>
            </p:cNvPr>
            <p:cNvSpPr/>
            <p:nvPr/>
          </p:nvSpPr>
          <p:spPr>
            <a:xfrm>
              <a:off x="207938" y="1221596"/>
              <a:ext cx="346428" cy="33406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1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D594BB3-919D-4A6A-CA83-C988CCC73D2C}"/>
              </a:ext>
            </a:extLst>
          </p:cNvPr>
          <p:cNvGrpSpPr/>
          <p:nvPr/>
        </p:nvGrpSpPr>
        <p:grpSpPr>
          <a:xfrm>
            <a:off x="2811658" y="2161953"/>
            <a:ext cx="2263806" cy="595669"/>
            <a:chOff x="2702664" y="6075371"/>
            <a:chExt cx="2263806" cy="595669"/>
          </a:xfrm>
        </p:grpSpPr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79B32CBA-DCEB-9D7D-96FF-ED717E59461E}"/>
                </a:ext>
              </a:extLst>
            </p:cNvPr>
            <p:cNvSpPr txBox="1"/>
            <p:nvPr/>
          </p:nvSpPr>
          <p:spPr>
            <a:xfrm>
              <a:off x="3119510" y="6104218"/>
              <a:ext cx="1846960" cy="566822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marR="41275">
                <a:lnSpc>
                  <a:spcPct val="100000"/>
                </a:lnSpc>
                <a:spcAft>
                  <a:spcPts val="1200"/>
                </a:spcAft>
              </a:pPr>
              <a:r>
                <a:rPr lang="en-US" sz="1200" b="1" spc="-5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Executives and </a:t>
              </a:r>
              <a:r>
                <a:rPr lang="en-US" sz="1200" b="1" spc="-55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CEO.Works</a:t>
              </a:r>
              <a:r>
                <a:rPr lang="en-US" sz="1200" b="1" spc="-55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 Co-Created Savings Plan</a:t>
              </a:r>
              <a:endParaRPr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DDAD55E5-3EE0-4E96-C968-59D52ED8C6D0}"/>
                </a:ext>
              </a:extLst>
            </p:cNvPr>
            <p:cNvSpPr/>
            <p:nvPr/>
          </p:nvSpPr>
          <p:spPr>
            <a:xfrm>
              <a:off x="2702664" y="6075371"/>
              <a:ext cx="346428" cy="334066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2</a:t>
              </a:r>
            </a:p>
          </p:txBody>
        </p:sp>
      </p:grpSp>
      <p:sp>
        <p:nvSpPr>
          <p:cNvPr id="11" name="Rounded Rectangle 88">
            <a:extLst>
              <a:ext uri="{FF2B5EF4-FFF2-40B4-BE49-F238E27FC236}">
                <a16:creationId xmlns:a16="http://schemas.microsoft.com/office/drawing/2014/main" id="{D690E11A-E331-FACA-4D60-8A9562380F9F}"/>
              </a:ext>
            </a:extLst>
          </p:cNvPr>
          <p:cNvSpPr/>
          <p:nvPr/>
        </p:nvSpPr>
        <p:spPr>
          <a:xfrm>
            <a:off x="399400" y="2794368"/>
            <a:ext cx="1846960" cy="287483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lIns="25400" tIns="25400" rIns="25400" bIns="25400" anchor="ctr"/>
          <a:lstStyle/>
          <a:p>
            <a:pPr eaLnBrk="0" fontAlgn="base">
              <a:spcBef>
                <a:spcPct val="0"/>
              </a:spcBef>
              <a:spcAft>
                <a:spcPct val="0"/>
              </a:spcAft>
            </a:pPr>
            <a:endParaRPr lang="en-US" sz="1100">
              <a:solidFill>
                <a:srgbClr val="FFFFFF"/>
              </a:solidFill>
              <a:latin typeface="Lato" panose="020F0502020204030203" pitchFamily="34" charset="77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2DD28362-3347-C3CB-B4DE-817738F88259}"/>
              </a:ext>
            </a:extLst>
          </p:cNvPr>
          <p:cNvSpPr>
            <a:spLocks/>
          </p:cNvSpPr>
          <p:nvPr/>
        </p:nvSpPr>
        <p:spPr bwMode="auto">
          <a:xfrm>
            <a:off x="512247" y="3882566"/>
            <a:ext cx="1631411" cy="469747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1-on-1 meetings with divisional and functional leaders </a:t>
            </a:r>
            <a:endParaRPr lang="x-none" altLang="x-none" sz="9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3" name="AutoShape 3">
            <a:extLst>
              <a:ext uri="{FF2B5EF4-FFF2-40B4-BE49-F238E27FC236}">
                <a16:creationId xmlns:a16="http://schemas.microsoft.com/office/drawing/2014/main" id="{2E7D51D5-B7E1-A3E8-ECE7-ACA0C009B876}"/>
              </a:ext>
            </a:extLst>
          </p:cNvPr>
          <p:cNvSpPr>
            <a:spLocks/>
          </p:cNvSpPr>
          <p:nvPr/>
        </p:nvSpPr>
        <p:spPr bwMode="auto">
          <a:xfrm>
            <a:off x="520514" y="4883224"/>
            <a:ext cx="1631411" cy="732370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b="1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ALIGNMENT: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Value Agenda</a:t>
            </a:r>
          </a:p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Design Principles</a:t>
            </a:r>
            <a:endParaRPr lang="x-none" altLang="x-none" sz="9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4" name="Down Arrow 87">
            <a:extLst>
              <a:ext uri="{FF2B5EF4-FFF2-40B4-BE49-F238E27FC236}">
                <a16:creationId xmlns:a16="http://schemas.microsoft.com/office/drawing/2014/main" id="{105D32F8-1225-0A68-0EEC-7CB5DED34E83}"/>
              </a:ext>
            </a:extLst>
          </p:cNvPr>
          <p:cNvSpPr/>
          <p:nvPr/>
        </p:nvSpPr>
        <p:spPr>
          <a:xfrm>
            <a:off x="991261" y="4505075"/>
            <a:ext cx="565002" cy="2796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AutoShape 3">
            <a:extLst>
              <a:ext uri="{FF2B5EF4-FFF2-40B4-BE49-F238E27FC236}">
                <a16:creationId xmlns:a16="http://schemas.microsoft.com/office/drawing/2014/main" id="{FC705CCF-00C9-7851-8825-00085A54C3C1}"/>
              </a:ext>
            </a:extLst>
          </p:cNvPr>
          <p:cNvSpPr>
            <a:spLocks/>
          </p:cNvSpPr>
          <p:nvPr/>
        </p:nvSpPr>
        <p:spPr bwMode="auto">
          <a:xfrm>
            <a:off x="512246" y="2875999"/>
            <a:ext cx="1631411" cy="465925"/>
          </a:xfrm>
          <a:prstGeom prst="roundRect">
            <a:avLst>
              <a:gd name="adj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lIns="25400" tIns="25400" rIns="25400" bIns="25400" anchor="ctr"/>
          <a:lstStyle/>
          <a:p>
            <a:pPr algn="ctr" eaLnBrk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x-none" sz="900" dirty="0">
                <a:solidFill>
                  <a:srgbClr val="FFFFF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sym typeface="Helvetica Light" charset="0"/>
              </a:rPr>
              <a:t>Discovery </a:t>
            </a:r>
            <a:endParaRPr lang="x-none" altLang="x-none" sz="900" dirty="0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Helvetica Light" charset="0"/>
            </a:endParaRPr>
          </a:p>
        </p:txBody>
      </p:sp>
      <p:sp>
        <p:nvSpPr>
          <p:cNvPr id="16" name="Down Arrow 87">
            <a:extLst>
              <a:ext uri="{FF2B5EF4-FFF2-40B4-BE49-F238E27FC236}">
                <a16:creationId xmlns:a16="http://schemas.microsoft.com/office/drawing/2014/main" id="{D14CA729-BD6F-AD08-8488-F508B4D44FA2}"/>
              </a:ext>
            </a:extLst>
          </p:cNvPr>
          <p:cNvSpPr/>
          <p:nvPr/>
        </p:nvSpPr>
        <p:spPr>
          <a:xfrm>
            <a:off x="991261" y="3494685"/>
            <a:ext cx="565002" cy="27966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BFD9E52-F110-3CB0-9F72-D42869E8F8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49246" y="2910093"/>
            <a:ext cx="2640378" cy="168619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C86682F-082C-26AD-9632-602F02621CB1}"/>
              </a:ext>
            </a:extLst>
          </p:cNvPr>
          <p:cNvSpPr/>
          <p:nvPr/>
        </p:nvSpPr>
        <p:spPr>
          <a:xfrm>
            <a:off x="5744508" y="2184141"/>
            <a:ext cx="346428" cy="33406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3</a:t>
            </a:r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6F26495-16AA-F209-1A98-B00058BCA2FB}"/>
              </a:ext>
            </a:extLst>
          </p:cNvPr>
          <p:cNvSpPr/>
          <p:nvPr/>
        </p:nvSpPr>
        <p:spPr>
          <a:xfrm>
            <a:off x="606284" y="6044220"/>
            <a:ext cx="10979432" cy="377670"/>
          </a:xfrm>
          <a:custGeom>
            <a:avLst/>
            <a:gdLst/>
            <a:ahLst/>
            <a:cxnLst/>
            <a:rect l="l" t="t" r="r" b="b"/>
            <a:pathLst>
              <a:path w="7141209" h="4464050">
                <a:moveTo>
                  <a:pt x="7140778" y="0"/>
                </a:moveTo>
                <a:lnTo>
                  <a:pt x="0" y="0"/>
                </a:lnTo>
                <a:lnTo>
                  <a:pt x="0" y="4463999"/>
                </a:lnTo>
                <a:lnTo>
                  <a:pt x="7140778" y="4463999"/>
                </a:lnTo>
                <a:lnTo>
                  <a:pt x="7140778" y="0"/>
                </a:lnTo>
                <a:close/>
              </a:path>
            </a:pathLst>
          </a:custGeom>
          <a:solidFill>
            <a:schemeClr val="bg2"/>
          </a:solidFill>
          <a:ln>
            <a:solidFill>
              <a:schemeClr val="bg2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ED103993-B0A0-515E-C632-A8FB3A049E02}"/>
              </a:ext>
            </a:extLst>
          </p:cNvPr>
          <p:cNvSpPr txBox="1"/>
          <p:nvPr/>
        </p:nvSpPr>
        <p:spPr>
          <a:xfrm>
            <a:off x="638982" y="6107509"/>
            <a:ext cx="10979432" cy="25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ctr"/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Underpinned by </a:t>
            </a:r>
            <a:r>
              <a:rPr lang="en-US" sz="1400" b="1" dirty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79 Critical Roles </a:t>
            </a:r>
            <a:r>
              <a:rPr lang="en-US" sz="14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Identified &amp; Prioritized for Value protection &amp; generation</a:t>
            </a:r>
            <a:endParaRPr lang="en-US" sz="1400" spc="85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aphicFrame>
        <p:nvGraphicFramePr>
          <p:cNvPr id="26" name="Table 12">
            <a:extLst>
              <a:ext uri="{FF2B5EF4-FFF2-40B4-BE49-F238E27FC236}">
                <a16:creationId xmlns:a16="http://schemas.microsoft.com/office/drawing/2014/main" id="{BFC1F009-1287-2897-FE7B-E873B75A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937681"/>
              </p:ext>
            </p:extLst>
          </p:nvPr>
        </p:nvGraphicFramePr>
        <p:xfrm>
          <a:off x="2700167" y="4785587"/>
          <a:ext cx="2851004" cy="62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335">
                  <a:extLst>
                    <a:ext uri="{9D8B030D-6E8A-4147-A177-3AD203B41FA5}">
                      <a16:colId xmlns:a16="http://schemas.microsoft.com/office/drawing/2014/main" val="2937467617"/>
                    </a:ext>
                  </a:extLst>
                </a:gridCol>
                <a:gridCol w="880401">
                  <a:extLst>
                    <a:ext uri="{9D8B030D-6E8A-4147-A177-3AD203B41FA5}">
                      <a16:colId xmlns:a16="http://schemas.microsoft.com/office/drawing/2014/main" val="2878937378"/>
                    </a:ext>
                  </a:extLst>
                </a:gridCol>
                <a:gridCol w="1020268">
                  <a:extLst>
                    <a:ext uri="{9D8B030D-6E8A-4147-A177-3AD203B41FA5}">
                      <a16:colId xmlns:a16="http://schemas.microsoft.com/office/drawing/2014/main" val="3665562736"/>
                    </a:ext>
                  </a:extLst>
                </a:gridCol>
              </a:tblGrid>
              <a:tr h="264218"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Current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>
                          <a:solidFill>
                            <a:schemeClr val="tx1"/>
                          </a:solidFill>
                        </a:rPr>
                        <a:t>Future (#)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Reduction (%)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079664"/>
                  </a:ext>
                </a:extLst>
              </a:tr>
              <a:tr h="345236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9250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7775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16%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69548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BB179495-390D-8D3D-5CE5-3E4444CD2416}"/>
              </a:ext>
            </a:extLst>
          </p:cNvPr>
          <p:cNvSpPr txBox="1"/>
          <p:nvPr/>
        </p:nvSpPr>
        <p:spPr>
          <a:xfrm>
            <a:off x="2700167" y="5515553"/>
            <a:ext cx="28570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$236M in Potential Savings</a:t>
            </a:r>
          </a:p>
        </p:txBody>
      </p:sp>
    </p:spTree>
    <p:extLst>
      <p:ext uri="{BB962C8B-B14F-4D97-AF65-F5344CB8AC3E}">
        <p14:creationId xmlns:p14="http://schemas.microsoft.com/office/powerpoint/2010/main" val="32328360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2.xml><?xml version="1.0" encoding="utf-8"?>
<a:theme xmlns:a="http://schemas.openxmlformats.org/drawingml/2006/main" name="2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3.xml><?xml version="1.0" encoding="utf-8"?>
<a:theme xmlns:a="http://schemas.openxmlformats.org/drawingml/2006/main" name="1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65605CA4-33E9-B64C-9362-2D3FF93A903A}"/>
    </a:ext>
  </a:extLst>
</a:theme>
</file>

<file path=ppt/theme/theme4.xml><?xml version="1.0" encoding="utf-8"?>
<a:theme xmlns:a="http://schemas.openxmlformats.org/drawingml/2006/main" name="3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65605CA4-33E9-B64C-9362-2D3FF93A903A}"/>
    </a:ext>
  </a:extLst>
</a:theme>
</file>

<file path=ppt/theme/theme5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1023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sz="1600" dirty="0" smtClean="0">
            <a:latin typeface="Lato Light" panose="020F0402020204030203" pitchFamily="34" charset="0"/>
            <a:cs typeface="Lato Light" panose="020F0402020204030203" pitchFamily="34" charset="0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4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8.xml><?xml version="1.0" encoding="utf-8"?>
<a:theme xmlns:a="http://schemas.openxmlformats.org/drawingml/2006/main" name="6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EDA865E4-5ADB-8546-9DC8-67CCCF72458C}"/>
    </a:ext>
  </a:extLst>
</a:theme>
</file>

<file path=ppt/theme/theme9.xml><?xml version="1.0" encoding="utf-8"?>
<a:theme xmlns:a="http://schemas.openxmlformats.org/drawingml/2006/main" name="7_Custom Design">
  <a:themeElements>
    <a:clrScheme name="CEOworks Colors">
      <a:dk1>
        <a:srgbClr val="000000"/>
      </a:dk1>
      <a:lt1>
        <a:srgbClr val="FFFFFF"/>
      </a:lt1>
      <a:dk2>
        <a:srgbClr val="E9EAE9"/>
      </a:dk2>
      <a:lt2>
        <a:srgbClr val="919291"/>
      </a:lt2>
      <a:accent1>
        <a:srgbClr val="BA0B2F"/>
      </a:accent1>
      <a:accent2>
        <a:srgbClr val="FEAA12"/>
      </a:accent2>
      <a:accent3>
        <a:srgbClr val="D0D2D0"/>
      </a:accent3>
      <a:accent4>
        <a:srgbClr val="8CC53F"/>
      </a:accent4>
      <a:accent5>
        <a:srgbClr val="00B6C2"/>
      </a:accent5>
      <a:accent6>
        <a:srgbClr val="FCB913"/>
      </a:accent6>
      <a:hlink>
        <a:srgbClr val="BA0B2F"/>
      </a:hlink>
      <a:folHlink>
        <a:srgbClr val="00B6C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BC32EC9A-7A75-D846-AD05-D74FEE59EF71}" vid="{65605CA4-33E9-B64C-9362-2D3FF93A903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06885110A43B41904F5A1B7606ED26" ma:contentTypeVersion="14" ma:contentTypeDescription="Create a new document." ma:contentTypeScope="" ma:versionID="054f336e8e7104333c5183aae504c221">
  <xsd:schema xmlns:xsd="http://www.w3.org/2001/XMLSchema" xmlns:xs="http://www.w3.org/2001/XMLSchema" xmlns:p="http://schemas.microsoft.com/office/2006/metadata/properties" xmlns:ns2="02a6b923-811c-4f57-8cf3-8e04f73c5f51" xmlns:ns3="64e039f4-51b5-4e2b-8eb0-5be9506eefcc" targetNamespace="http://schemas.microsoft.com/office/2006/metadata/properties" ma:root="true" ma:fieldsID="b4949caba3522dc1334578937f1765d1" ns2:_="" ns3:_="">
    <xsd:import namespace="02a6b923-811c-4f57-8cf3-8e04f73c5f51"/>
    <xsd:import namespace="64e039f4-51b5-4e2b-8eb0-5be9506eef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c89218323f0f405ca190bc6681295dd9" minOccurs="0"/>
                <xsd:element ref="ns3:TaxCatchAll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Action" minOccurs="0"/>
                <xsd:element ref="ns2:Client" minOccurs="0"/>
                <xsd:element ref="ns2:b9cb722f48604da2a4ed9855a06673f6" minOccurs="0"/>
                <xsd:element ref="ns2:Indust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6b923-811c-4f57-8cf3-8e04f73c5f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c89218323f0f405ca190bc6681295dd9" ma:index="12" nillable="true" ma:taxonomy="true" ma:internalName="c89218323f0f405ca190bc6681295dd9" ma:taxonomyFieldName="Tags" ma:displayName="Tags" ma:default="" ma:fieldId="{c8921832-3f0f-405c-a190-bc6681295dd9}" ma:sspId="ce777b1b-314e-4559-8ee3-bc85f5a6b9bc" ma:termSetId="8bd020a8-cf4e-4aeb-95f5-a7346536cc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ction" ma:index="17" nillable="true" ma:displayName="Product Lines" ma:format="Dropdown" ma:internalName="Action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Talent to Value"/>
                    <xsd:enumeration value="Assessments"/>
                    <xsd:enumeration value="Talent as a Service"/>
                    <xsd:enumeration value="Capability"/>
                    <xsd:enumeration value="Digital / SaaS"/>
                    <xsd:enumeration value="Test999"/>
                  </xsd:restriction>
                </xsd:simpleType>
              </xsd:element>
            </xsd:sequence>
          </xsd:extension>
        </xsd:complexContent>
      </xsd:complexType>
    </xsd:element>
    <xsd:element name="Client" ma:index="18" nillable="true" ma:displayName="Client" ma:format="Dropdown" ma:internalName="Client">
      <xsd:simpleType>
        <xsd:restriction base="dms:Text">
          <xsd:maxLength value="255"/>
        </xsd:restriction>
      </xsd:simpleType>
    </xsd:element>
    <xsd:element name="b9cb722f48604da2a4ed9855a06673f6" ma:index="20" nillable="true" ma:taxonomy="true" ma:internalName="b9cb722f48604da2a4ed9855a06673f6" ma:taxonomyFieldName="Tag_x0020_2" ma:displayName="Tag 2" ma:default="" ma:fieldId="{b9cb722f-4860-4da2-a4ed-9855a06673f6}" ma:taxonomyMulti="true" ma:sspId="ce777b1b-314e-4559-8ee3-bc85f5a6b9bc" ma:termSetId="88ca64d9-6aee-45e8-bacb-3a7ce8712e73" ma:anchorId="916e8b57-5cee-41aa-99ea-899a090aac89" ma:open="false" ma:isKeyword="false">
      <xsd:complexType>
        <xsd:sequence>
          <xsd:element ref="pc:Terms" minOccurs="0" maxOccurs="1"/>
        </xsd:sequence>
      </xsd:complexType>
    </xsd:element>
    <xsd:element name="Industry" ma:index="21" nillable="true" ma:displayName="Industry" ma:format="Dropdown" ma:internalName="Industry">
      <xsd:simpleType>
        <xsd:restriction base="dms:Choice">
          <xsd:enumeration value="Energy"/>
          <xsd:enumeration value="Industricals"/>
          <xsd:enumeration value="CPG"/>
          <xsd:enumeration value="Financial Services"/>
          <xsd:enumeration value="Health Care"/>
          <xsd:enumeration value="Pharma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e039f4-51b5-4e2b-8eb0-5be9506eefcc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7dcb756-3dce-4c71-8438-c93d66de9381}" ma:internalName="TaxCatchAll" ma:showField="CatchAllData" ma:web="64e039f4-51b5-4e2b-8eb0-5be9506eef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e039f4-51b5-4e2b-8eb0-5be9506eefcc">
      <Value>92</Value>
    </TaxCatchAll>
    <c89218323f0f405ca190bc6681295dd9 xmlns="02a6b923-811c-4f57-8cf3-8e04f73c5f51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Safe to Share</TermName>
          <TermId xmlns="http://schemas.microsoft.com/office/infopath/2007/PartnerControls">4a306f7e-8181-4f1b-81ea-83f49b41c2cf</TermId>
        </TermInfo>
      </Terms>
    </c89218323f0f405ca190bc6681295dd9>
    <Action xmlns="02a6b923-811c-4f57-8cf3-8e04f73c5f51" xsi:nil="true"/>
    <Client xmlns="02a6b923-811c-4f57-8cf3-8e04f73c5f51" xsi:nil="true"/>
    <b9cb722f48604da2a4ed9855a06673f6 xmlns="02a6b923-811c-4f57-8cf3-8e04f73c5f51">
      <Terms xmlns="http://schemas.microsoft.com/office/infopath/2007/PartnerControls"/>
    </b9cb722f48604da2a4ed9855a06673f6>
    <Industry xmlns="02a6b923-811c-4f57-8cf3-8e04f73c5f51" xsi:nil="true"/>
  </documentManagement>
</p:properties>
</file>

<file path=customXml/itemProps1.xml><?xml version="1.0" encoding="utf-8"?>
<ds:datastoreItem xmlns:ds="http://schemas.openxmlformats.org/officeDocument/2006/customXml" ds:itemID="{2F542ACF-65CC-4C7D-875C-E1973B8D72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5F6F8D7-41F3-4844-92DA-D2689CCC83EF}"/>
</file>

<file path=customXml/itemProps3.xml><?xml version="1.0" encoding="utf-8"?>
<ds:datastoreItem xmlns:ds="http://schemas.openxmlformats.org/officeDocument/2006/customXml" ds:itemID="{04CE5378-904A-43F8-AD5C-BD818EB87329}">
  <ds:schemaRefs>
    <ds:schemaRef ds:uri="http://purl.org/dc/elements/1.1/"/>
    <ds:schemaRef ds:uri="http://purl.org/dc/dcmitype/"/>
    <ds:schemaRef ds:uri="http://www.w3.org/XML/1998/namespace"/>
    <ds:schemaRef ds:uri="18f74f48-1418-4e28-b83e-919d446c4d52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2f5fc2af-da31-4fdd-bfe9-7f4a7c4af24a"/>
    <ds:schemaRef ds:uri="http://schemas.microsoft.com/office/2006/documentManagement/typ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2914</TotalTime>
  <Words>155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9" baseType="lpstr">
      <vt:lpstr>Arial</vt:lpstr>
      <vt:lpstr>Lato Light</vt:lpstr>
      <vt:lpstr>Helvetica Neue</vt:lpstr>
      <vt:lpstr>Calibri Light</vt:lpstr>
      <vt:lpstr>Roboto</vt:lpstr>
      <vt:lpstr>Calibri</vt:lpstr>
      <vt:lpstr>Lato</vt:lpstr>
      <vt:lpstr>Helvetica Neue Condensed</vt:lpstr>
      <vt:lpstr>Custom Design</vt:lpstr>
      <vt:lpstr>2_Custom Design</vt:lpstr>
      <vt:lpstr>1_Custom Design</vt:lpstr>
      <vt:lpstr>3_Custom Design</vt:lpstr>
      <vt:lpstr>1_Office Theme</vt:lpstr>
      <vt:lpstr>4_Custom Design</vt:lpstr>
      <vt:lpstr>5_Custom Design</vt:lpstr>
      <vt:lpstr>6_Custom Design</vt:lpstr>
      <vt:lpstr>7_Custom Design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CEO.works</dc:creator>
  <cp:lastModifiedBy>Cherilyn Vossberg</cp:lastModifiedBy>
  <cp:revision>26</cp:revision>
  <dcterms:created xsi:type="dcterms:W3CDTF">2022-06-17T16:06:13Z</dcterms:created>
  <dcterms:modified xsi:type="dcterms:W3CDTF">2023-01-31T18:36:11Z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2022-06-05T00:00:00Z</vt:filetime>
  </property>
  <property fmtid="{D5CDD505-2E9C-101B-9397-08002B2CF9AE}" pid="3" name="Creator">
    <vt:lpwstr>Acrobat PDFMaker 22 for PowerPoint</vt:lpwstr>
  </property>
  <property fmtid="{D5CDD505-2E9C-101B-9397-08002B2CF9AE}" pid="4" name="LastSaved">
    <vt:filetime>2022-06-17T00:00:00Z</vt:filetime>
  </property>
  <property fmtid="{D5CDD505-2E9C-101B-9397-08002B2CF9AE}" pid="5" name="ContentTypeId">
    <vt:lpwstr>0x0101003306885110A43B41904F5A1B7606ED26</vt:lpwstr>
  </property>
  <property fmtid="{D5CDD505-2E9C-101B-9397-08002B2CF9AE}" pid="6" name="MediaServiceImageTags">
    <vt:lpwstr/>
  </property>
  <property fmtid="{D5CDD505-2E9C-101B-9397-08002B2CF9AE}" pid="7" name="Tags">
    <vt:lpwstr>92;#Safe to Share|4a306f7e-8181-4f1b-81ea-83f49b41c2cf</vt:lpwstr>
  </property>
  <property fmtid="{D5CDD505-2E9C-101B-9397-08002B2CF9AE}" pid="8" name="Tag_x0020_2">
    <vt:lpwstr/>
  </property>
  <property fmtid="{D5CDD505-2E9C-101B-9397-08002B2CF9AE}" pid="9" name="Tag 2">
    <vt:lpwstr/>
  </property>
</Properties>
</file>