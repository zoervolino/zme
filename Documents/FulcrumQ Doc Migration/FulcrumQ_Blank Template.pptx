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4"/>
  </p:sldMasterIdLst>
  <p:notesMasterIdLst>
    <p:notesMasterId r:id="rId8"/>
  </p:notesMasterIdLst>
  <p:sldIdLst>
    <p:sldId id="341" r:id="rId5"/>
    <p:sldId id="337" r:id="rId6"/>
    <p:sldId id="33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0BDBC"/>
    <a:srgbClr val="F2F2F2"/>
    <a:srgbClr val="FF2D88"/>
    <a:srgbClr val="FFB546"/>
    <a:srgbClr val="02C27A"/>
    <a:srgbClr val="281A42"/>
    <a:srgbClr val="B3BCCB"/>
    <a:srgbClr val="ECF7FF"/>
    <a:srgbClr val="E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031"/>
    <p:restoredTop sz="94620"/>
  </p:normalViewPr>
  <p:slideViewPr>
    <p:cSldViewPr snapToGrid="0">
      <p:cViewPr varScale="1">
        <p:scale>
          <a:sx n="118" d="100"/>
          <a:sy n="118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1" name="Slide Number Placeholder 500">
            <a:extLst>
              <a:ext uri="{FF2B5EF4-FFF2-40B4-BE49-F238E27FC236}">
                <a16:creationId xmlns:a16="http://schemas.microsoft.com/office/drawing/2014/main" id="{F64C59E8-0C05-1EE7-1422-35EA379C0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ECEB5A-4764-A4C8-4433-9BF1B483A9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00">
            <a:extLst>
              <a:ext uri="{FF2B5EF4-FFF2-40B4-BE49-F238E27FC236}">
                <a16:creationId xmlns:a16="http://schemas.microsoft.com/office/drawing/2014/main" id="{8C55B153-91FB-A507-0C41-FBBD14524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23D4C1-2DE7-DC65-7870-6D889D30AB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00">
            <a:extLst>
              <a:ext uri="{FF2B5EF4-FFF2-40B4-BE49-F238E27FC236}">
                <a16:creationId xmlns:a16="http://schemas.microsoft.com/office/drawing/2014/main" id="{F703B259-AB85-A142-52EF-15F19B733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500">
            <a:extLst>
              <a:ext uri="{FF2B5EF4-FFF2-40B4-BE49-F238E27FC236}">
                <a16:creationId xmlns:a16="http://schemas.microsoft.com/office/drawing/2014/main" id="{0519CF5F-2C9C-260C-9CE8-365D1C21E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9" name="Slide Number Placeholder 500">
            <a:extLst>
              <a:ext uri="{FF2B5EF4-FFF2-40B4-BE49-F238E27FC236}">
                <a16:creationId xmlns:a16="http://schemas.microsoft.com/office/drawing/2014/main" id="{635F9AF3-5BA5-9249-9188-BB2AD266A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7" name="Slide Number Placeholder 500">
            <a:extLst>
              <a:ext uri="{FF2B5EF4-FFF2-40B4-BE49-F238E27FC236}">
                <a16:creationId xmlns:a16="http://schemas.microsoft.com/office/drawing/2014/main" id="{C18413E3-7E80-B77E-AE24-BCA6D8AD5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7" name="Slide Number Placeholder 500">
            <a:extLst>
              <a:ext uri="{FF2B5EF4-FFF2-40B4-BE49-F238E27FC236}">
                <a16:creationId xmlns:a16="http://schemas.microsoft.com/office/drawing/2014/main" id="{03497284-BA41-4617-8C2D-7B49D7E3D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9865-A895-09AE-43C0-37F7773A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73AF8-5204-40A4-770A-7F21F9C932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25960-BE04-3CA9-71FB-073F005849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3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0E87-29CC-94C0-B321-1DB57631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E8E8-C0AA-7843-A97C-F08F33CBAC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0235F-1A13-B398-7DB7-DF13259A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6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7D0620-C218-B189-2CB5-4D7EC79FE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38125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ulcrumQ Template" id="{D38898FA-E32C-4186-9E37-2928F97B155A}" vid="{E02F33A9-BBC1-43ED-A5B3-594EB3FE44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99B5F1AA76E1409B074F59C5A4E78F" ma:contentTypeVersion="3" ma:contentTypeDescription="Create a new document." ma:contentTypeScope="" ma:versionID="17ae01886e5b7901552ee84d1be6af41">
  <xsd:schema xmlns:xsd="http://www.w3.org/2001/XMLSchema" xmlns:xs="http://www.w3.org/2001/XMLSchema" xmlns:p="http://schemas.microsoft.com/office/2006/metadata/properties" xmlns:ns2="2fe38bb0-3761-4951-945d-2fe529390f00" targetNamespace="http://schemas.microsoft.com/office/2006/metadata/properties" ma:root="true" ma:fieldsID="114ff748220ca107f488bf3d8091c045" ns2:_="">
    <xsd:import namespace="2fe38bb0-3761-4951-945d-2fe529390f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38bb0-3761-4951-945d-2fe529390f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965E64-384A-486D-82EB-FE2D31AFC4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e38bb0-3761-4951-945d-2fe529390f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B3734-0357-4284-B4A4-6D2F7708B0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EBD274-71A0-44D5-9B86-804205C47EF1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01aef3e2-0657-496a-a7e1-9c9b9969ba5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FQ_Theme</Template>
  <TotalTime>1</TotalTime>
  <Words>1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Segoe UI</vt:lpstr>
      <vt:lpstr>FQ_Theme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 Yang</dc:creator>
  <cp:lastModifiedBy>Zoe Ervolino</cp:lastModifiedBy>
  <cp:revision>2</cp:revision>
  <dcterms:created xsi:type="dcterms:W3CDTF">2026-03-30T15:23:05Z</dcterms:created>
  <dcterms:modified xsi:type="dcterms:W3CDTF">2026-04-01T18:48:40Z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0x010100DD99B5F1AA76E1409B074F59C5A4E78F</vt:lpwstr>
  </property>
</Properties>
</file>