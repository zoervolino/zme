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0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2"/>
  </p:normalViewPr>
  <p:slideViewPr>
    <p:cSldViewPr snapToGrid="0">
      <p:cViewPr varScale="1">
        <p:scale>
          <a:sx n="96" d="100"/>
          <a:sy n="96" d="100"/>
        </p:scale>
        <p:origin x="2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CB939-40D0-7C6B-E581-24B9E400A9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432560"/>
            <a:ext cx="11340000" cy="4734559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F71117-4146-780D-BB34-90F43C814938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7A855D8E-7C99-F04C-568A-F3D00C3F9D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47C47C13-ABA9-A848-6895-50FBF0B207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F3394-203F-9BB3-143F-1A80C14393A6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DE5FF-8504-B0D1-F092-65F46BD0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4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896035"/>
            <a:ext cx="11340000" cy="4271084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31B712-A7C7-7F29-930C-FE7EB84DFE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D3D95-65CE-9FBD-239E-01AA9A4D95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8C3ACC-5762-07AE-11FB-8D1E7248EB64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8" name="Picture 7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A98BFA3-2F20-10B7-C5AC-DE794E181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9" name="Picture 8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6F1A5EFE-B2A0-264F-CAF8-7444E7A9E3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21CA53-B20E-B756-2CC4-0117F5D26C91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889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rma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A038C-8E37-C45A-8BB9-959FC12A5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77C29D-3988-5EC2-AB41-30A695E787DE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2D03D40-7915-C9C1-B0FF-7A948ADB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877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Content 2"/>
          <p:cNvSpPr>
            <a:spLocks noGrp="1"/>
          </p:cNvSpPr>
          <p:nvPr>
            <p:ph idx="1"/>
          </p:nvPr>
        </p:nvSpPr>
        <p:spPr>
          <a:xfrm>
            <a:off x="449884" y="1757563"/>
            <a:ext cx="5532116" cy="4300338"/>
          </a:xfrm>
        </p:spPr>
        <p:txBody>
          <a:bodyPr wrap="square" anchor="t">
            <a:normAutofit/>
          </a:bodyPr>
          <a:lstStyle>
            <a:lvl1pPr algn="l">
              <a:buNone/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Right Content 3"/>
          <p:cNvSpPr>
            <a:spLocks noGrp="1"/>
          </p:cNvSpPr>
          <p:nvPr>
            <p:ph idx="2"/>
          </p:nvPr>
        </p:nvSpPr>
        <p:spPr>
          <a:xfrm>
            <a:off x="6210116" y="1757563"/>
            <a:ext cx="5532232" cy="4300338"/>
          </a:xfrm>
        </p:spPr>
        <p:txBody>
          <a:bodyPr wrap="square" anchor="t">
            <a:normAutofit/>
          </a:bodyPr>
          <a:lstStyle>
            <a:lvl1pPr algn="l"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2E978E-0C78-1190-5275-F8171088B46C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3F1F1AA-4F36-C7F5-7E5E-B40C6A7D7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F087F54-05E0-A67F-BAF3-C1DE9C4D9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5BFBAC-9F48-0030-D806-6BA015C0DC89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3499149-967A-2257-B0F3-306164A29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A7D766-6CF5-681E-F33D-6F907563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336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1190A-B74E-E487-1DC2-72F58BE46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F0BC8C-3485-21E7-02FF-9026F617B760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5" name="Picture 4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3F37C0F-12F3-DE90-249D-5396F51F25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0" name="Picture 9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7A149E02-E49A-2448-0216-4F611C54AF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FA2E98-F16C-84DA-2B87-5E500F22D69A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434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&amp;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6A421C-37B1-BF93-AA9B-A9990BA66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D99FB-E696-F0E7-9EBF-6826B08B9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FB038F-6A1A-9FB9-2C1B-26E79800F9D1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C022F3AB-4CCD-BBD3-CCAD-E05ADC0492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166C6D1-783F-1170-9F73-0646E2BF5F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65DBAA-BED8-3142-B761-AB5A83D4EA85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4F2A19E-5FFA-D35A-51DA-A59745E6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995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000" y="6091333"/>
            <a:ext cx="2163449" cy="438912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3962" y="6209865"/>
            <a:ext cx="2516038" cy="3648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2DE936-EA9D-39D1-AE1D-26C6AD6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027020D-9A8D-38EE-18AF-E77D712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711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2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2000" y="6008469"/>
            <a:ext cx="2377440" cy="649574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6028" y="6191590"/>
            <a:ext cx="2516038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67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53714-7E88-0A1E-77F8-5CFA5432AF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36" y="5944623"/>
            <a:ext cx="1847486" cy="363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F94B0-322D-E03B-8CB1-00179193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060800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236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CDED-1082-96BE-134C-FC563EBD4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5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4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42" Type="http://schemas.openxmlformats.org/officeDocument/2006/relationships/image" Target="../media/image47.png"/><Relationship Id="rId47" Type="http://schemas.openxmlformats.org/officeDocument/2006/relationships/image" Target="../media/image52.png"/><Relationship Id="rId50" Type="http://schemas.openxmlformats.org/officeDocument/2006/relationships/image" Target="../media/image55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9" Type="http://schemas.openxmlformats.org/officeDocument/2006/relationships/image" Target="../media/image34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45" Type="http://schemas.openxmlformats.org/officeDocument/2006/relationships/image" Target="../media/image50.png"/><Relationship Id="rId53" Type="http://schemas.openxmlformats.org/officeDocument/2006/relationships/image" Target="../media/image58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4" Type="http://schemas.openxmlformats.org/officeDocument/2006/relationships/image" Target="../media/image49.png"/><Relationship Id="rId52" Type="http://schemas.openxmlformats.org/officeDocument/2006/relationships/image" Target="../media/image5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openxmlformats.org/officeDocument/2006/relationships/image" Target="../media/image53.png"/><Relationship Id="rId8" Type="http://schemas.openxmlformats.org/officeDocument/2006/relationships/image" Target="../media/image13.png"/><Relationship Id="rId51" Type="http://schemas.openxmlformats.org/officeDocument/2006/relationships/image" Target="../media/image56.png"/><Relationship Id="rId3" Type="http://schemas.openxmlformats.org/officeDocument/2006/relationships/image" Target="../media/image8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46" Type="http://schemas.openxmlformats.org/officeDocument/2006/relationships/image" Target="../media/image51.png"/><Relationship Id="rId20" Type="http://schemas.openxmlformats.org/officeDocument/2006/relationships/image" Target="../media/image25.png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4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 dirty="0">
                <a:latin typeface="Segoe UI" pitchFamily="34" charset="0"/>
              </a:rPr>
              <a:t>Icon collection</a:t>
            </a:r>
          </a:p>
        </p:txBody>
      </p:sp>
      <p:pic>
        <p:nvPicPr>
          <p:cNvPr id="3" name="Picture 2" descr="Role, talent, red">
            <a:extLst>
              <a:ext uri="{FF2B5EF4-FFF2-40B4-BE49-F238E27FC236}">
                <a16:creationId xmlns:a16="http://schemas.microsoft.com/office/drawing/2014/main" id="{992100BD-1B77-8748-A0C7-ED8DBE62F13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027365" y="1804622"/>
            <a:ext cx="720000" cy="720000"/>
          </a:xfrm>
          <a:prstGeom prst="rect">
            <a:avLst/>
          </a:prstGeom>
        </p:spPr>
      </p:pic>
      <p:pic>
        <p:nvPicPr>
          <p:cNvPr id="4" name="Picture 3" descr="Harnold, grey">
            <a:extLst>
              <a:ext uri="{FF2B5EF4-FFF2-40B4-BE49-F238E27FC236}">
                <a16:creationId xmlns:a16="http://schemas.microsoft.com/office/drawing/2014/main" id="{678B2AB4-1D2F-F24F-B3AD-12C7A614046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217197" y="1157960"/>
            <a:ext cx="720000" cy="720000"/>
          </a:xfrm>
          <a:prstGeom prst="rect">
            <a:avLst/>
          </a:prstGeom>
        </p:spPr>
      </p:pic>
      <p:pic>
        <p:nvPicPr>
          <p:cNvPr id="5" name="Picture 4" descr="Allocate">
            <a:extLst>
              <a:ext uri="{FF2B5EF4-FFF2-40B4-BE49-F238E27FC236}">
                <a16:creationId xmlns:a16="http://schemas.microsoft.com/office/drawing/2014/main" id="{4B74D363-5C01-9743-8192-B1CE1BA7EF2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232548" y="1132592"/>
            <a:ext cx="720000" cy="720000"/>
          </a:xfrm>
          <a:prstGeom prst="rect">
            <a:avLst/>
          </a:prstGeom>
        </p:spPr>
      </p:pic>
      <p:pic>
        <p:nvPicPr>
          <p:cNvPr id="6" name="Picture 5" descr="Mobilize">
            <a:extLst>
              <a:ext uri="{FF2B5EF4-FFF2-40B4-BE49-F238E27FC236}">
                <a16:creationId xmlns:a16="http://schemas.microsoft.com/office/drawing/2014/main" id="{C422D609-3C8D-4E4E-8EE4-E2EFF977F3A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747365" y="1784864"/>
            <a:ext cx="720000" cy="720000"/>
          </a:xfrm>
          <a:prstGeom prst="rect">
            <a:avLst/>
          </a:prstGeom>
        </p:spPr>
      </p:pic>
      <p:pic>
        <p:nvPicPr>
          <p:cNvPr id="7" name="Picture 6" descr="Hotspots">
            <a:extLst>
              <a:ext uri="{FF2B5EF4-FFF2-40B4-BE49-F238E27FC236}">
                <a16:creationId xmlns:a16="http://schemas.microsoft.com/office/drawing/2014/main" id="{FC8188B0-BE9A-B04C-B5A2-A7DD6AFE1A5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231268" y="1804622"/>
            <a:ext cx="720000" cy="720000"/>
          </a:xfrm>
          <a:prstGeom prst="rect">
            <a:avLst/>
          </a:prstGeom>
        </p:spPr>
      </p:pic>
      <p:pic>
        <p:nvPicPr>
          <p:cNvPr id="8" name="Picture 7" descr="Mobilize">
            <a:extLst>
              <a:ext uri="{FF2B5EF4-FFF2-40B4-BE49-F238E27FC236}">
                <a16:creationId xmlns:a16="http://schemas.microsoft.com/office/drawing/2014/main" id="{19FC2C36-2C91-AD42-AB82-1114E3CC196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33466" y="1825416"/>
            <a:ext cx="720000" cy="720000"/>
          </a:xfrm>
          <a:prstGeom prst="rect">
            <a:avLst/>
          </a:prstGeom>
        </p:spPr>
      </p:pic>
      <p:pic>
        <p:nvPicPr>
          <p:cNvPr id="9" name="Picture 8" descr="Identify critical roles">
            <a:extLst>
              <a:ext uri="{FF2B5EF4-FFF2-40B4-BE49-F238E27FC236}">
                <a16:creationId xmlns:a16="http://schemas.microsoft.com/office/drawing/2014/main" id="{A820A6AA-ADD6-8C40-B9C3-D8C23E41503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826363" y="1829773"/>
            <a:ext cx="720000" cy="720000"/>
          </a:xfrm>
          <a:prstGeom prst="rect">
            <a:avLst/>
          </a:prstGeom>
        </p:spPr>
      </p:pic>
      <p:pic>
        <p:nvPicPr>
          <p:cNvPr id="10" name="Picture 9" descr="Talent to Value, black">
            <a:extLst>
              <a:ext uri="{FF2B5EF4-FFF2-40B4-BE49-F238E27FC236}">
                <a16:creationId xmlns:a16="http://schemas.microsoft.com/office/drawing/2014/main" id="{98947B65-732D-FE41-8BD3-8360E5DF8E7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00999" y="1817535"/>
            <a:ext cx="720000" cy="720000"/>
          </a:xfrm>
          <a:prstGeom prst="rect">
            <a:avLst/>
          </a:prstGeom>
        </p:spPr>
      </p:pic>
      <p:pic>
        <p:nvPicPr>
          <p:cNvPr id="11" name="Picture 10" descr="Work">
            <a:extLst>
              <a:ext uri="{FF2B5EF4-FFF2-40B4-BE49-F238E27FC236}">
                <a16:creationId xmlns:a16="http://schemas.microsoft.com/office/drawing/2014/main" id="{AEFA576D-C3F6-B645-9507-CFF1AE16ECA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87371" y="1808482"/>
            <a:ext cx="720000" cy="720000"/>
          </a:xfrm>
          <a:prstGeom prst="rect">
            <a:avLst/>
          </a:prstGeom>
        </p:spPr>
      </p:pic>
      <p:pic>
        <p:nvPicPr>
          <p:cNvPr id="12" name="Picture 11" descr="JTBD Key Work">
            <a:extLst>
              <a:ext uri="{FF2B5EF4-FFF2-40B4-BE49-F238E27FC236}">
                <a16:creationId xmlns:a16="http://schemas.microsoft.com/office/drawing/2014/main" id="{FFE4104D-4A75-D041-AE6B-5D65BAA2C785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573473" y="1097535"/>
            <a:ext cx="720000" cy="720000"/>
          </a:xfrm>
          <a:prstGeom prst="rect">
            <a:avLst/>
          </a:prstGeom>
        </p:spPr>
      </p:pic>
      <p:pic>
        <p:nvPicPr>
          <p:cNvPr id="13" name="Picture 12" descr="JTBD Measures">
            <a:extLst>
              <a:ext uri="{FF2B5EF4-FFF2-40B4-BE49-F238E27FC236}">
                <a16:creationId xmlns:a16="http://schemas.microsoft.com/office/drawing/2014/main" id="{7149D4C3-FD35-4642-9EE6-446998B2411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864199" y="1167648"/>
            <a:ext cx="720000" cy="720000"/>
          </a:xfrm>
          <a:prstGeom prst="rect">
            <a:avLst/>
          </a:prstGeom>
        </p:spPr>
      </p:pic>
      <p:pic>
        <p:nvPicPr>
          <p:cNvPr id="14" name="Picture 13" descr="JTBD Outcomes">
            <a:extLst>
              <a:ext uri="{FF2B5EF4-FFF2-40B4-BE49-F238E27FC236}">
                <a16:creationId xmlns:a16="http://schemas.microsoft.com/office/drawing/2014/main" id="{ABCAE5C3-F527-AE40-BAB9-65E12C22D5A7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144199" y="1132592"/>
            <a:ext cx="720000" cy="720000"/>
          </a:xfrm>
          <a:prstGeom prst="rect">
            <a:avLst/>
          </a:prstGeom>
        </p:spPr>
      </p:pic>
      <p:pic>
        <p:nvPicPr>
          <p:cNvPr id="15" name="Picture 14" descr="Precision sequencing">
            <a:extLst>
              <a:ext uri="{FF2B5EF4-FFF2-40B4-BE49-F238E27FC236}">
                <a16:creationId xmlns:a16="http://schemas.microsoft.com/office/drawing/2014/main" id="{BA49AFFB-503D-0847-AC88-D23851F47A81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449994" y="1167648"/>
            <a:ext cx="720000" cy="720000"/>
          </a:xfrm>
          <a:prstGeom prst="rect">
            <a:avLst/>
          </a:prstGeom>
        </p:spPr>
      </p:pic>
      <p:pic>
        <p:nvPicPr>
          <p:cNvPr id="16" name="Picture 15" descr="Activity">
            <a:extLst>
              <a:ext uri="{FF2B5EF4-FFF2-40B4-BE49-F238E27FC236}">
                <a16:creationId xmlns:a16="http://schemas.microsoft.com/office/drawing/2014/main" id="{DF047879-347B-7144-B209-F6EDE1EB44A0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230497" y="1157960"/>
            <a:ext cx="720000" cy="720000"/>
          </a:xfrm>
          <a:prstGeom prst="rect">
            <a:avLst/>
          </a:prstGeom>
        </p:spPr>
      </p:pic>
      <p:pic>
        <p:nvPicPr>
          <p:cNvPr id="17" name="Picture 16" descr="Bend the Curve">
            <a:extLst>
              <a:ext uri="{FF2B5EF4-FFF2-40B4-BE49-F238E27FC236}">
                <a16:creationId xmlns:a16="http://schemas.microsoft.com/office/drawing/2014/main" id="{5C530EF0-4565-A647-84AF-09ED493E64D0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009994" y="1157960"/>
            <a:ext cx="720000" cy="720000"/>
          </a:xfrm>
          <a:prstGeom prst="rect">
            <a:avLst/>
          </a:prstGeom>
        </p:spPr>
      </p:pic>
      <p:pic>
        <p:nvPicPr>
          <p:cNvPr id="18" name="Picture 17" descr="Location, coordinates">
            <a:extLst>
              <a:ext uri="{FF2B5EF4-FFF2-40B4-BE49-F238E27FC236}">
                <a16:creationId xmlns:a16="http://schemas.microsoft.com/office/drawing/2014/main" id="{9BEC2AAE-E2B5-E04B-9DFE-AE73840E7BEE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671503" y="1164000"/>
            <a:ext cx="720000" cy="720000"/>
          </a:xfrm>
          <a:prstGeom prst="rect">
            <a:avLst/>
          </a:prstGeom>
        </p:spPr>
      </p:pic>
      <p:pic>
        <p:nvPicPr>
          <p:cNvPr id="19" name="Picture 18" descr="Seams">
            <a:extLst>
              <a:ext uri="{FF2B5EF4-FFF2-40B4-BE49-F238E27FC236}">
                <a16:creationId xmlns:a16="http://schemas.microsoft.com/office/drawing/2014/main" id="{129B9FDD-5F26-8748-88D5-AF8BB79A0790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51000" y="1157960"/>
            <a:ext cx="720000" cy="720000"/>
          </a:xfrm>
          <a:prstGeom prst="rect">
            <a:avLst/>
          </a:prstGeom>
        </p:spPr>
      </p:pic>
      <p:pic>
        <p:nvPicPr>
          <p:cNvPr id="20" name="Picture 19" descr="Transform">
            <a:extLst>
              <a:ext uri="{FF2B5EF4-FFF2-40B4-BE49-F238E27FC236}">
                <a16:creationId xmlns:a16="http://schemas.microsoft.com/office/drawing/2014/main" id="{E1CB45DD-7467-0644-BCBA-D88C6682AFC0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962229" y="1164000"/>
            <a:ext cx="720000" cy="720000"/>
          </a:xfrm>
          <a:prstGeom prst="rect">
            <a:avLst/>
          </a:prstGeom>
        </p:spPr>
      </p:pic>
      <p:pic>
        <p:nvPicPr>
          <p:cNvPr id="21" name="Picture 20" descr="Value Agenda capital">
            <a:extLst>
              <a:ext uri="{FF2B5EF4-FFF2-40B4-BE49-F238E27FC236}">
                <a16:creationId xmlns:a16="http://schemas.microsoft.com/office/drawing/2014/main" id="{EC2FE7C9-D9FC-9F4D-B240-9F44C2145A54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722423" y="1164447"/>
            <a:ext cx="720000" cy="720000"/>
          </a:xfrm>
          <a:prstGeom prst="rect">
            <a:avLst/>
          </a:prstGeom>
        </p:spPr>
      </p:pic>
      <p:pic>
        <p:nvPicPr>
          <p:cNvPr id="22" name="Picture 21" descr="Harnold, red">
            <a:extLst>
              <a:ext uri="{FF2B5EF4-FFF2-40B4-BE49-F238E27FC236}">
                <a16:creationId xmlns:a16="http://schemas.microsoft.com/office/drawing/2014/main" id="{366556DD-0310-2C41-B8AE-6CEE8A51A5E5}"/>
              </a:ext>
            </a:extLst>
          </p:cNvPr>
          <p:cNvPicPr>
            <a:picLocks noChangeAspect="1"/>
          </p:cNvPicPr>
          <p:nvPr/>
        </p:nvPicPr>
        <p:blipFill>
          <a:blip r:embed="rId2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43681" y="1164000"/>
            <a:ext cx="720000" cy="720000"/>
          </a:xfrm>
          <a:prstGeom prst="rect">
            <a:avLst/>
          </a:prstGeom>
        </p:spPr>
      </p:pic>
      <p:pic>
        <p:nvPicPr>
          <p:cNvPr id="23" name="Picture 22" descr="Value Agenda Plans">
            <a:extLst>
              <a:ext uri="{FF2B5EF4-FFF2-40B4-BE49-F238E27FC236}">
                <a16:creationId xmlns:a16="http://schemas.microsoft.com/office/drawing/2014/main" id="{B25D6F75-18C4-8246-8118-D10A5BDBF1A4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823681" y="1164000"/>
            <a:ext cx="720000" cy="720000"/>
          </a:xfrm>
          <a:prstGeom prst="rect">
            <a:avLst/>
          </a:prstGeom>
        </p:spPr>
      </p:pic>
      <p:pic>
        <p:nvPicPr>
          <p:cNvPr id="24" name="Picture 23" descr="Talent">
            <a:extLst>
              <a:ext uri="{FF2B5EF4-FFF2-40B4-BE49-F238E27FC236}">
                <a16:creationId xmlns:a16="http://schemas.microsoft.com/office/drawing/2014/main" id="{34A16E6A-9BE1-B443-9E15-84C54B0715CB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03681" y="1164000"/>
            <a:ext cx="720000" cy="720000"/>
          </a:xfrm>
          <a:prstGeom prst="rect">
            <a:avLst/>
          </a:prstGeom>
        </p:spPr>
      </p:pic>
      <p:pic>
        <p:nvPicPr>
          <p:cNvPr id="25" name="Picture 24" descr="Group of people, team">
            <a:extLst>
              <a:ext uri="{FF2B5EF4-FFF2-40B4-BE49-F238E27FC236}">
                <a16:creationId xmlns:a16="http://schemas.microsoft.com/office/drawing/2014/main" id="{B0B02E35-D76F-7546-BFAC-B5817F680435}"/>
              </a:ext>
            </a:extLst>
          </p:cNvPr>
          <p:cNvPicPr>
            <a:picLocks noChangeAspect="1"/>
          </p:cNvPicPr>
          <p:nvPr/>
        </p:nvPicPr>
        <p:blipFill>
          <a:blip r:embed="rId2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83681" y="1164000"/>
            <a:ext cx="720000" cy="720000"/>
          </a:xfrm>
          <a:prstGeom prst="rect">
            <a:avLst/>
          </a:prstGeom>
        </p:spPr>
      </p:pic>
      <p:pic>
        <p:nvPicPr>
          <p:cNvPr id="26" name="Picture 25" descr="Bend the Curve">
            <a:extLst>
              <a:ext uri="{FF2B5EF4-FFF2-40B4-BE49-F238E27FC236}">
                <a16:creationId xmlns:a16="http://schemas.microsoft.com/office/drawing/2014/main" id="{A9C9F0D1-D8E6-B64B-8634-8A311A751046}"/>
              </a:ext>
            </a:extLst>
          </p:cNvPr>
          <p:cNvPicPr>
            <a:picLocks noChangeAspect="1"/>
          </p:cNvPicPr>
          <p:nvPr/>
        </p:nvPicPr>
        <p:blipFill>
          <a:blip r:embed="rId2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30819" y="3909637"/>
            <a:ext cx="648000" cy="648000"/>
          </a:xfrm>
          <a:prstGeom prst="rect">
            <a:avLst/>
          </a:prstGeom>
        </p:spPr>
      </p:pic>
      <p:pic>
        <p:nvPicPr>
          <p:cNvPr id="28" name="Picture 27" descr="Decide">
            <a:extLst>
              <a:ext uri="{FF2B5EF4-FFF2-40B4-BE49-F238E27FC236}">
                <a16:creationId xmlns:a16="http://schemas.microsoft.com/office/drawing/2014/main" id="{724EDB70-01E3-994F-A09B-9EC95AD6834D}"/>
              </a:ext>
            </a:extLst>
          </p:cNvPr>
          <p:cNvPicPr>
            <a:picLocks noChangeAspect="1"/>
          </p:cNvPicPr>
          <p:nvPr/>
        </p:nvPicPr>
        <p:blipFill>
          <a:blip r:embed="rId2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98511" y="3192165"/>
            <a:ext cx="648000" cy="648000"/>
          </a:xfrm>
          <a:prstGeom prst="rect">
            <a:avLst/>
          </a:prstGeom>
        </p:spPr>
      </p:pic>
      <p:pic>
        <p:nvPicPr>
          <p:cNvPr id="29" name="Picture 28" descr="Harnold, grey role">
            <a:extLst>
              <a:ext uri="{FF2B5EF4-FFF2-40B4-BE49-F238E27FC236}">
                <a16:creationId xmlns:a16="http://schemas.microsoft.com/office/drawing/2014/main" id="{7632DC1F-9D5D-8C41-8170-4530063F3EF3}"/>
              </a:ext>
            </a:extLst>
          </p:cNvPr>
          <p:cNvPicPr>
            <a:picLocks noChangeAspect="1"/>
          </p:cNvPicPr>
          <p:nvPr/>
        </p:nvPicPr>
        <p:blipFill>
          <a:blip r:embed="rId2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70910" y="3201935"/>
            <a:ext cx="648000" cy="648000"/>
          </a:xfrm>
          <a:prstGeom prst="rect">
            <a:avLst/>
          </a:prstGeom>
        </p:spPr>
      </p:pic>
      <p:pic>
        <p:nvPicPr>
          <p:cNvPr id="30" name="Picture 29" descr="Tables">
            <a:extLst>
              <a:ext uri="{FF2B5EF4-FFF2-40B4-BE49-F238E27FC236}">
                <a16:creationId xmlns:a16="http://schemas.microsoft.com/office/drawing/2014/main" id="{F0F7AD99-9C4A-3440-8C09-6ADFFD5DBA55}"/>
              </a:ext>
            </a:extLst>
          </p:cNvPr>
          <p:cNvPicPr>
            <a:picLocks noChangeAspect="1"/>
          </p:cNvPicPr>
          <p:nvPr/>
        </p:nvPicPr>
        <p:blipFill>
          <a:blip r:embed="rId2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234691" y="3197433"/>
            <a:ext cx="648000" cy="648000"/>
          </a:xfrm>
          <a:prstGeom prst="rect">
            <a:avLst/>
          </a:prstGeom>
        </p:spPr>
      </p:pic>
      <p:pic>
        <p:nvPicPr>
          <p:cNvPr id="31" name="Picture 30" descr="Talent to Value">
            <a:extLst>
              <a:ext uri="{FF2B5EF4-FFF2-40B4-BE49-F238E27FC236}">
                <a16:creationId xmlns:a16="http://schemas.microsoft.com/office/drawing/2014/main" id="{07E22311-DAE4-F345-8661-655C75430D66}"/>
              </a:ext>
            </a:extLst>
          </p:cNvPr>
          <p:cNvPicPr>
            <a:picLocks noChangeAspect="1"/>
          </p:cNvPicPr>
          <p:nvPr/>
        </p:nvPicPr>
        <p:blipFill>
          <a:blip r:embed="rId2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78318" y="3172919"/>
            <a:ext cx="720000" cy="720000"/>
          </a:xfrm>
          <a:prstGeom prst="rect">
            <a:avLst/>
          </a:prstGeom>
        </p:spPr>
      </p:pic>
      <p:pic>
        <p:nvPicPr>
          <p:cNvPr id="32" name="Picture 31" descr="The Click Process">
            <a:extLst>
              <a:ext uri="{FF2B5EF4-FFF2-40B4-BE49-F238E27FC236}">
                <a16:creationId xmlns:a16="http://schemas.microsoft.com/office/drawing/2014/main" id="{A3429756-FA9B-A242-B6B5-BBF0F7C6170F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009994" y="3806546"/>
            <a:ext cx="3417677" cy="648000"/>
          </a:xfrm>
          <a:prstGeom prst="rect">
            <a:avLst/>
          </a:prstGeom>
        </p:spPr>
      </p:pic>
      <p:pic>
        <p:nvPicPr>
          <p:cNvPr id="33" name="Picture 32" descr="The Click">
            <a:extLst>
              <a:ext uri="{FF2B5EF4-FFF2-40B4-BE49-F238E27FC236}">
                <a16:creationId xmlns:a16="http://schemas.microsoft.com/office/drawing/2014/main" id="{297A0AEB-DCCD-B443-AABF-84C767698826}"/>
              </a:ext>
            </a:extLst>
          </p:cNvPr>
          <p:cNvPicPr>
            <a:picLocks noChangeAspect="1"/>
          </p:cNvPicPr>
          <p:nvPr/>
        </p:nvPicPr>
        <p:blipFill>
          <a:blip r:embed="rId3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890317" y="3201935"/>
            <a:ext cx="648000" cy="648000"/>
          </a:xfrm>
          <a:prstGeom prst="rect">
            <a:avLst/>
          </a:prstGeom>
        </p:spPr>
      </p:pic>
      <p:pic>
        <p:nvPicPr>
          <p:cNvPr id="34" name="Picture 33" descr="The Code">
            <a:extLst>
              <a:ext uri="{FF2B5EF4-FFF2-40B4-BE49-F238E27FC236}">
                <a16:creationId xmlns:a16="http://schemas.microsoft.com/office/drawing/2014/main" id="{71BA32DC-9DED-6D4C-842E-409EF2EFC94B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885495" y="3915074"/>
            <a:ext cx="648000" cy="648000"/>
          </a:xfrm>
          <a:prstGeom prst="rect">
            <a:avLst/>
          </a:prstGeom>
        </p:spPr>
      </p:pic>
      <p:pic>
        <p:nvPicPr>
          <p:cNvPr id="35" name="Picture 34" descr="The List">
            <a:extLst>
              <a:ext uri="{FF2B5EF4-FFF2-40B4-BE49-F238E27FC236}">
                <a16:creationId xmlns:a16="http://schemas.microsoft.com/office/drawing/2014/main" id="{1682B4CF-4551-944D-8300-20B5519F02A2}"/>
              </a:ext>
            </a:extLst>
          </p:cNvPr>
          <p:cNvPicPr>
            <a:picLocks noChangeAspect="1"/>
          </p:cNvPicPr>
          <p:nvPr/>
        </p:nvPicPr>
        <p:blipFill>
          <a:blip r:embed="rId3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466601" y="3203520"/>
            <a:ext cx="648000" cy="648000"/>
          </a:xfrm>
          <a:prstGeom prst="rect">
            <a:avLst/>
          </a:prstGeom>
        </p:spPr>
      </p:pic>
      <p:pic>
        <p:nvPicPr>
          <p:cNvPr id="36" name="Picture 35" descr="Mobilization">
            <a:extLst>
              <a:ext uri="{FF2B5EF4-FFF2-40B4-BE49-F238E27FC236}">
                <a16:creationId xmlns:a16="http://schemas.microsoft.com/office/drawing/2014/main" id="{52490231-3477-2A4B-A278-8FCD7083F0B0}"/>
              </a:ext>
            </a:extLst>
          </p:cNvPr>
          <p:cNvPicPr>
            <a:picLocks noChangeAspect="1"/>
          </p:cNvPicPr>
          <p:nvPr/>
        </p:nvPicPr>
        <p:blipFill>
          <a:blip r:embed="rId3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8318" y="3901248"/>
            <a:ext cx="648000" cy="648000"/>
          </a:xfrm>
          <a:prstGeom prst="rect">
            <a:avLst/>
          </a:prstGeom>
        </p:spPr>
      </p:pic>
      <p:sp>
        <p:nvSpPr>
          <p:cNvPr id="37" name="Title 2">
            <a:extLst>
              <a:ext uri="{FF2B5EF4-FFF2-40B4-BE49-F238E27FC236}">
                <a16:creationId xmlns:a16="http://schemas.microsoft.com/office/drawing/2014/main" id="{1AC0DCEB-107D-9948-9468-C85D5C39B0EB}"/>
              </a:ext>
            </a:extLst>
          </p:cNvPr>
          <p:cNvSpPr txBox="1">
            <a:spLocks/>
          </p:cNvSpPr>
          <p:nvPr/>
        </p:nvSpPr>
        <p:spPr>
          <a:xfrm>
            <a:off x="7010257" y="3125741"/>
            <a:ext cx="5195725" cy="402747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 sz="2400" i="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 Light" panose="02000403000000020004" pitchFamily="2" charset="0"/>
                <a:cs typeface="Lato Light" panose="020F04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25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 Light" panose="02000403000000020004" pitchFamily="2" charset="0"/>
                <a:cs typeface="+mj-cs"/>
              </a:rPr>
              <a:t>THE CLICK PROCESS</a:t>
            </a:r>
          </a:p>
        </p:txBody>
      </p:sp>
      <p:pic>
        <p:nvPicPr>
          <p:cNvPr id="38" name="Picture 37" descr="Allocate">
            <a:extLst>
              <a:ext uri="{FF2B5EF4-FFF2-40B4-BE49-F238E27FC236}">
                <a16:creationId xmlns:a16="http://schemas.microsoft.com/office/drawing/2014/main" id="{D6552E8E-0C0E-0646-9A04-62B593E1F357}"/>
              </a:ext>
            </a:extLst>
          </p:cNvPr>
          <p:cNvPicPr>
            <a:picLocks noChangeAspect="1"/>
          </p:cNvPicPr>
          <p:nvPr/>
        </p:nvPicPr>
        <p:blipFill>
          <a:blip r:embed="rId3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456202" y="3765570"/>
            <a:ext cx="900000" cy="900000"/>
          </a:xfrm>
          <a:prstGeom prst="rect">
            <a:avLst/>
          </a:prstGeom>
        </p:spPr>
      </p:pic>
      <p:pic>
        <p:nvPicPr>
          <p:cNvPr id="39" name="Picture 38" descr="Choose">
            <a:extLst>
              <a:ext uri="{FF2B5EF4-FFF2-40B4-BE49-F238E27FC236}">
                <a16:creationId xmlns:a16="http://schemas.microsoft.com/office/drawing/2014/main" id="{ECCC517F-CAA4-064D-8873-0198580BA6C3}"/>
              </a:ext>
            </a:extLst>
          </p:cNvPr>
          <p:cNvPicPr>
            <a:picLocks noChangeAspect="1"/>
          </p:cNvPicPr>
          <p:nvPr/>
        </p:nvPicPr>
        <p:blipFill>
          <a:blip r:embed="rId3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309974" y="3862066"/>
            <a:ext cx="900000" cy="900000"/>
          </a:xfrm>
          <a:prstGeom prst="rect">
            <a:avLst/>
          </a:prstGeom>
        </p:spPr>
      </p:pic>
      <p:pic>
        <p:nvPicPr>
          <p:cNvPr id="40" name="Picture 39" descr="ID Critical Roles">
            <a:extLst>
              <a:ext uri="{FF2B5EF4-FFF2-40B4-BE49-F238E27FC236}">
                <a16:creationId xmlns:a16="http://schemas.microsoft.com/office/drawing/2014/main" id="{5001DD04-D127-284C-8BB6-A2DED9365419}"/>
              </a:ext>
            </a:extLst>
          </p:cNvPr>
          <p:cNvPicPr>
            <a:picLocks noChangeAspect="1"/>
          </p:cNvPicPr>
          <p:nvPr/>
        </p:nvPicPr>
        <p:blipFill>
          <a:blip r:embed="rId3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517493" y="1817535"/>
            <a:ext cx="720000" cy="720000"/>
          </a:xfrm>
          <a:prstGeom prst="rect">
            <a:avLst/>
          </a:prstGeom>
        </p:spPr>
      </p:pic>
      <p:pic>
        <p:nvPicPr>
          <p:cNvPr id="41" name="Picture 40" descr="Connect roles and talent">
            <a:extLst>
              <a:ext uri="{FF2B5EF4-FFF2-40B4-BE49-F238E27FC236}">
                <a16:creationId xmlns:a16="http://schemas.microsoft.com/office/drawing/2014/main" id="{2EC46ADC-EBEB-1D44-BA0F-6398F3357F7C}"/>
              </a:ext>
            </a:extLst>
          </p:cNvPr>
          <p:cNvPicPr>
            <a:picLocks noChangeAspect="1"/>
          </p:cNvPicPr>
          <p:nvPr/>
        </p:nvPicPr>
        <p:blipFill>
          <a:blip r:embed="rId3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86618" y="3769695"/>
            <a:ext cx="1007999" cy="1007999"/>
          </a:xfrm>
          <a:prstGeom prst="rect">
            <a:avLst/>
          </a:prstGeom>
        </p:spPr>
      </p:pic>
      <p:pic>
        <p:nvPicPr>
          <p:cNvPr id="42" name="Picture 41" descr="Identify Critical Roles">
            <a:extLst>
              <a:ext uri="{FF2B5EF4-FFF2-40B4-BE49-F238E27FC236}">
                <a16:creationId xmlns:a16="http://schemas.microsoft.com/office/drawing/2014/main" id="{D86E2BA5-80AA-5148-8E23-6C2471C170C1}"/>
              </a:ext>
            </a:extLst>
          </p:cNvPr>
          <p:cNvPicPr>
            <a:picLocks noChangeAspect="1"/>
          </p:cNvPicPr>
          <p:nvPr/>
        </p:nvPicPr>
        <p:blipFill>
          <a:blip r:embed="rId3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03580" y="4503405"/>
            <a:ext cx="1007999" cy="1007999"/>
          </a:xfrm>
          <a:prstGeom prst="rect">
            <a:avLst/>
          </a:prstGeom>
        </p:spPr>
      </p:pic>
      <p:pic>
        <p:nvPicPr>
          <p:cNvPr id="43" name="Picture 42" descr="Illuminate the Value Agenda">
            <a:extLst>
              <a:ext uri="{FF2B5EF4-FFF2-40B4-BE49-F238E27FC236}">
                <a16:creationId xmlns:a16="http://schemas.microsoft.com/office/drawing/2014/main" id="{E2E9A8E4-429D-2442-A2E9-34BF4260A2E0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2911" y="4488947"/>
            <a:ext cx="1007999" cy="1007999"/>
          </a:xfrm>
          <a:prstGeom prst="rect">
            <a:avLst/>
          </a:prstGeom>
        </p:spPr>
      </p:pic>
      <p:pic>
        <p:nvPicPr>
          <p:cNvPr id="44" name="Picture 43" descr="Sequence DNA">
            <a:extLst>
              <a:ext uri="{FF2B5EF4-FFF2-40B4-BE49-F238E27FC236}">
                <a16:creationId xmlns:a16="http://schemas.microsoft.com/office/drawing/2014/main" id="{DBEA903D-E054-5C4D-B877-77F0935DC530}"/>
              </a:ext>
            </a:extLst>
          </p:cNvPr>
          <p:cNvPicPr>
            <a:picLocks noChangeAspect="1"/>
          </p:cNvPicPr>
          <p:nvPr/>
        </p:nvPicPr>
        <p:blipFill>
          <a:blip r:embed="rId4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846581" y="3109797"/>
            <a:ext cx="1007999" cy="1007999"/>
          </a:xfrm>
          <a:prstGeom prst="rect">
            <a:avLst/>
          </a:prstGeom>
        </p:spPr>
      </p:pic>
      <p:pic>
        <p:nvPicPr>
          <p:cNvPr id="45" name="Picture 44" descr="Lightbulb, concept immersion">
            <a:extLst>
              <a:ext uri="{FF2B5EF4-FFF2-40B4-BE49-F238E27FC236}">
                <a16:creationId xmlns:a16="http://schemas.microsoft.com/office/drawing/2014/main" id="{A7022A98-EB14-BC4F-9F1A-9E06789718FA}"/>
              </a:ext>
            </a:extLst>
          </p:cNvPr>
          <p:cNvPicPr>
            <a:picLocks noChangeAspect="1"/>
          </p:cNvPicPr>
          <p:nvPr/>
        </p:nvPicPr>
        <p:blipFill>
          <a:blip r:embed="rId4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84455" y="4466049"/>
            <a:ext cx="1007999" cy="1007999"/>
          </a:xfrm>
          <a:prstGeom prst="rect">
            <a:avLst/>
          </a:prstGeom>
        </p:spPr>
      </p:pic>
      <p:pic>
        <p:nvPicPr>
          <p:cNvPr id="46" name="Picture 45" descr="Icon&#10;&#10;Description automatically generated">
            <a:extLst>
              <a:ext uri="{FF2B5EF4-FFF2-40B4-BE49-F238E27FC236}">
                <a16:creationId xmlns:a16="http://schemas.microsoft.com/office/drawing/2014/main" id="{4BCEF49E-6DF3-2848-A70E-FE4B2EC05801}"/>
              </a:ext>
            </a:extLst>
          </p:cNvPr>
          <p:cNvPicPr>
            <a:picLocks noChangeAspect="1"/>
          </p:cNvPicPr>
          <p:nvPr/>
        </p:nvPicPr>
        <p:blipFill>
          <a:blip r:embed="rId4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398009" y="4454546"/>
            <a:ext cx="1007999" cy="1007999"/>
          </a:xfrm>
          <a:prstGeom prst="rect">
            <a:avLst/>
          </a:prstGeom>
        </p:spPr>
      </p:pic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B40F25B6-A4E7-A247-8037-F35FB4294865}"/>
              </a:ext>
            </a:extLst>
          </p:cNvPr>
          <p:cNvPicPr>
            <a:picLocks noChangeAspect="1"/>
          </p:cNvPicPr>
          <p:nvPr/>
        </p:nvPicPr>
        <p:blipFill>
          <a:blip r:embed="rId4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874598" y="4521956"/>
            <a:ext cx="1007999" cy="1007999"/>
          </a:xfrm>
          <a:prstGeom prst="rect">
            <a:avLst/>
          </a:prstGeom>
        </p:spPr>
      </p:pic>
      <p:pic>
        <p:nvPicPr>
          <p:cNvPr id="48" name="Picture 47" descr="A picture containing shape&#10;&#10;Description automatically generated">
            <a:extLst>
              <a:ext uri="{FF2B5EF4-FFF2-40B4-BE49-F238E27FC236}">
                <a16:creationId xmlns:a16="http://schemas.microsoft.com/office/drawing/2014/main" id="{2479CA05-D95D-D44A-80E1-8CDEAB9FDDB4}"/>
              </a:ext>
            </a:extLst>
          </p:cNvPr>
          <p:cNvPicPr>
            <a:picLocks noChangeAspect="1"/>
          </p:cNvPicPr>
          <p:nvPr/>
        </p:nvPicPr>
        <p:blipFill>
          <a:blip r:embed="rId4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45477" y="4521957"/>
            <a:ext cx="1007999" cy="1007999"/>
          </a:xfrm>
          <a:prstGeom prst="rect">
            <a:avLst/>
          </a:prstGeom>
        </p:spPr>
      </p:pic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0E0020F5-A6D2-7F4D-93D9-DB6CDA9D0FEC}"/>
              </a:ext>
            </a:extLst>
          </p:cNvPr>
          <p:cNvPicPr>
            <a:picLocks noChangeAspect="1"/>
          </p:cNvPicPr>
          <p:nvPr/>
        </p:nvPicPr>
        <p:blipFill>
          <a:blip r:embed="rId4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24543" y="5248243"/>
            <a:ext cx="1007999" cy="1007999"/>
          </a:xfrm>
          <a:prstGeom prst="rect">
            <a:avLst/>
          </a:prstGeom>
        </p:spPr>
      </p:pic>
      <p:pic>
        <p:nvPicPr>
          <p:cNvPr id="50" name="Picture 49" descr="Icon&#10;&#10;Description automatically generated">
            <a:extLst>
              <a:ext uri="{FF2B5EF4-FFF2-40B4-BE49-F238E27FC236}">
                <a16:creationId xmlns:a16="http://schemas.microsoft.com/office/drawing/2014/main" id="{6EACEFD3-3852-C646-ACE9-57C15226DD78}"/>
              </a:ext>
            </a:extLst>
          </p:cNvPr>
          <p:cNvPicPr>
            <a:picLocks noChangeAspect="1"/>
          </p:cNvPicPr>
          <p:nvPr/>
        </p:nvPicPr>
        <p:blipFill>
          <a:blip r:embed="rId4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13043" y="5248243"/>
            <a:ext cx="1007999" cy="1007999"/>
          </a:xfrm>
          <a:prstGeom prst="rect">
            <a:avLst/>
          </a:prstGeom>
        </p:spPr>
      </p:pic>
      <p:pic>
        <p:nvPicPr>
          <p:cNvPr id="51" name="Picture 50" descr="Shape&#10;&#10;Description automatically generated with low confidence">
            <a:extLst>
              <a:ext uri="{FF2B5EF4-FFF2-40B4-BE49-F238E27FC236}">
                <a16:creationId xmlns:a16="http://schemas.microsoft.com/office/drawing/2014/main" id="{084A4F34-4D49-8F40-8202-7F5548ABB489}"/>
              </a:ext>
            </a:extLst>
          </p:cNvPr>
          <p:cNvPicPr>
            <a:picLocks noChangeAspect="1"/>
          </p:cNvPicPr>
          <p:nvPr/>
        </p:nvPicPr>
        <p:blipFill>
          <a:blip r:embed="rId4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61180" y="5216545"/>
            <a:ext cx="1007999" cy="1007999"/>
          </a:xfrm>
          <a:prstGeom prst="rect">
            <a:avLst/>
          </a:prstGeom>
        </p:spPr>
      </p:pic>
      <p:pic>
        <p:nvPicPr>
          <p:cNvPr id="52" name="Picture 51" descr="A picture containing hanger, light&#10;&#10;Description automatically generated">
            <a:extLst>
              <a:ext uri="{FF2B5EF4-FFF2-40B4-BE49-F238E27FC236}">
                <a16:creationId xmlns:a16="http://schemas.microsoft.com/office/drawing/2014/main" id="{982BB278-442B-2C4E-AA62-B067557FB92D}"/>
              </a:ext>
            </a:extLst>
          </p:cNvPr>
          <p:cNvPicPr>
            <a:picLocks noChangeAspect="1"/>
          </p:cNvPicPr>
          <p:nvPr/>
        </p:nvPicPr>
        <p:blipFill>
          <a:blip r:embed="rId4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933216" y="5210887"/>
            <a:ext cx="1007999" cy="1007999"/>
          </a:xfrm>
          <a:prstGeom prst="rect">
            <a:avLst/>
          </a:prstGeom>
        </p:spPr>
      </p:pic>
      <p:pic>
        <p:nvPicPr>
          <p:cNvPr id="53" name="Picture 52" descr="Shape&#10;&#10;Description automatically generated with low confidence">
            <a:extLst>
              <a:ext uri="{FF2B5EF4-FFF2-40B4-BE49-F238E27FC236}">
                <a16:creationId xmlns:a16="http://schemas.microsoft.com/office/drawing/2014/main" id="{62EDF07A-3B69-4745-AA58-C849E8EC6816}"/>
              </a:ext>
            </a:extLst>
          </p:cNvPr>
          <p:cNvPicPr>
            <a:picLocks noChangeAspect="1"/>
          </p:cNvPicPr>
          <p:nvPr/>
        </p:nvPicPr>
        <p:blipFill>
          <a:blip r:embed="rId5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78229" y="5216544"/>
            <a:ext cx="1007999" cy="1007999"/>
          </a:xfrm>
          <a:prstGeom prst="rect">
            <a:avLst/>
          </a:prstGeom>
        </p:spPr>
      </p:pic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ABD3A111-98B5-8B41-8C85-D8F6BF65A5AF}"/>
              </a:ext>
            </a:extLst>
          </p:cNvPr>
          <p:cNvPicPr>
            <a:picLocks noChangeAspect="1"/>
          </p:cNvPicPr>
          <p:nvPr/>
        </p:nvPicPr>
        <p:blipFill>
          <a:blip r:embed="rId5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402800" y="5206807"/>
            <a:ext cx="1007999" cy="1007999"/>
          </a:xfrm>
          <a:prstGeom prst="rect">
            <a:avLst/>
          </a:prstGeom>
        </p:spPr>
      </p:pic>
      <p:pic>
        <p:nvPicPr>
          <p:cNvPr id="55" name="Picture 54" descr="Shape&#10;&#10;Description automatically generated with low confidence">
            <a:extLst>
              <a:ext uri="{FF2B5EF4-FFF2-40B4-BE49-F238E27FC236}">
                <a16:creationId xmlns:a16="http://schemas.microsoft.com/office/drawing/2014/main" id="{6045249E-21F9-2342-9D7C-CE51A3077A18}"/>
              </a:ext>
            </a:extLst>
          </p:cNvPr>
          <p:cNvPicPr>
            <a:picLocks noChangeAspect="1"/>
          </p:cNvPicPr>
          <p:nvPr/>
        </p:nvPicPr>
        <p:blipFill>
          <a:blip r:embed="rId5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671503" y="4503405"/>
            <a:ext cx="1007999" cy="1007999"/>
          </a:xfrm>
          <a:prstGeom prst="rect">
            <a:avLst/>
          </a:prstGeom>
        </p:spPr>
      </p:pic>
      <p:pic>
        <p:nvPicPr>
          <p:cNvPr id="56" name="Picture 55" descr="Icon&#10;&#10;Description automatically generated">
            <a:extLst>
              <a:ext uri="{FF2B5EF4-FFF2-40B4-BE49-F238E27FC236}">
                <a16:creationId xmlns:a16="http://schemas.microsoft.com/office/drawing/2014/main" id="{005E5D85-7A82-3E4D-9C94-25A498A48040}"/>
              </a:ext>
            </a:extLst>
          </p:cNvPr>
          <p:cNvPicPr>
            <a:picLocks noChangeAspect="1"/>
          </p:cNvPicPr>
          <p:nvPr/>
        </p:nvPicPr>
        <p:blipFill>
          <a:blip r:embed="rId5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918598" y="3769694"/>
            <a:ext cx="1007999" cy="1007999"/>
          </a:xfrm>
          <a:prstGeom prst="rect">
            <a:avLst/>
          </a:prstGeom>
        </p:spPr>
      </p:pic>
      <p:pic>
        <p:nvPicPr>
          <p:cNvPr id="27" name="Picture 26" descr="The Click Process">
            <a:extLst>
              <a:ext uri="{FF2B5EF4-FFF2-40B4-BE49-F238E27FC236}">
                <a16:creationId xmlns:a16="http://schemas.microsoft.com/office/drawing/2014/main" id="{FFDB4F5B-F4CC-B7C0-17EC-9B9BC3B0F7CE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duotone>
              <a:srgbClr val="765FFF"/>
              <a:srgbClr val="FFFFFF"/>
            </a:duotone>
          </a:blip>
          <a:srcRect r="81278" b="-11388"/>
          <a:stretch/>
        </p:blipFill>
        <p:spPr>
          <a:xfrm>
            <a:off x="7011491" y="4745801"/>
            <a:ext cx="639844" cy="721798"/>
          </a:xfrm>
          <a:prstGeom prst="rect">
            <a:avLst/>
          </a:prstGeom>
        </p:spPr>
      </p:pic>
      <p:sp>
        <p:nvSpPr>
          <p:cNvPr id="5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0FA4B1-4C3C-4A08-B4E0-C63E93F3C2E1}" type="slidenum"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-10" normalizeH="0" baseline="0" noProof="0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5905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1D1D1D"/>
      </a:dk1>
      <a:lt1>
        <a:srgbClr val="FFFFFF"/>
      </a:lt1>
      <a:dk2>
        <a:srgbClr val="3B3B3B"/>
      </a:dk2>
      <a:lt2>
        <a:srgbClr val="D0D7DF"/>
      </a:lt2>
      <a:accent1>
        <a:srgbClr val="765FFF"/>
      </a:accent1>
      <a:accent2>
        <a:srgbClr val="917FFF"/>
      </a:accent2>
      <a:accent3>
        <a:srgbClr val="A6F5C0"/>
      </a:accent3>
      <a:accent4>
        <a:srgbClr val="DFF478"/>
      </a:accent4>
      <a:accent5>
        <a:srgbClr val="60BDBC"/>
      </a:accent5>
      <a:accent6>
        <a:srgbClr val="B0DEA1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1_Office Theme</vt:lpstr>
      <vt:lpstr>Icon collection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1</cp:revision>
  <dcterms:created xsi:type="dcterms:W3CDTF">2026-03-23T19:29:17Z</dcterms:created>
  <dcterms:modified xsi:type="dcterms:W3CDTF">2026-03-23T19:29:39Z</dcterms:modified>
</cp:coreProperties>
</file>