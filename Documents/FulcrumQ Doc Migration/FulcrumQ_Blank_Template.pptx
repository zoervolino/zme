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4"/>
  </p:sldMasterIdLst>
  <p:notesMasterIdLst>
    <p:notesMasterId r:id="rId8"/>
  </p:notesMasterIdLst>
  <p:sldIdLst>
    <p:sldId id="341" r:id="rId5"/>
    <p:sldId id="337" r:id="rId6"/>
    <p:sldId id="33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0BDBC"/>
    <a:srgbClr val="F2F2F2"/>
    <a:srgbClr val="FF2D88"/>
    <a:srgbClr val="FFB546"/>
    <a:srgbClr val="02C27A"/>
    <a:srgbClr val="281A42"/>
    <a:srgbClr val="B3BCCB"/>
    <a:srgbClr val="ECF7FF"/>
    <a:srgbClr val="E9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21"/>
  </p:normalViewPr>
  <p:slideViewPr>
    <p:cSldViewPr snapToGrid="0">
      <p:cViewPr varScale="1">
        <p:scale>
          <a:sx n="94" d="100"/>
          <a:sy n="94" d="100"/>
        </p:scale>
        <p:origin x="12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D7683-F8AE-4B4F-92C3-46C974743DE7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0762-98B9-D84F-A800-0B12BB5D7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ECEB5A-4764-A4C8-4433-9BF1B483A9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23D4C1-2DE7-DC65-7870-6D889D30AB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9865-A895-09AE-43C0-37F7773A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73AF8-5204-40A4-770A-7F21F9C932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25960-BE04-3CA9-71FB-073F005849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3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40E87-29CC-94C0-B321-1DB57631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E8E8-C0AA-7843-A97C-F08F33CBAC7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0235F-1A13-B398-7DB7-DF13259A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6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7D0620-C218-B189-2CB5-4D7EC79FE7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38125"/>
      </p:ext>
    </p:extLst>
  </p:cSld>
  <p:clrMapOvr>
    <a:masterClrMapping/>
  </p:clrMapOvr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EFFFF"/>
      </a:lt1>
      <a:dk2>
        <a:srgbClr val="281A42"/>
      </a:dk2>
      <a:lt2>
        <a:srgbClr val="F2F2F2"/>
      </a:lt2>
      <a:accent1>
        <a:srgbClr val="765FFE"/>
      </a:accent1>
      <a:accent2>
        <a:srgbClr val="AD9FFF"/>
      </a:accent2>
      <a:accent3>
        <a:srgbClr val="E8E3FF"/>
      </a:accent3>
      <a:accent4>
        <a:srgbClr val="02C079"/>
      </a:accent4>
      <a:accent5>
        <a:srgbClr val="FFB447"/>
      </a:accent5>
      <a:accent6>
        <a:srgbClr val="FF2D87"/>
      </a:accent6>
      <a:hlink>
        <a:srgbClr val="60BDBC"/>
      </a:hlink>
      <a:folHlink>
        <a:srgbClr val="757575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ulcrumQ Template" id="{D38898FA-E32C-4186-9E37-2928F97B155A}" vid="{E02F33A9-BBC1-43ED-A5B3-594EB3FE44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99B5F1AA76E1409B074F59C5A4E78F" ma:contentTypeVersion="3" ma:contentTypeDescription="Create a new document." ma:contentTypeScope="" ma:versionID="17ae01886e5b7901552ee84d1be6af41">
  <xsd:schema xmlns:xsd="http://www.w3.org/2001/XMLSchema" xmlns:xs="http://www.w3.org/2001/XMLSchema" xmlns:p="http://schemas.microsoft.com/office/2006/metadata/properties" xmlns:ns2="2fe38bb0-3761-4951-945d-2fe529390f00" targetNamespace="http://schemas.microsoft.com/office/2006/metadata/properties" ma:root="true" ma:fieldsID="114ff748220ca107f488bf3d8091c045" ns2:_="">
    <xsd:import namespace="2fe38bb0-3761-4951-945d-2fe529390f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38bb0-3761-4951-945d-2fe529390f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EBD274-71A0-44D5-9B86-804205C47EF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81B3734-0357-4284-B4A4-6D2F7708B0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965E64-384A-486D-82EB-FE2D31AFC4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e38bb0-3761-4951-945d-2fe529390f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01aef3e2-0657-496a-a7e1-9c9b9969ba5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FQ_Theme</Template>
  <TotalTime>0</TotalTime>
  <Words>1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Segoe UI</vt:lpstr>
      <vt:lpstr>FQ_Theme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 Yang</dc:creator>
  <cp:lastModifiedBy>Ming Yang</cp:lastModifiedBy>
  <cp:revision>1</cp:revision>
  <dcterms:created xsi:type="dcterms:W3CDTF">2026-03-30T15:23:05Z</dcterms:created>
  <dcterms:modified xsi:type="dcterms:W3CDTF">2026-03-30T15:23:21Z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0x010100DD99B5F1AA76E1409B074F59C5A4E78F</vt:lpwstr>
  </property>
</Properties>
</file>