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1"/>
  </p:sldMasterIdLst>
  <p:notesMasterIdLst>
    <p:notesMasterId r:id="rId2"/>
  </p:notesMasterIdLst>
  <p:sldIdLst>
    <p:sldId id="256" r:id="rId7"/>
    <p:sldId id="257" r:id="rId8"/>
    <p:sldId id="258" r:id="rId9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2D88"/>
    <a:srgbClr val="FF0000"/>
    <a:srgbClr val="FFB546"/>
    <a:srgbClr val="02C27A"/>
    <a:srgbClr val="281A42"/>
    <a:srgbClr val="B3BCCB"/>
    <a:srgbClr val="ECF7FF"/>
    <a:srgbClr val="E9E4FF"/>
    <a:srgbClr val="C9C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1"/>
    <p:restoredTop sz="94707"/>
  </p:normalViewPr>
  <p:slideViewPr>
    <p:cSldViewPr snapToGrid="0">
      <p:cViewPr varScale="1">
        <p:scale>
          <a:sx n="115" d="100"/>
          <a:sy n="115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484F3-BAB9-76A3-C82D-6CC93618E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043C25-3363-1B05-2486-99B4710C961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5C08-7E21-58E4-11F1-D77F274A15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2123170-02D7-F0D8-BFEC-AE4D56B4A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244447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  <a:endParaRPr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2123170-02D7-F0D8-BFEC-AE4D56B4A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244447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  <a:endParaRPr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38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7107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17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259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5C08-7E21-58E4-11F1-D77F274A15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621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7103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2189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4593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16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endParaRPr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306828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endParaRPr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6406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2123170-02D7-F0D8-BFEC-AE4D56B4A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244447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  <a:endParaRPr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923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2123170-02D7-F0D8-BFEC-AE4D56B4A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244447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  <a:endParaRPr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95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11277600" cy="685800"/>
          </a:xfrm>
        </p:spPr>
        <p:txBody>
          <a:bodyPr/>
          <a:lstStyle/>
          <a:p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06" r:id="rId16"/>
    <p:sldLayoutId id="2147483728" r:id="rId17"/>
    <p:sldLayoutId id="2147483705" r:id="rId18"/>
    <p:sldLayoutId id="2147483743" r:id="rId19"/>
    <p:sldLayoutId id="2147483700" r:id="rId20"/>
    <p:sldLayoutId id="2147483736" r:id="rId21"/>
    <p:sldLayoutId id="2147483738" r:id="rId22"/>
    <p:sldLayoutId id="2147483739" r:id="rId23"/>
    <p:sldLayoutId id="2147483654" r:id="rId24"/>
    <p:sldLayoutId id="2147483737" r:id="rId25"/>
    <p:sldLayoutId id="2147483703" r:id="rId26"/>
    <p:sldLayoutId id="2147483707" r:id="rId27"/>
    <p:sldLayoutId id="2147483741" r:id="rId28"/>
    <p:sldLayoutId id="2147483727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44.png"/><Relationship Id="rId32" Type="http://schemas.openxmlformats.org/officeDocument/2006/relationships/image" Target="../media/image45.png"/><Relationship Id="rId33" Type="http://schemas.openxmlformats.org/officeDocument/2006/relationships/image" Target="../media/image46.png"/><Relationship Id="rId34" Type="http://schemas.openxmlformats.org/officeDocument/2006/relationships/image" Target="../media/image47.png"/><Relationship Id="rId35" Type="http://schemas.openxmlformats.org/officeDocument/2006/relationships/image" Target="../media/image48.png"/><Relationship Id="rId36" Type="http://schemas.openxmlformats.org/officeDocument/2006/relationships/image" Target="../media/image49.png"/><Relationship Id="rId37" Type="http://schemas.openxmlformats.org/officeDocument/2006/relationships/image" Target="../media/image50.png"/><Relationship Id="rId38" Type="http://schemas.openxmlformats.org/officeDocument/2006/relationships/image" Target="../media/image51.png"/><Relationship Id="rId39" Type="http://schemas.openxmlformats.org/officeDocument/2006/relationships/image" Target="../media/image52.png"/><Relationship Id="rId40" Type="http://schemas.openxmlformats.org/officeDocument/2006/relationships/image" Target="../media/image53.png"/><Relationship Id="rId41" Type="http://schemas.openxmlformats.org/officeDocument/2006/relationships/image" Target="../media/image54.png"/><Relationship Id="rId42" Type="http://schemas.openxmlformats.org/officeDocument/2006/relationships/image" Target="../media/image55.png"/><Relationship Id="rId43" Type="http://schemas.openxmlformats.org/officeDocument/2006/relationships/image" Target="../media/image56.png"/><Relationship Id="rId44" Type="http://schemas.openxmlformats.org/officeDocument/2006/relationships/image" Target="../media/image57.png"/><Relationship Id="rId45" Type="http://schemas.openxmlformats.org/officeDocument/2006/relationships/image" Target="../media/image58.png"/><Relationship Id="rId46" Type="http://schemas.openxmlformats.org/officeDocument/2006/relationships/image" Target="../media/image59.png"/><Relationship Id="rId47" Type="http://schemas.openxmlformats.org/officeDocument/2006/relationships/image" Target="../media/image60.png"/><Relationship Id="rId48" Type="http://schemas.openxmlformats.org/officeDocument/2006/relationships/image" Target="../media/image61.png"/><Relationship Id="rId49" Type="http://schemas.openxmlformats.org/officeDocument/2006/relationships/image" Target="../media/image62.png"/><Relationship Id="rId50" Type="http://schemas.openxmlformats.org/officeDocument/2006/relationships/image" Target="../media/image63.png"/><Relationship Id="rId51" Type="http://schemas.openxmlformats.org/officeDocument/2006/relationships/image" Target="../media/image64.png"/><Relationship Id="rId52" Type="http://schemas.openxmlformats.org/officeDocument/2006/relationships/image" Target="../media/image6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Icon Library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0624" y="987552"/>
            <a:ext cx="1135044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917FFF"/>
                </a:solidFill>
                <a:latin typeface="Segoe UI"/>
              </a:rPr>
              <a:t>ICON COLLECTION</a:t>
            </a:r>
          </a:p>
        </p:txBody>
      </p:sp>
      <p:pic>
        <p:nvPicPr>
          <p:cNvPr id="5" name="Picture 4" descr="tmpwmegdt9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261872"/>
            <a:ext cx="621792" cy="621792"/>
          </a:xfrm>
          <a:prstGeom prst="rect">
            <a:avLst/>
          </a:prstGeom>
        </p:spPr>
      </p:pic>
      <p:pic>
        <p:nvPicPr>
          <p:cNvPr id="6" name="Picture 5" descr="tmpscby2l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261872"/>
            <a:ext cx="621792" cy="621792"/>
          </a:xfrm>
          <a:prstGeom prst="rect">
            <a:avLst/>
          </a:prstGeom>
        </p:spPr>
      </p:pic>
      <p:pic>
        <p:nvPicPr>
          <p:cNvPr id="7" name="Picture 6" descr="tmp6i34a4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64" y="1261872"/>
            <a:ext cx="621792" cy="621792"/>
          </a:xfrm>
          <a:prstGeom prst="rect">
            <a:avLst/>
          </a:prstGeom>
        </p:spPr>
      </p:pic>
      <p:pic>
        <p:nvPicPr>
          <p:cNvPr id="8" name="Picture 7" descr="tmpph3g32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1261872"/>
            <a:ext cx="621792" cy="621792"/>
          </a:xfrm>
          <a:prstGeom prst="rect">
            <a:avLst/>
          </a:prstGeom>
        </p:spPr>
      </p:pic>
      <p:pic>
        <p:nvPicPr>
          <p:cNvPr id="9" name="Picture 8" descr="tmpm85328j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1261872"/>
            <a:ext cx="621792" cy="621792"/>
          </a:xfrm>
          <a:prstGeom prst="rect">
            <a:avLst/>
          </a:prstGeom>
        </p:spPr>
      </p:pic>
      <p:pic>
        <p:nvPicPr>
          <p:cNvPr id="10" name="Picture 9" descr="tmp9rfc1_o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8224" y="1261872"/>
            <a:ext cx="621792" cy="621792"/>
          </a:xfrm>
          <a:prstGeom prst="rect">
            <a:avLst/>
          </a:prstGeom>
        </p:spPr>
      </p:pic>
      <p:pic>
        <p:nvPicPr>
          <p:cNvPr id="11" name="Picture 10" descr="tmppycpzru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1261872"/>
            <a:ext cx="621792" cy="621792"/>
          </a:xfrm>
          <a:prstGeom prst="rect">
            <a:avLst/>
          </a:prstGeom>
        </p:spPr>
      </p:pic>
      <p:pic>
        <p:nvPicPr>
          <p:cNvPr id="12" name="Picture 11" descr="tmpq20jq3t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1264" y="1261872"/>
            <a:ext cx="621792" cy="621792"/>
          </a:xfrm>
          <a:prstGeom prst="rect">
            <a:avLst/>
          </a:prstGeom>
        </p:spPr>
      </p:pic>
      <p:pic>
        <p:nvPicPr>
          <p:cNvPr id="13" name="Picture 12" descr="tmpdh5kmux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1261872"/>
            <a:ext cx="621792" cy="621792"/>
          </a:xfrm>
          <a:prstGeom prst="rect">
            <a:avLst/>
          </a:prstGeom>
        </p:spPr>
      </p:pic>
      <p:pic>
        <p:nvPicPr>
          <p:cNvPr id="14" name="Picture 13" descr="tmp9lg0vi7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4304" y="1261872"/>
            <a:ext cx="621792" cy="621792"/>
          </a:xfrm>
          <a:prstGeom prst="rect">
            <a:avLst/>
          </a:prstGeom>
        </p:spPr>
      </p:pic>
      <p:pic>
        <p:nvPicPr>
          <p:cNvPr id="15" name="Picture 14" descr="tmp8o1sw7q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5824" y="1261872"/>
            <a:ext cx="621792" cy="621792"/>
          </a:xfrm>
          <a:prstGeom prst="rect">
            <a:avLst/>
          </a:prstGeom>
        </p:spPr>
      </p:pic>
      <p:pic>
        <p:nvPicPr>
          <p:cNvPr id="16" name="Picture 15" descr="tmp_5ut15t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344" y="1261872"/>
            <a:ext cx="621792" cy="621792"/>
          </a:xfrm>
          <a:prstGeom prst="rect">
            <a:avLst/>
          </a:prstGeom>
        </p:spPr>
      </p:pic>
      <p:pic>
        <p:nvPicPr>
          <p:cNvPr id="17" name="Picture 16" descr="tmpzskfvg_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8864" y="1261872"/>
            <a:ext cx="621792" cy="621792"/>
          </a:xfrm>
          <a:prstGeom prst="rect">
            <a:avLst/>
          </a:prstGeom>
        </p:spPr>
      </p:pic>
      <p:pic>
        <p:nvPicPr>
          <p:cNvPr id="18" name="Picture 17" descr="tmpj9qz0bw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0384" y="1261872"/>
            <a:ext cx="621792" cy="621792"/>
          </a:xfrm>
          <a:prstGeom prst="rect">
            <a:avLst/>
          </a:prstGeom>
        </p:spPr>
      </p:pic>
      <p:pic>
        <p:nvPicPr>
          <p:cNvPr id="19" name="Picture 18" descr="tmpx1hhit2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1904" y="1261872"/>
            <a:ext cx="621792" cy="621792"/>
          </a:xfrm>
          <a:prstGeom prst="rect">
            <a:avLst/>
          </a:prstGeom>
        </p:spPr>
      </p:pic>
      <p:pic>
        <p:nvPicPr>
          <p:cNvPr id="20" name="Picture 19" descr="tmpkd6vztou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0624" y="1993392"/>
            <a:ext cx="621792" cy="621792"/>
          </a:xfrm>
          <a:prstGeom prst="rect">
            <a:avLst/>
          </a:prstGeom>
        </p:spPr>
      </p:pic>
      <p:pic>
        <p:nvPicPr>
          <p:cNvPr id="21" name="Picture 20" descr="tmpyvy65_s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2144" y="1993392"/>
            <a:ext cx="621792" cy="621792"/>
          </a:xfrm>
          <a:prstGeom prst="rect">
            <a:avLst/>
          </a:prstGeom>
        </p:spPr>
      </p:pic>
      <p:pic>
        <p:nvPicPr>
          <p:cNvPr id="22" name="Picture 21" descr="tmpyyqa1nnh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83664" y="1993392"/>
            <a:ext cx="621792" cy="621792"/>
          </a:xfrm>
          <a:prstGeom prst="rect">
            <a:avLst/>
          </a:prstGeom>
        </p:spPr>
      </p:pic>
      <p:pic>
        <p:nvPicPr>
          <p:cNvPr id="23" name="Picture 22" descr="tmp4d0rb9_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15184" y="1993392"/>
            <a:ext cx="621792" cy="621792"/>
          </a:xfrm>
          <a:prstGeom prst="rect">
            <a:avLst/>
          </a:prstGeom>
        </p:spPr>
      </p:pic>
      <p:pic>
        <p:nvPicPr>
          <p:cNvPr id="24" name="Picture 23" descr="tmpky1yiry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46704" y="1993392"/>
            <a:ext cx="621792" cy="621792"/>
          </a:xfrm>
          <a:prstGeom prst="rect">
            <a:avLst/>
          </a:prstGeom>
        </p:spPr>
      </p:pic>
      <p:pic>
        <p:nvPicPr>
          <p:cNvPr id="25" name="Picture 24" descr="tmphzd2gr5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78224" y="1993392"/>
            <a:ext cx="621792" cy="621792"/>
          </a:xfrm>
          <a:prstGeom prst="rect">
            <a:avLst/>
          </a:prstGeom>
        </p:spPr>
      </p:pic>
      <p:pic>
        <p:nvPicPr>
          <p:cNvPr id="26" name="Picture 25" descr="tmpbvv0gl0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09744" y="1993392"/>
            <a:ext cx="621792" cy="621792"/>
          </a:xfrm>
          <a:prstGeom prst="rect">
            <a:avLst/>
          </a:prstGeom>
        </p:spPr>
      </p:pic>
      <p:pic>
        <p:nvPicPr>
          <p:cNvPr id="27" name="Picture 26" descr="tmpchddbyd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541264" y="1993392"/>
            <a:ext cx="621792" cy="621792"/>
          </a:xfrm>
          <a:prstGeom prst="rect">
            <a:avLst/>
          </a:prstGeom>
        </p:spPr>
      </p:pic>
      <p:pic>
        <p:nvPicPr>
          <p:cNvPr id="28" name="Picture 27" descr="tmpwuwub87p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72784" y="1993392"/>
            <a:ext cx="621792" cy="621792"/>
          </a:xfrm>
          <a:prstGeom prst="rect">
            <a:avLst/>
          </a:prstGeom>
        </p:spPr>
      </p:pic>
      <p:pic>
        <p:nvPicPr>
          <p:cNvPr id="29" name="Picture 28" descr="tmpukl9h4c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04304" y="1993392"/>
            <a:ext cx="621792" cy="6217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20624" y="2816352"/>
            <a:ext cx="1135044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917FFF"/>
                </a:solidFill>
                <a:latin typeface="Segoe UI"/>
              </a:rPr>
              <a:t>THE CLICK PROCESS</a:t>
            </a:r>
          </a:p>
        </p:txBody>
      </p:sp>
      <p:pic>
        <p:nvPicPr>
          <p:cNvPr id="31" name="Picture 30" descr="tmpkekm7gv7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0624" y="3090672"/>
            <a:ext cx="621792" cy="621792"/>
          </a:xfrm>
          <a:prstGeom prst="rect">
            <a:avLst/>
          </a:prstGeom>
        </p:spPr>
      </p:pic>
      <p:pic>
        <p:nvPicPr>
          <p:cNvPr id="32" name="Picture 31" descr="tmpde2mbgvi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52144" y="3090672"/>
            <a:ext cx="621792" cy="621792"/>
          </a:xfrm>
          <a:prstGeom prst="rect">
            <a:avLst/>
          </a:prstGeom>
        </p:spPr>
      </p:pic>
      <p:pic>
        <p:nvPicPr>
          <p:cNvPr id="33" name="Picture 32" descr="tmpfltfloi6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83664" y="3090672"/>
            <a:ext cx="621792" cy="621792"/>
          </a:xfrm>
          <a:prstGeom prst="rect">
            <a:avLst/>
          </a:prstGeom>
        </p:spPr>
      </p:pic>
      <p:pic>
        <p:nvPicPr>
          <p:cNvPr id="34" name="Picture 33" descr="tmpl25v_lyg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15184" y="3090672"/>
            <a:ext cx="621792" cy="621792"/>
          </a:xfrm>
          <a:prstGeom prst="rect">
            <a:avLst/>
          </a:prstGeom>
        </p:spPr>
      </p:pic>
      <p:pic>
        <p:nvPicPr>
          <p:cNvPr id="35" name="Picture 34" descr="tmp7_j6415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46704" y="3090672"/>
            <a:ext cx="621792" cy="621792"/>
          </a:xfrm>
          <a:prstGeom prst="rect">
            <a:avLst/>
          </a:prstGeom>
        </p:spPr>
      </p:pic>
      <p:pic>
        <p:nvPicPr>
          <p:cNvPr id="36" name="Picture 35" descr="tmpjdze2qv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78224" y="3090672"/>
            <a:ext cx="621792" cy="621792"/>
          </a:xfrm>
          <a:prstGeom prst="rect">
            <a:avLst/>
          </a:prstGeom>
        </p:spPr>
      </p:pic>
      <p:pic>
        <p:nvPicPr>
          <p:cNvPr id="37" name="Picture 36" descr="tmp2rxi66x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809744" y="3090672"/>
            <a:ext cx="621792" cy="621792"/>
          </a:xfrm>
          <a:prstGeom prst="rect">
            <a:avLst/>
          </a:prstGeom>
        </p:spPr>
      </p:pic>
      <p:pic>
        <p:nvPicPr>
          <p:cNvPr id="38" name="Picture 37" descr="tmpqs42z2yu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41264" y="3090672"/>
            <a:ext cx="621792" cy="621792"/>
          </a:xfrm>
          <a:prstGeom prst="rect">
            <a:avLst/>
          </a:prstGeom>
        </p:spPr>
      </p:pic>
      <p:pic>
        <p:nvPicPr>
          <p:cNvPr id="39" name="Picture 38" descr="tmpbnnzun07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72784" y="3090672"/>
            <a:ext cx="621792" cy="621792"/>
          </a:xfrm>
          <a:prstGeom prst="rect">
            <a:avLst/>
          </a:prstGeom>
        </p:spPr>
      </p:pic>
      <p:pic>
        <p:nvPicPr>
          <p:cNvPr id="40" name="Picture 39" descr="tmpiimxfi6l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004304" y="3090672"/>
            <a:ext cx="621792" cy="621792"/>
          </a:xfrm>
          <a:prstGeom prst="rect">
            <a:avLst/>
          </a:prstGeom>
        </p:spPr>
      </p:pic>
      <p:pic>
        <p:nvPicPr>
          <p:cNvPr id="41" name="Picture 40" descr="tmpkvz7pu_g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735824" y="3090672"/>
            <a:ext cx="621792" cy="621792"/>
          </a:xfrm>
          <a:prstGeom prst="rect">
            <a:avLst/>
          </a:prstGeom>
        </p:spPr>
      </p:pic>
      <p:pic>
        <p:nvPicPr>
          <p:cNvPr id="42" name="Picture 41" descr="tmpes283e48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467344" y="3090672"/>
            <a:ext cx="621792" cy="621792"/>
          </a:xfrm>
          <a:prstGeom prst="rect">
            <a:avLst/>
          </a:prstGeom>
        </p:spPr>
      </p:pic>
      <p:pic>
        <p:nvPicPr>
          <p:cNvPr id="43" name="Picture 42" descr="tmpml3u8z9p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98864" y="3090672"/>
            <a:ext cx="621792" cy="621792"/>
          </a:xfrm>
          <a:prstGeom prst="rect">
            <a:avLst/>
          </a:prstGeom>
        </p:spPr>
      </p:pic>
      <p:pic>
        <p:nvPicPr>
          <p:cNvPr id="44" name="Picture 43" descr="tmppfp0a6da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930384" y="3090672"/>
            <a:ext cx="621792" cy="621792"/>
          </a:xfrm>
          <a:prstGeom prst="rect">
            <a:avLst/>
          </a:prstGeom>
        </p:spPr>
      </p:pic>
      <p:pic>
        <p:nvPicPr>
          <p:cNvPr id="45" name="Picture 44" descr="tmp56xhj5pi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661904" y="3090672"/>
            <a:ext cx="621792" cy="621792"/>
          </a:xfrm>
          <a:prstGeom prst="rect">
            <a:avLst/>
          </a:prstGeom>
        </p:spPr>
      </p:pic>
      <p:pic>
        <p:nvPicPr>
          <p:cNvPr id="46" name="Picture 45" descr="tmp552c5432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20624" y="3822192"/>
            <a:ext cx="621792" cy="621792"/>
          </a:xfrm>
          <a:prstGeom prst="rect">
            <a:avLst/>
          </a:prstGeom>
        </p:spPr>
      </p:pic>
      <p:pic>
        <p:nvPicPr>
          <p:cNvPr id="47" name="Picture 46" descr="tmpqgpmq5gx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2144" y="3822192"/>
            <a:ext cx="621792" cy="621792"/>
          </a:xfrm>
          <a:prstGeom prst="rect">
            <a:avLst/>
          </a:prstGeom>
        </p:spPr>
      </p:pic>
      <p:pic>
        <p:nvPicPr>
          <p:cNvPr id="48" name="Picture 47" descr="tmp6u4x3idw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883664" y="3822192"/>
            <a:ext cx="621792" cy="621792"/>
          </a:xfrm>
          <a:prstGeom prst="rect">
            <a:avLst/>
          </a:prstGeom>
        </p:spPr>
      </p:pic>
      <p:pic>
        <p:nvPicPr>
          <p:cNvPr id="49" name="Picture 48" descr="tmpt7zoqcwo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615184" y="3822192"/>
            <a:ext cx="621792" cy="621792"/>
          </a:xfrm>
          <a:prstGeom prst="rect">
            <a:avLst/>
          </a:prstGeom>
        </p:spPr>
      </p:pic>
      <p:pic>
        <p:nvPicPr>
          <p:cNvPr id="50" name="Picture 49" descr="tmpxz48t6cm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346704" y="3822192"/>
            <a:ext cx="621792" cy="621792"/>
          </a:xfrm>
          <a:prstGeom prst="rect">
            <a:avLst/>
          </a:prstGeom>
        </p:spPr>
      </p:pic>
      <p:pic>
        <p:nvPicPr>
          <p:cNvPr id="51" name="Picture 50" descr="tmp4s9_at1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078224" y="3822192"/>
            <a:ext cx="621792" cy="621792"/>
          </a:xfrm>
          <a:prstGeom prst="rect">
            <a:avLst/>
          </a:prstGeom>
        </p:spPr>
      </p:pic>
      <p:pic>
        <p:nvPicPr>
          <p:cNvPr id="52" name="Picture 51" descr="tmp7gggnopv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809744" y="3822192"/>
            <a:ext cx="621792" cy="621792"/>
          </a:xfrm>
          <a:prstGeom prst="rect">
            <a:avLst/>
          </a:prstGeom>
        </p:spPr>
      </p:pic>
      <p:pic>
        <p:nvPicPr>
          <p:cNvPr id="53" name="Picture 52" descr="tmpx7xq2kp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541264" y="3822192"/>
            <a:ext cx="621792" cy="621792"/>
          </a:xfrm>
          <a:prstGeom prst="rect">
            <a:avLst/>
          </a:prstGeom>
        </p:spPr>
      </p:pic>
      <p:pic>
        <p:nvPicPr>
          <p:cNvPr id="54" name="Picture 53" descr="tmpqns6rvg0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272784" y="3822192"/>
            <a:ext cx="621792" cy="621792"/>
          </a:xfrm>
          <a:prstGeom prst="rect">
            <a:avLst/>
          </a:prstGeom>
        </p:spPr>
      </p:pic>
      <p:pic>
        <p:nvPicPr>
          <p:cNvPr id="55" name="Picture 54" descr="tmpo945sa0h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004304" y="3822192"/>
            <a:ext cx="621792" cy="621792"/>
          </a:xfrm>
          <a:prstGeom prst="rect">
            <a:avLst/>
          </a:prstGeom>
        </p:spPr>
      </p:pic>
      <p:pic>
        <p:nvPicPr>
          <p:cNvPr id="56" name="Picture 55" descr="tmpi6vl12j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735824" y="3822192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Color Palette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20624" y="987552"/>
            <a:ext cx="113504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7A828D"/>
                </a:solidFill>
                <a:latin typeface="Segoe UI"/>
              </a:rPr>
              <a:t>PRIMARY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2070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6916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Pivot 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9659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#765FFF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6316" y="12070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91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7756" y="16916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Tint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6316" y="19659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#917FFF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2009" y="12070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AD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3449" y="16916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Tint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2009" y="19659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#AD9FFF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7701" y="12070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C8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9141" y="16916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Tint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7701" y="19659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#C8BFFF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3394" y="12070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E9E4FF"/>
          </a:solidFill>
          <a:ln w="9525">
            <a:solidFill>
              <a:srgbClr val="C8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4834" y="16916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Light Lavender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3394" y="19659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#E9E4FF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359152"/>
            <a:ext cx="113504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7A828D"/>
                </a:solidFill>
                <a:latin typeface="Segoe UI"/>
              </a:rPr>
              <a:t>ACCENTS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25786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0632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Anchor 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33375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#00C27A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16316" y="25786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07756" y="30632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Amber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6316" y="33375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#FFB547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2009" y="25786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60B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3449" y="30632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Teal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2009" y="33375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#60BDBC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07701" y="25786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9141" y="30632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Signal Magenta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7701" y="33375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#FF2E88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3394" y="25786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28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4834" y="30632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Vector Dark Purple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3394" y="33375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#281A42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3730752"/>
            <a:ext cx="113504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7A828D"/>
                </a:solidFill>
                <a:latin typeface="Segoe UI"/>
              </a:rPr>
              <a:t>DARK NEUTRALS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" y="39502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44348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Guiding Grey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47091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#1D1D1D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16316" y="39502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07756" y="44348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Grey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16316" y="47091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#3B3B3B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12009" y="39502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5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3449" y="44348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Grey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2009" y="47091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#585858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07701" y="39502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99141" y="44348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Grey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7701" y="47091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#767676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3394" y="39502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7A82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4834" y="44348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Grey Mid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3394" y="47091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#7A828D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" y="5102352"/>
            <a:ext cx="113504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7A828D"/>
                </a:solidFill>
                <a:latin typeface="Segoe UI"/>
              </a:rPr>
              <a:t>LIGHT NEUTRALS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0624" y="53218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B2B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2064" y="58064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Light Grey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" y="60807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#B2BBCA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16316" y="53218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D0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07756" y="58064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Soft Grey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16316" y="60807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#D0D7DF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12009" y="53218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E9E4FF"/>
          </a:solidFill>
          <a:ln w="9525">
            <a:solidFill>
              <a:srgbClr val="C8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03449" y="58064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Light Lavender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12009" y="60807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#E9E4FF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07701" y="53218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F5F4FF"/>
          </a:solidFill>
          <a:ln w="9525">
            <a:solidFill>
              <a:srgbClr val="C8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99141" y="58064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Near White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07701" y="60807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#F5F4FF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3394" y="5321808"/>
            <a:ext cx="2167676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8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4834" y="5806440"/>
            <a:ext cx="20396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1D1D1D"/>
                </a:solidFill>
                <a:latin typeface="Segoe UI"/>
              </a:rPr>
              <a:t>White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3394" y="6080760"/>
            <a:ext cx="21676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85858"/>
                </a:solidFill>
                <a:latin typeface="Arial"/>
              </a:rPr>
              <a:t>#FFFFFF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Typography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20624" y="987552"/>
            <a:ext cx="5303520" cy="127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3327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765FFF"/>
                </a:solidFill>
                <a:latin typeface="Segoe UI"/>
              </a:rPr>
              <a:t>SEGOE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225296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A828D"/>
                </a:solidFill>
                <a:latin typeface="Arial"/>
              </a:rPr>
              <a:t>Headlines, titles, labels, table headers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481328"/>
            <a:ext cx="5303520" cy="658368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91056"/>
            <a:ext cx="504748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Cover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C8BFFF"/>
                </a:solidFill>
                <a:latin typeface="Arial"/>
              </a:rPr>
              <a:t>Segoe UI Bold  ·  60pt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" y="2231136"/>
            <a:ext cx="5303520" cy="658368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04748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Divider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88336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7A828D"/>
                </a:solidFill>
                <a:latin typeface="Arial"/>
              </a:rPr>
              <a:t>Segoe UI Bold  ·  66pt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2980944"/>
            <a:ext cx="5303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90672"/>
            <a:ext cx="504748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D1D1D"/>
                </a:solidFill>
                <a:latin typeface="Segoe UI"/>
              </a:rPr>
              <a:t>Slide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38144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7A828D"/>
                </a:solidFill>
                <a:latin typeface="Arial"/>
              </a:rPr>
              <a:t>Segoe UI Bold  ·  28pt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" y="3730752"/>
            <a:ext cx="5303520" cy="658368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04748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Subtitle / 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87952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C8BFFF"/>
                </a:solidFill>
                <a:latin typeface="Arial"/>
              </a:rPr>
              <a:t>Segoe UI Regular  ·  40pt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987552"/>
            <a:ext cx="5303520" cy="127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03327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765FFF"/>
                </a:solidFill>
                <a:latin typeface="Segoe UI"/>
              </a:rPr>
              <a:t>ARIAL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1225296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7A828D"/>
                </a:solidFill>
                <a:latin typeface="Arial"/>
              </a:rPr>
              <a:t>Body copy, data, annotations, footnotes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1481328"/>
            <a:ext cx="5303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591056"/>
            <a:ext cx="504748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1D1D1D"/>
                </a:solidFill>
                <a:latin typeface="Arial"/>
              </a:rPr>
              <a:t>Body /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938528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7A828D"/>
                </a:solidFill>
                <a:latin typeface="Arial"/>
              </a:rPr>
              <a:t>Arial Regular  ·  20pt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2231136"/>
            <a:ext cx="5303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340864"/>
            <a:ext cx="504748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D1D1D"/>
                </a:solidFill>
                <a:latin typeface="Arial"/>
              </a:rPr>
              <a:t>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88336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7A828D"/>
                </a:solidFill>
                <a:latin typeface="Arial"/>
              </a:rPr>
              <a:t>Arial Regular  ·  12pt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980944"/>
            <a:ext cx="5303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090672"/>
            <a:ext cx="504748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585858"/>
                </a:solidFill>
                <a:latin typeface="Arial"/>
              </a:rPr>
              <a:t>Slide Number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38144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7A828D"/>
                </a:solidFill>
                <a:latin typeface="Arial"/>
              </a:rPr>
              <a:t>Arial Regular  ·  8pt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Q_Theme" id="{D85766C4-788A-D240-9FED-64B6AEC1C3FC}" vid="{C559863A-A311-A74F-9685-52998E57B6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FQ_Theme</Template>
  <TotalTime>489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Segoe UI</vt:lpstr>
      <vt:lpstr>FQ_Theme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28</cp:revision>
  <dcterms:created xsi:type="dcterms:W3CDTF">2026-03-11T20:57:20Z</dcterms:created>
  <dcterms:modified xsi:type="dcterms:W3CDTF">2026-03-25T23:02:31Z</dcterms:modified>
</cp:coreProperties>
</file>