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 id="2147483654" r:id="rId5"/>
    <p:sldMasterId id="2147483663" r:id="rId6"/>
  </p:sldMasterIdLst>
  <p:sldIdLst>
    <p:sldId id="257" r:id="rId7"/>
    <p:sldId id="2147482764" r:id="rId8"/>
    <p:sldId id="274" r:id="rId9"/>
    <p:sldId id="258" r:id="rId10"/>
    <p:sldId id="2147482750" r:id="rId11"/>
    <p:sldId id="264" r:id="rId12"/>
    <p:sldId id="260" r:id="rId13"/>
    <p:sldId id="261" r:id="rId14"/>
    <p:sldId id="262" r:id="rId15"/>
    <p:sldId id="2147482754" r:id="rId16"/>
    <p:sldId id="2147482757" r:id="rId17"/>
    <p:sldId id="2147482758" r:id="rId18"/>
    <p:sldId id="266" r:id="rId19"/>
    <p:sldId id="2147482755" r:id="rId20"/>
    <p:sldId id="2147482759" r:id="rId21"/>
    <p:sldId id="2147482756" r:id="rId22"/>
    <p:sldId id="263" r:id="rId23"/>
    <p:sldId id="265" r:id="rId24"/>
    <p:sldId id="2147482760" r:id="rId25"/>
    <p:sldId id="2147482761" r:id="rId26"/>
    <p:sldId id="259" r:id="rId27"/>
    <p:sldId id="27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FE268E8-5B7A-4C4B-B35F-4F3BB5C289FC}">
          <p14:sldIdLst>
            <p14:sldId id="257"/>
            <p14:sldId id="2147482764"/>
            <p14:sldId id="274"/>
            <p14:sldId id="258"/>
            <p14:sldId id="2147482750"/>
            <p14:sldId id="264"/>
            <p14:sldId id="260"/>
            <p14:sldId id="261"/>
            <p14:sldId id="262"/>
            <p14:sldId id="2147482754"/>
            <p14:sldId id="2147482757"/>
            <p14:sldId id="2147482758"/>
            <p14:sldId id="266"/>
            <p14:sldId id="2147482755"/>
            <p14:sldId id="2147482759"/>
            <p14:sldId id="2147482756"/>
            <p14:sldId id="263"/>
            <p14:sldId id="265"/>
            <p14:sldId id="2147482760"/>
            <p14:sldId id="2147482761"/>
            <p14:sldId id="259"/>
          </p14:sldIdLst>
        </p14:section>
        <p14:section name="Graveyard" id="{E0FA5C07-DAA0-4192-95EB-D8B60C097783}">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01"/>
    <p:restoredTop sz="95807"/>
  </p:normalViewPr>
  <p:slideViewPr>
    <p:cSldViewPr snapToGrid="0" snapToObjects="1">
      <p:cViewPr varScale="1">
        <p:scale>
          <a:sx n="106" d="100"/>
          <a:sy n="106" d="100"/>
        </p:scale>
        <p:origin x="93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viewProps" Target="viewProps.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ri MacIsaac" userId="a44d039e-3f83-4711-ae92-2671cbecd253" providerId="ADAL" clId="{046020BA-6847-3946-A7F5-86AE8F410C8A}"/>
    <pc:docChg chg="modSld">
      <pc:chgData name="Lori MacIsaac" userId="a44d039e-3f83-4711-ae92-2671cbecd253" providerId="ADAL" clId="{046020BA-6847-3946-A7F5-86AE8F410C8A}" dt="2024-06-27T15:33:00.093" v="47" actId="20577"/>
      <pc:docMkLst>
        <pc:docMk/>
      </pc:docMkLst>
      <pc:sldChg chg="modSp mod">
        <pc:chgData name="Lori MacIsaac" userId="a44d039e-3f83-4711-ae92-2671cbecd253" providerId="ADAL" clId="{046020BA-6847-3946-A7F5-86AE8F410C8A}" dt="2024-06-27T15:25:35.799" v="43" actId="20577"/>
        <pc:sldMkLst>
          <pc:docMk/>
          <pc:sldMk cId="4079160280" sldId="258"/>
        </pc:sldMkLst>
        <pc:spChg chg="mod">
          <ac:chgData name="Lori MacIsaac" userId="a44d039e-3f83-4711-ae92-2671cbecd253" providerId="ADAL" clId="{046020BA-6847-3946-A7F5-86AE8F410C8A}" dt="2024-06-27T15:25:35.799" v="43" actId="20577"/>
          <ac:spMkLst>
            <pc:docMk/>
            <pc:sldMk cId="4079160280" sldId="258"/>
            <ac:spMk id="2" creationId="{ADD647D3-39E5-A768-90F3-5FEA24B8F983}"/>
          </ac:spMkLst>
        </pc:spChg>
        <pc:spChg chg="mod">
          <ac:chgData name="Lori MacIsaac" userId="a44d039e-3f83-4711-ae92-2671cbecd253" providerId="ADAL" clId="{046020BA-6847-3946-A7F5-86AE8F410C8A}" dt="2024-06-27T15:25:32.406" v="41" actId="20577"/>
          <ac:spMkLst>
            <pc:docMk/>
            <pc:sldMk cId="4079160280" sldId="258"/>
            <ac:spMk id="10" creationId="{1D6F2CC7-46D4-8495-F8A1-352A4857866D}"/>
          </ac:spMkLst>
        </pc:spChg>
      </pc:sldChg>
      <pc:sldChg chg="modSp mod">
        <pc:chgData name="Lori MacIsaac" userId="a44d039e-3f83-4711-ae92-2671cbecd253" providerId="ADAL" clId="{046020BA-6847-3946-A7F5-86AE8F410C8A}" dt="2024-06-27T15:25:14.615" v="37" actId="20577"/>
        <pc:sldMkLst>
          <pc:docMk/>
          <pc:sldMk cId="3069948227" sldId="261"/>
        </pc:sldMkLst>
        <pc:spChg chg="mod">
          <ac:chgData name="Lori MacIsaac" userId="a44d039e-3f83-4711-ae92-2671cbecd253" providerId="ADAL" clId="{046020BA-6847-3946-A7F5-86AE8F410C8A}" dt="2024-06-27T15:25:14.615" v="37" actId="20577"/>
          <ac:spMkLst>
            <pc:docMk/>
            <pc:sldMk cId="3069948227" sldId="261"/>
            <ac:spMk id="2" creationId="{E1FEF936-25ED-EFC6-F043-D0F8AC16A4C0}"/>
          </ac:spMkLst>
        </pc:spChg>
      </pc:sldChg>
      <pc:sldChg chg="modSp mod">
        <pc:chgData name="Lori MacIsaac" userId="a44d039e-3f83-4711-ae92-2671cbecd253" providerId="ADAL" clId="{046020BA-6847-3946-A7F5-86AE8F410C8A}" dt="2024-06-27T15:31:54.472" v="46" actId="20577"/>
        <pc:sldMkLst>
          <pc:docMk/>
          <pc:sldMk cId="1311164768" sldId="263"/>
        </pc:sldMkLst>
        <pc:spChg chg="mod">
          <ac:chgData name="Lori MacIsaac" userId="a44d039e-3f83-4711-ae92-2671cbecd253" providerId="ADAL" clId="{046020BA-6847-3946-A7F5-86AE8F410C8A}" dt="2024-06-27T15:31:54.472" v="46" actId="20577"/>
          <ac:spMkLst>
            <pc:docMk/>
            <pc:sldMk cId="1311164768" sldId="263"/>
            <ac:spMk id="2" creationId="{38142DEE-C4EE-EC46-0EA9-38B70ABCCE1F}"/>
          </ac:spMkLst>
        </pc:spChg>
      </pc:sldChg>
      <pc:sldChg chg="modSp mod">
        <pc:chgData name="Lori MacIsaac" userId="a44d039e-3f83-4711-ae92-2671cbecd253" providerId="ADAL" clId="{046020BA-6847-3946-A7F5-86AE8F410C8A}" dt="2024-06-27T15:33:00.093" v="47" actId="20577"/>
        <pc:sldMkLst>
          <pc:docMk/>
          <pc:sldMk cId="1295505780" sldId="265"/>
        </pc:sldMkLst>
        <pc:spChg chg="mod">
          <ac:chgData name="Lori MacIsaac" userId="a44d039e-3f83-4711-ae92-2671cbecd253" providerId="ADAL" clId="{046020BA-6847-3946-A7F5-86AE8F410C8A}" dt="2024-06-27T15:33:00.093" v="47" actId="20577"/>
          <ac:spMkLst>
            <pc:docMk/>
            <pc:sldMk cId="1295505780" sldId="265"/>
            <ac:spMk id="2" creationId="{DB94F37D-F7A3-0D9A-1D20-A6C61A28CDB4}"/>
          </ac:spMkLst>
        </pc:spChg>
      </pc:sldChg>
      <pc:sldChg chg="modSp mod">
        <pc:chgData name="Lori MacIsaac" userId="a44d039e-3f83-4711-ae92-2671cbecd253" providerId="ADAL" clId="{046020BA-6847-3946-A7F5-86AE8F410C8A}" dt="2024-06-20T21:02:23.944" v="2" actId="255"/>
        <pc:sldMkLst>
          <pc:docMk/>
          <pc:sldMk cId="3256985668" sldId="274"/>
        </pc:sldMkLst>
        <pc:spChg chg="mod">
          <ac:chgData name="Lori MacIsaac" userId="a44d039e-3f83-4711-ae92-2671cbecd253" providerId="ADAL" clId="{046020BA-6847-3946-A7F5-86AE8F410C8A}" dt="2024-06-20T21:02:23.944" v="2" actId="255"/>
          <ac:spMkLst>
            <pc:docMk/>
            <pc:sldMk cId="3256985668" sldId="274"/>
            <ac:spMk id="37" creationId="{4F16A3EC-1102-BE1B-7601-4D2D50AE9052}"/>
          </ac:spMkLst>
        </pc:spChg>
      </pc:sldChg>
      <pc:sldChg chg="modSp mod">
        <pc:chgData name="Lori MacIsaac" userId="a44d039e-3f83-4711-ae92-2671cbecd253" providerId="ADAL" clId="{046020BA-6847-3946-A7F5-86AE8F410C8A}" dt="2024-06-27T15:25:41.241" v="45" actId="20577"/>
        <pc:sldMkLst>
          <pc:docMk/>
          <pc:sldMk cId="201431541" sldId="2147482750"/>
        </pc:sldMkLst>
        <pc:spChg chg="mod">
          <ac:chgData name="Lori MacIsaac" userId="a44d039e-3f83-4711-ae92-2671cbecd253" providerId="ADAL" clId="{046020BA-6847-3946-A7F5-86AE8F410C8A}" dt="2024-06-27T15:25:41.241" v="45" actId="20577"/>
          <ac:spMkLst>
            <pc:docMk/>
            <pc:sldMk cId="201431541" sldId="2147482750"/>
            <ac:spMk id="2" creationId="{B3C05C30-9D4F-28C1-B303-4560D11AAF34}"/>
          </ac:spMkLst>
        </pc:spChg>
        <pc:spChg chg="mod">
          <ac:chgData name="Lori MacIsaac" userId="a44d039e-3f83-4711-ae92-2671cbecd253" providerId="ADAL" clId="{046020BA-6847-3946-A7F5-86AE8F410C8A}" dt="2024-06-27T15:16:17.714" v="35" actId="20577"/>
          <ac:spMkLst>
            <pc:docMk/>
            <pc:sldMk cId="201431541" sldId="2147482750"/>
            <ac:spMk id="20" creationId="{F48857C5-CAFE-E03C-A5E8-C02DF620B487}"/>
          </ac:spMkLst>
        </pc:spChg>
      </pc:sldChg>
      <pc:sldChg chg="modSp mod">
        <pc:chgData name="Lori MacIsaac" userId="a44d039e-3f83-4711-ae92-2671cbecd253" providerId="ADAL" clId="{046020BA-6847-3946-A7F5-86AE8F410C8A}" dt="2024-06-20T21:03:44.175" v="11" actId="20577"/>
        <pc:sldMkLst>
          <pc:docMk/>
          <pc:sldMk cId="42666221" sldId="2147482758"/>
        </pc:sldMkLst>
        <pc:spChg chg="mod">
          <ac:chgData name="Lori MacIsaac" userId="a44d039e-3f83-4711-ae92-2671cbecd253" providerId="ADAL" clId="{046020BA-6847-3946-A7F5-86AE8F410C8A}" dt="2024-06-20T21:03:44.175" v="11" actId="20577"/>
          <ac:spMkLst>
            <pc:docMk/>
            <pc:sldMk cId="42666221" sldId="2147482758"/>
            <ac:spMk id="2" creationId="{E7CE06F3-5CEB-0F47-26CB-7C6398B8A930}"/>
          </ac:spMkLst>
        </pc:spChg>
      </pc:sldChg>
      <pc:sldChg chg="modSp mod">
        <pc:chgData name="Lori MacIsaac" userId="a44d039e-3f83-4711-ae92-2671cbecd253" providerId="ADAL" clId="{046020BA-6847-3946-A7F5-86AE8F410C8A}" dt="2024-06-27T15:25:20.988" v="39" actId="20577"/>
        <pc:sldMkLst>
          <pc:docMk/>
          <pc:sldMk cId="1416874676" sldId="2147482764"/>
        </pc:sldMkLst>
        <pc:spChg chg="mod">
          <ac:chgData name="Lori MacIsaac" userId="a44d039e-3f83-4711-ae92-2671cbecd253" providerId="ADAL" clId="{046020BA-6847-3946-A7F5-86AE8F410C8A}" dt="2024-06-27T15:25:20.988" v="39" actId="20577"/>
          <ac:spMkLst>
            <pc:docMk/>
            <pc:sldMk cId="1416874676" sldId="2147482764"/>
            <ac:spMk id="2" creationId="{F54624AF-E0E4-DF53-7AB6-B5201FB50CD5}"/>
          </ac:spMkLst>
        </pc:spChg>
        <pc:spChg chg="mod">
          <ac:chgData name="Lori MacIsaac" userId="a44d039e-3f83-4711-ae92-2671cbecd253" providerId="ADAL" clId="{046020BA-6847-3946-A7F5-86AE8F410C8A}" dt="2024-06-20T21:02:09.339" v="1" actId="20577"/>
          <ac:spMkLst>
            <pc:docMk/>
            <pc:sldMk cId="1416874676" sldId="2147482764"/>
            <ac:spMk id="6" creationId="{D7387C04-D45D-1444-E4C1-8E5B741D2ED6}"/>
          </ac:spMkLst>
        </pc:spChg>
        <pc:spChg chg="mod">
          <ac:chgData name="Lori MacIsaac" userId="a44d039e-3f83-4711-ae92-2671cbecd253" providerId="ADAL" clId="{046020BA-6847-3946-A7F5-86AE8F410C8A}" dt="2024-06-27T15:13:53.879" v="21" actId="20577"/>
          <ac:spMkLst>
            <pc:docMk/>
            <pc:sldMk cId="1416874676" sldId="2147482764"/>
            <ac:spMk id="7" creationId="{6D18A546-CDC2-E64D-E14B-8909766E916D}"/>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Bought</c:v>
                </c:pt>
              </c:strCache>
            </c:strRef>
          </c:tx>
          <c:spPr>
            <a:solidFill>
              <a:schemeClr val="tx1"/>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0-9D5A-384D-AD0A-D98A951E330A}"/>
                </c:ext>
              </c:extLst>
            </c:dLbl>
            <c:dLbl>
              <c:idx val="1"/>
              <c:delete val="1"/>
              <c:extLst>
                <c:ext xmlns:c15="http://schemas.microsoft.com/office/drawing/2012/chart" uri="{CE6537A1-D6FC-4f65-9D91-7224C49458BB}">
                  <c15:layout>
                    <c:manualLayout>
                      <c:w val="0.2172718184483573"/>
                      <c:h val="9.2560708966653624E-2"/>
                    </c:manualLayout>
                  </c15:layout>
                </c:ext>
                <c:ext xmlns:c16="http://schemas.microsoft.com/office/drawing/2014/chart" uri="{C3380CC4-5D6E-409C-BE32-E72D297353CC}">
                  <c16:uniqueId val="{00000001-9D5A-384D-AD0A-D98A951E330A}"/>
                </c:ext>
              </c:extLst>
            </c:dLbl>
            <c:dLbl>
              <c:idx val="2"/>
              <c:tx>
                <c:rich>
                  <a:bodyPr/>
                  <a:lstStyle/>
                  <a:p>
                    <a:r>
                      <a:rPr lang="en-US"/>
                      <a: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D5A-384D-AD0A-D98A951E330A}"/>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Roboto" panose="02000000000000000000" pitchFamily="2" charset="0"/>
                    <a:ea typeface="Roboto" panose="02000000000000000000" pitchFamily="2" charset="0"/>
                    <a:cs typeface="Helvetica Neue" panose="02000503000000020004"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FY2021</c:v>
                </c:pt>
                <c:pt idx="1">
                  <c:v>Current</c:v>
                </c:pt>
              </c:strCache>
            </c:strRef>
          </c:cat>
          <c:val>
            <c:numRef>
              <c:f>Sheet1!$B$2:$B$3</c:f>
              <c:numCache>
                <c:formatCode>_("$"* #,##0_);_("$"* \(#,##0\);_("$"* "-"??_);_(@_)</c:formatCode>
                <c:ptCount val="2"/>
                <c:pt idx="0">
                  <c:v>628</c:v>
                </c:pt>
                <c:pt idx="1">
                  <c:v>594.79999999999995</c:v>
                </c:pt>
              </c:numCache>
            </c:numRef>
          </c:val>
          <c:extLst>
            <c:ext xmlns:c16="http://schemas.microsoft.com/office/drawing/2014/chart" uri="{C3380CC4-5D6E-409C-BE32-E72D297353CC}">
              <c16:uniqueId val="{00000003-9D5A-384D-AD0A-D98A951E330A}"/>
            </c:ext>
          </c:extLst>
        </c:ser>
        <c:ser>
          <c:idx val="1"/>
          <c:order val="1"/>
          <c:tx>
            <c:strRef>
              <c:f>Sheet1!$C$1</c:f>
              <c:strCache>
                <c:ptCount val="1"/>
                <c:pt idx="0">
                  <c:v>People</c:v>
                </c:pt>
              </c:strCache>
            </c:strRef>
          </c:tx>
          <c:spPr>
            <a:solidFill>
              <a:schemeClr val="tx1">
                <a:lumMod val="50000"/>
                <a:lumOff val="50000"/>
              </a:schemeClr>
            </a:solidFill>
            <a:ln>
              <a:noFill/>
            </a:ln>
            <a:effectLst/>
          </c:spPr>
          <c:invertIfNegative val="0"/>
          <c:dLbls>
            <c:dLbl>
              <c:idx val="0"/>
              <c:tx>
                <c:rich>
                  <a:bodyPr/>
                  <a:lstStyle/>
                  <a:p>
                    <a:r>
                      <a:rPr lang="en-US"/>
                      <a:t>                                                     </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D5A-384D-AD0A-D98A951E330A}"/>
                </c:ext>
              </c:extLst>
            </c:dLbl>
            <c:dLbl>
              <c:idx val="1"/>
              <c:delete val="1"/>
              <c:extLst>
                <c:ext xmlns:c15="http://schemas.microsoft.com/office/drawing/2012/chart" uri="{CE6537A1-D6FC-4f65-9D91-7224C49458BB}"/>
                <c:ext xmlns:c16="http://schemas.microsoft.com/office/drawing/2014/chart" uri="{C3380CC4-5D6E-409C-BE32-E72D297353CC}">
                  <c16:uniqueId val="{00000005-9D5A-384D-AD0A-D98A951E330A}"/>
                </c:ext>
              </c:extLst>
            </c:dLbl>
            <c:dLbl>
              <c:idx val="2"/>
              <c:tx>
                <c:rich>
                  <a:bodyPr/>
                  <a:lstStyle/>
                  <a:p>
                    <a:r>
                      <a:rPr lang="en-US"/>
                      <a: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9D5A-384D-AD0A-D98A951E330A}"/>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Roboto" panose="02000000000000000000" pitchFamily="2" charset="0"/>
                    <a:ea typeface="Roboto" panose="02000000000000000000" pitchFamily="2" charset="0"/>
                    <a:cs typeface="Helvetica Neue" panose="02000503000000020004"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FY2021</c:v>
                </c:pt>
                <c:pt idx="1">
                  <c:v>Current</c:v>
                </c:pt>
              </c:strCache>
            </c:strRef>
          </c:cat>
          <c:val>
            <c:numRef>
              <c:f>Sheet1!$C$2:$C$3</c:f>
              <c:numCache>
                <c:formatCode>_("$"* #,##0_);_("$"* \(#,##0\);_("$"* "-"??_);_(@_)</c:formatCode>
                <c:ptCount val="2"/>
                <c:pt idx="0">
                  <c:v>1118.2</c:v>
                </c:pt>
                <c:pt idx="1">
                  <c:v>916.4</c:v>
                </c:pt>
              </c:numCache>
            </c:numRef>
          </c:val>
          <c:extLst>
            <c:ext xmlns:c16="http://schemas.microsoft.com/office/drawing/2014/chart" uri="{C3380CC4-5D6E-409C-BE32-E72D297353CC}">
              <c16:uniqueId val="{00000007-9D5A-384D-AD0A-D98A951E330A}"/>
            </c:ext>
          </c:extLst>
        </c:ser>
        <c:ser>
          <c:idx val="2"/>
          <c:order val="2"/>
          <c:tx>
            <c:strRef>
              <c:f>Sheet1!$D$1</c:f>
              <c:strCache>
                <c:ptCount val="1"/>
                <c:pt idx="0">
                  <c:v>Total</c:v>
                </c:pt>
              </c:strCache>
            </c:strRef>
          </c:tx>
          <c:spPr>
            <a:noFill/>
            <a:ln>
              <a:noFill/>
            </a:ln>
            <a:effectLst/>
          </c:spPr>
          <c:invertIfNegative val="0"/>
          <c:dLbls>
            <c:dLbl>
              <c:idx val="0"/>
              <c:spPr>
                <a:noFill/>
                <a:ln>
                  <a:noFill/>
                </a:ln>
                <a:effectLst/>
              </c:spPr>
              <c:txPr>
                <a:bodyPr rot="0" spcFirstLastPara="1" vertOverflow="ellipsis" vert="horz" wrap="square" lIns="38100" tIns="19050" rIns="38100" bIns="19050" anchor="ctr" anchorCtr="1">
                  <a:noAutofit/>
                </a:bodyPr>
                <a:lstStyle/>
                <a:p>
                  <a:pPr>
                    <a:defRPr sz="1400" b="1" i="0" u="none" strike="noStrike" kern="1200" baseline="0">
                      <a:solidFill>
                        <a:schemeClr val="tx1"/>
                      </a:solidFill>
                      <a:latin typeface="+mn-lt"/>
                      <a:ea typeface="+mn-ea"/>
                      <a:cs typeface="+mn-cs"/>
                    </a:defRPr>
                  </a:pPr>
                  <a:endParaRPr lang="en-US"/>
                </a:p>
              </c:txPr>
              <c:dLblPos val="inBase"/>
              <c:showLegendKey val="0"/>
              <c:showVal val="1"/>
              <c:showCatName val="0"/>
              <c:showSerName val="0"/>
              <c:showPercent val="0"/>
              <c:showBubbleSize val="0"/>
              <c:extLst>
                <c:ext xmlns:c15="http://schemas.microsoft.com/office/drawing/2012/chart" uri="{CE6537A1-D6FC-4f65-9D91-7224C49458BB}">
                  <c15:layout>
                    <c:manualLayout>
                      <c:w val="0.4040958456175785"/>
                      <c:h val="7.8971140479425966E-2"/>
                    </c:manualLayout>
                  </c15:layout>
                </c:ext>
                <c:ext xmlns:c16="http://schemas.microsoft.com/office/drawing/2014/chart" uri="{C3380CC4-5D6E-409C-BE32-E72D297353CC}">
                  <c16:uniqueId val="{00000008-9D5A-384D-AD0A-D98A951E330A}"/>
                </c:ext>
              </c:extLst>
            </c:dLbl>
            <c:dLbl>
              <c:idx val="1"/>
              <c:spPr>
                <a:noFill/>
                <a:ln>
                  <a:noFill/>
                </a:ln>
                <a:effectLst/>
              </c:spPr>
              <c:txPr>
                <a:bodyPr rot="0" spcFirstLastPara="1" vertOverflow="ellipsis" vert="horz" wrap="square" lIns="38100" tIns="19050" rIns="38100" bIns="19050" anchor="ctr" anchorCtr="1">
                  <a:noAutofit/>
                </a:bodyPr>
                <a:lstStyle/>
                <a:p>
                  <a:pPr>
                    <a:defRPr sz="1400" b="1" i="0" u="none" strike="noStrike" kern="1200" baseline="0">
                      <a:solidFill>
                        <a:schemeClr val="tx1"/>
                      </a:solidFill>
                      <a:latin typeface="+mn-lt"/>
                      <a:ea typeface="+mn-ea"/>
                      <a:cs typeface="+mn-cs"/>
                    </a:defRPr>
                  </a:pPr>
                  <a:endParaRPr lang="en-US"/>
                </a:p>
              </c:txPr>
              <c:dLblPos val="inBase"/>
              <c:showLegendKey val="0"/>
              <c:showVal val="1"/>
              <c:showCatName val="0"/>
              <c:showSerName val="0"/>
              <c:showPercent val="0"/>
              <c:showBubbleSize val="0"/>
              <c:extLst>
                <c:ext xmlns:c15="http://schemas.microsoft.com/office/drawing/2012/chart" uri="{CE6537A1-D6FC-4f65-9D91-7224C49458BB}">
                  <c15:layout>
                    <c:manualLayout>
                      <c:w val="0.39116684719756317"/>
                      <c:h val="7.8971140479425966E-2"/>
                    </c:manualLayout>
                  </c15:layout>
                </c:ext>
                <c:ext xmlns:c16="http://schemas.microsoft.com/office/drawing/2014/chart" uri="{C3380CC4-5D6E-409C-BE32-E72D297353CC}">
                  <c16:uniqueId val="{00000009-9D5A-384D-AD0A-D98A951E330A}"/>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FY2021</c:v>
                </c:pt>
                <c:pt idx="1">
                  <c:v>Current</c:v>
                </c:pt>
              </c:strCache>
            </c:strRef>
          </c:cat>
          <c:val>
            <c:numRef>
              <c:f>Sheet1!$D$2:$D$3</c:f>
              <c:numCache>
                <c:formatCode>_("$"* #,##0_);_("$"* \(#,##0\);_("$"* "-"??_);_(@_)</c:formatCode>
                <c:ptCount val="2"/>
                <c:pt idx="0">
                  <c:v>1746.2</c:v>
                </c:pt>
                <c:pt idx="1">
                  <c:v>1511.1999999999998</c:v>
                </c:pt>
              </c:numCache>
            </c:numRef>
          </c:val>
          <c:extLst>
            <c:ext xmlns:c16="http://schemas.microsoft.com/office/drawing/2014/chart" uri="{C3380CC4-5D6E-409C-BE32-E72D297353CC}">
              <c16:uniqueId val="{0000000A-9D5A-384D-AD0A-D98A951E330A}"/>
            </c:ext>
          </c:extLst>
        </c:ser>
        <c:dLbls>
          <c:showLegendKey val="0"/>
          <c:showVal val="0"/>
          <c:showCatName val="0"/>
          <c:showSerName val="0"/>
          <c:showPercent val="0"/>
          <c:showBubbleSize val="0"/>
        </c:dLbls>
        <c:gapWidth val="28"/>
        <c:overlap val="100"/>
        <c:axId val="495035728"/>
        <c:axId val="495407440"/>
      </c:barChart>
      <c:catAx>
        <c:axId val="4950357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Helvetica Neue" panose="02000503000000020004" pitchFamily="2" charset="0"/>
                <a:ea typeface="Helvetica Neue" panose="02000503000000020004" pitchFamily="2" charset="0"/>
                <a:cs typeface="Helvetica Neue" panose="02000503000000020004" pitchFamily="2" charset="0"/>
              </a:defRPr>
            </a:pPr>
            <a:endParaRPr lang="en-US"/>
          </a:p>
        </c:txPr>
        <c:crossAx val="495407440"/>
        <c:crosses val="autoZero"/>
        <c:auto val="1"/>
        <c:lblAlgn val="ctr"/>
        <c:lblOffset val="100"/>
        <c:noMultiLvlLbl val="0"/>
      </c:catAx>
      <c:valAx>
        <c:axId val="495407440"/>
        <c:scaling>
          <c:orientation val="minMax"/>
          <c:max val="2000"/>
          <c:min val="0"/>
        </c:scaling>
        <c:delete val="1"/>
        <c:axPos val="l"/>
        <c:numFmt formatCode="_(&quot;$&quot;* #,##0_);_(&quot;$&quot;* \(#,##0\);_(&quot;$&quot;* &quot;-&quot;??_);_(@_)" sourceLinked="1"/>
        <c:majorTickMark val="out"/>
        <c:minorTickMark val="none"/>
        <c:tickLblPos val="nextTo"/>
        <c:crossAx val="4950357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Helvetica Neue" panose="02000503000000020004" pitchFamily="2" charset="0"/>
              <a:ea typeface="Helvetica Neue" panose="02000503000000020004" pitchFamily="2" charset="0"/>
              <a:cs typeface="Helvetica Neue" panose="02000503000000020004" pitchFamily="2"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31B314-203F-4C6C-8D15-AA5F3B151A4C}"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A6903172-4C2B-4BC1-AE36-42A07AAE7D49}">
      <dgm:prSet phldrT="[Text]" custT="1"/>
      <dgm:spPr>
        <a:xfrm>
          <a:off x="5593372" y="1174762"/>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Head of BU</a:t>
          </a:r>
        </a:p>
      </dgm:t>
    </dgm:pt>
    <dgm:pt modelId="{7A7DFEFC-9E48-462B-A85D-62E841D1EF3E}" type="parTrans" cxnId="{CD243FDE-BDF3-42BC-8816-662247479E1E}">
      <dgm:prSet/>
      <dgm:spPr/>
      <dgm:t>
        <a:bodyPr/>
        <a:lstStyle/>
        <a:p>
          <a:endParaRPr lang="en-US"/>
        </a:p>
      </dgm:t>
    </dgm:pt>
    <dgm:pt modelId="{2C446A3B-724E-4F5A-84B8-2FCC535C0AF0}" type="sibTrans" cxnId="{CD243FDE-BDF3-42BC-8816-662247479E1E}">
      <dgm:prSet/>
      <dgm:spPr/>
      <dgm:t>
        <a:bodyPr/>
        <a:lstStyle/>
        <a:p>
          <a:endParaRPr lang="en-US"/>
        </a:p>
      </dgm:t>
    </dgm:pt>
    <dgm:pt modelId="{35AB1A41-8081-48A4-8A7F-B98E684A4D9C}">
      <dgm:prSet phldrT="[Text]" custT="1"/>
      <dgm:spPr>
        <a:xfrm>
          <a:off x="1121335" y="1830784"/>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VP Sales</a:t>
          </a:r>
        </a:p>
      </dgm:t>
    </dgm:pt>
    <dgm:pt modelId="{D4EE0A3A-4329-44F7-9AFD-3E98CD858782}" type="parTrans" cxnId="{628F2B9C-AAD9-4544-82F7-F67A02E973C0}">
      <dgm:prSet/>
      <dgm:spPr>
        <a:xfrm>
          <a:off x="1583322" y="1636750"/>
          <a:ext cx="4472037" cy="194034"/>
        </a:xfrm>
        <a:custGeom>
          <a:avLst/>
          <a:gdLst/>
          <a:ahLst/>
          <a:cxnLst/>
          <a:rect l="0" t="0" r="0" b="0"/>
          <a:pathLst>
            <a:path>
              <a:moveTo>
                <a:pt x="4472037" y="0"/>
              </a:moveTo>
              <a:lnTo>
                <a:pt x="4472037" y="97017"/>
              </a:lnTo>
              <a:lnTo>
                <a:pt x="0" y="97017"/>
              </a:lnTo>
              <a:lnTo>
                <a:pt x="0" y="194034"/>
              </a:lnTo>
            </a:path>
          </a:pathLst>
        </a:custGeom>
        <a:noFill/>
        <a:ln w="12700" cap="flat" cmpd="sng" algn="ctr">
          <a:solidFill>
            <a:srgbClr val="288FC2"/>
          </a:solidFill>
          <a:prstDash val="solid"/>
          <a:miter lim="800000"/>
        </a:ln>
        <a:effectLst/>
      </dgm:spPr>
      <dgm:t>
        <a:bodyPr/>
        <a:lstStyle/>
        <a:p>
          <a:endParaRPr lang="en-US"/>
        </a:p>
      </dgm:t>
    </dgm:pt>
    <dgm:pt modelId="{CE34C9C7-71D6-4FD7-9D79-51B057169BD4}" type="sibTrans" cxnId="{628F2B9C-AAD9-4544-82F7-F67A02E973C0}">
      <dgm:prSet/>
      <dgm:spPr/>
      <dgm:t>
        <a:bodyPr/>
        <a:lstStyle/>
        <a:p>
          <a:endParaRPr lang="en-US"/>
        </a:p>
      </dgm:t>
    </dgm:pt>
    <dgm:pt modelId="{CA847C2F-9F84-4060-A1D9-FB2FF742E220}">
      <dgm:prSet phldrT="[Text]" custT="1"/>
      <dgm:spPr>
        <a:xfrm>
          <a:off x="2239344" y="1830784"/>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VP HR</a:t>
          </a:r>
        </a:p>
      </dgm:t>
    </dgm:pt>
    <dgm:pt modelId="{3462432D-8E9E-4250-984B-790CD3A4FC74}" type="parTrans" cxnId="{61E37E7A-AEF0-4759-A029-BA8DBC241DA4}">
      <dgm:prSet/>
      <dgm:spPr>
        <a:xfrm>
          <a:off x="2701332" y="1636750"/>
          <a:ext cx="3354027" cy="194034"/>
        </a:xfrm>
        <a:custGeom>
          <a:avLst/>
          <a:gdLst/>
          <a:ahLst/>
          <a:cxnLst/>
          <a:rect l="0" t="0" r="0" b="0"/>
          <a:pathLst>
            <a:path>
              <a:moveTo>
                <a:pt x="3354027" y="0"/>
              </a:moveTo>
              <a:lnTo>
                <a:pt x="3354027" y="97017"/>
              </a:lnTo>
              <a:lnTo>
                <a:pt x="0" y="97017"/>
              </a:lnTo>
              <a:lnTo>
                <a:pt x="0" y="194034"/>
              </a:lnTo>
            </a:path>
          </a:pathLst>
        </a:custGeom>
        <a:noFill/>
        <a:ln w="12700" cap="flat" cmpd="sng" algn="ctr">
          <a:solidFill>
            <a:srgbClr val="288FC2"/>
          </a:solidFill>
          <a:prstDash val="solid"/>
          <a:miter lim="800000"/>
        </a:ln>
        <a:effectLst/>
      </dgm:spPr>
      <dgm:t>
        <a:bodyPr/>
        <a:lstStyle/>
        <a:p>
          <a:endParaRPr lang="en-US"/>
        </a:p>
      </dgm:t>
    </dgm:pt>
    <dgm:pt modelId="{B03D6DB3-79A8-4766-8F65-767555773A81}" type="sibTrans" cxnId="{61E37E7A-AEF0-4759-A029-BA8DBC241DA4}">
      <dgm:prSet/>
      <dgm:spPr/>
      <dgm:t>
        <a:bodyPr/>
        <a:lstStyle/>
        <a:p>
          <a:endParaRPr lang="en-US"/>
        </a:p>
      </dgm:t>
    </dgm:pt>
    <dgm:pt modelId="{0C670059-05FB-4611-8616-0966196509BD}">
      <dgm:prSet phldrT="[Text]" custT="1"/>
      <dgm:spPr>
        <a:xfrm>
          <a:off x="3357354" y="1830784"/>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SVP, Category 1</a:t>
          </a:r>
        </a:p>
      </dgm:t>
    </dgm:pt>
    <dgm:pt modelId="{D175ED27-CF19-48B5-BEFB-0F7E120BEE38}" type="parTrans" cxnId="{0B9EFD84-7D14-4E19-A17A-006327AC1F63}">
      <dgm:prSet/>
      <dgm:spPr>
        <a:xfrm>
          <a:off x="3819341" y="1636750"/>
          <a:ext cx="2236018" cy="194034"/>
        </a:xfrm>
        <a:custGeom>
          <a:avLst/>
          <a:gdLst/>
          <a:ahLst/>
          <a:cxnLst/>
          <a:rect l="0" t="0" r="0" b="0"/>
          <a:pathLst>
            <a:path>
              <a:moveTo>
                <a:pt x="2236018" y="0"/>
              </a:moveTo>
              <a:lnTo>
                <a:pt x="2236018" y="97017"/>
              </a:lnTo>
              <a:lnTo>
                <a:pt x="0" y="97017"/>
              </a:lnTo>
              <a:lnTo>
                <a:pt x="0" y="194034"/>
              </a:lnTo>
            </a:path>
          </a:pathLst>
        </a:custGeom>
        <a:noFill/>
        <a:ln w="12700" cap="flat" cmpd="sng" algn="ctr">
          <a:solidFill>
            <a:srgbClr val="288FC2"/>
          </a:solidFill>
          <a:prstDash val="solid"/>
          <a:miter lim="800000"/>
        </a:ln>
        <a:effectLst/>
      </dgm:spPr>
      <dgm:t>
        <a:bodyPr/>
        <a:lstStyle/>
        <a:p>
          <a:endParaRPr lang="en-US"/>
        </a:p>
      </dgm:t>
    </dgm:pt>
    <dgm:pt modelId="{8CCC2ECA-CC8D-4689-B79C-AB209E407A48}" type="sibTrans" cxnId="{0B9EFD84-7D14-4E19-A17A-006327AC1F63}">
      <dgm:prSet/>
      <dgm:spPr/>
      <dgm:t>
        <a:bodyPr/>
        <a:lstStyle/>
        <a:p>
          <a:endParaRPr lang="en-US"/>
        </a:p>
      </dgm:t>
    </dgm:pt>
    <dgm:pt modelId="{21DE89EA-5D9C-4A77-8D57-7967A1F7D552}">
      <dgm:prSet phldrT="[Text]" custT="1"/>
      <dgm:spPr>
        <a:xfrm>
          <a:off x="1121335" y="2486806"/>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Sr. Dir. C&amp;P</a:t>
          </a:r>
        </a:p>
      </dgm:t>
    </dgm:pt>
    <dgm:pt modelId="{880693C9-0B82-46C5-9193-374DE92C93C3}" type="parTrans" cxnId="{5025A3B8-A0F5-46F8-BB27-621DA989A46B}">
      <dgm:prSet/>
      <dgm:spPr>
        <a:xfrm>
          <a:off x="1537602" y="2292772"/>
          <a:ext cx="91440" cy="194034"/>
        </a:xfrm>
        <a:custGeom>
          <a:avLst/>
          <a:gdLst/>
          <a:ahLst/>
          <a:cxnLst/>
          <a:rect l="0" t="0" r="0" b="0"/>
          <a:pathLst>
            <a:path>
              <a:moveTo>
                <a:pt x="0" y="0"/>
              </a:moveTo>
              <a:lnTo>
                <a:pt x="0" y="425028"/>
              </a:lnTo>
              <a:lnTo>
                <a:pt x="138596" y="425028"/>
              </a:lnTo>
            </a:path>
          </a:pathLst>
        </a:custGeom>
        <a:noFill/>
        <a:ln w="12700" cap="flat" cmpd="sng" algn="ctr">
          <a:solidFill>
            <a:srgbClr val="288FC2"/>
          </a:solidFill>
          <a:prstDash val="solid"/>
          <a:miter lim="800000"/>
        </a:ln>
        <a:effectLst/>
      </dgm:spPr>
      <dgm:t>
        <a:bodyPr/>
        <a:lstStyle/>
        <a:p>
          <a:endParaRPr lang="en-US"/>
        </a:p>
      </dgm:t>
    </dgm:pt>
    <dgm:pt modelId="{EB8B566C-22CF-49CF-BF74-72AB24B0652D}" type="sibTrans" cxnId="{5025A3B8-A0F5-46F8-BB27-621DA989A46B}">
      <dgm:prSet/>
      <dgm:spPr/>
      <dgm:t>
        <a:bodyPr/>
        <a:lstStyle/>
        <a:p>
          <a:endParaRPr lang="en-US"/>
        </a:p>
      </dgm:t>
    </dgm:pt>
    <dgm:pt modelId="{399B006A-9D46-4BB3-82BF-977E4E7625C0}">
      <dgm:prSet phldrT="[Text]" custT="1"/>
      <dgm:spPr>
        <a:xfrm>
          <a:off x="3588347" y="2486806"/>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VP Marketing </a:t>
          </a:r>
        </a:p>
      </dgm:t>
    </dgm:pt>
    <dgm:pt modelId="{09125B47-98A7-47A2-9363-56793EBF3E81}" type="parTrans" cxnId="{C8D54BB2-44E0-42AA-B73B-FA020C60030A}">
      <dgm:prSet/>
      <dgm:spPr>
        <a:xfrm>
          <a:off x="3449751" y="2292772"/>
          <a:ext cx="138596" cy="425028"/>
        </a:xfrm>
        <a:custGeom>
          <a:avLst/>
          <a:gdLst/>
          <a:ahLst/>
          <a:cxnLst/>
          <a:rect l="0" t="0" r="0" b="0"/>
          <a:pathLst>
            <a:path>
              <a:moveTo>
                <a:pt x="0" y="0"/>
              </a:moveTo>
              <a:lnTo>
                <a:pt x="0" y="425028"/>
              </a:lnTo>
              <a:lnTo>
                <a:pt x="138596" y="425028"/>
              </a:lnTo>
            </a:path>
          </a:pathLst>
        </a:custGeom>
        <a:noFill/>
        <a:ln w="12700" cap="flat" cmpd="sng" algn="ctr">
          <a:solidFill>
            <a:srgbClr val="288FC2"/>
          </a:solidFill>
          <a:prstDash val="solid"/>
          <a:miter lim="800000"/>
        </a:ln>
        <a:effectLst/>
      </dgm:spPr>
      <dgm:t>
        <a:bodyPr/>
        <a:lstStyle/>
        <a:p>
          <a:endParaRPr lang="en-US"/>
        </a:p>
      </dgm:t>
    </dgm:pt>
    <dgm:pt modelId="{CF00ED50-F7EC-4429-AE4C-70F45D064946}" type="sibTrans" cxnId="{C8D54BB2-44E0-42AA-B73B-FA020C60030A}">
      <dgm:prSet/>
      <dgm:spPr/>
      <dgm:t>
        <a:bodyPr/>
        <a:lstStyle/>
        <a:p>
          <a:endParaRPr lang="en-US"/>
        </a:p>
      </dgm:t>
    </dgm:pt>
    <dgm:pt modelId="{17D7A476-2A0F-4A0B-8EC4-75DA3E965C7D}">
      <dgm:prSet phldrT="[Text]" custT="1"/>
      <dgm:spPr>
        <a:xfrm>
          <a:off x="3588347" y="3142828"/>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VP R&amp;D </a:t>
          </a:r>
        </a:p>
      </dgm:t>
    </dgm:pt>
    <dgm:pt modelId="{6F1CA9C6-D55A-4B4C-B284-4F5935D8C221}" type="parTrans" cxnId="{94B6048F-9F0E-4B30-A228-3F1DF9CDEFD8}">
      <dgm:prSet/>
      <dgm:spPr>
        <a:xfrm>
          <a:off x="3449751" y="2292772"/>
          <a:ext cx="138596" cy="1081050"/>
        </a:xfrm>
        <a:custGeom>
          <a:avLst/>
          <a:gdLst/>
          <a:ahLst/>
          <a:cxnLst/>
          <a:rect l="0" t="0" r="0" b="0"/>
          <a:pathLst>
            <a:path>
              <a:moveTo>
                <a:pt x="0" y="0"/>
              </a:moveTo>
              <a:lnTo>
                <a:pt x="0" y="1081050"/>
              </a:lnTo>
              <a:lnTo>
                <a:pt x="138596" y="1081050"/>
              </a:lnTo>
            </a:path>
          </a:pathLst>
        </a:custGeom>
        <a:noFill/>
        <a:ln w="12700" cap="flat" cmpd="sng" algn="ctr">
          <a:solidFill>
            <a:srgbClr val="288FC2"/>
          </a:solidFill>
          <a:prstDash val="solid"/>
          <a:miter lim="800000"/>
        </a:ln>
        <a:effectLst/>
      </dgm:spPr>
      <dgm:t>
        <a:bodyPr/>
        <a:lstStyle/>
        <a:p>
          <a:endParaRPr lang="en-US"/>
        </a:p>
      </dgm:t>
    </dgm:pt>
    <dgm:pt modelId="{CC831683-DAD1-464A-9823-E4B81E556A90}" type="sibTrans" cxnId="{94B6048F-9F0E-4B30-A228-3F1DF9CDEFD8}">
      <dgm:prSet/>
      <dgm:spPr/>
      <dgm:t>
        <a:bodyPr/>
        <a:lstStyle/>
        <a:p>
          <a:endParaRPr lang="en-US"/>
        </a:p>
      </dgm:t>
    </dgm:pt>
    <dgm:pt modelId="{528A79C1-3048-4403-ABDC-8FF441A24BFB}">
      <dgm:prSet phldrT="[Text]" custT="1"/>
      <dgm:spPr>
        <a:xfrm>
          <a:off x="3588347" y="3798850"/>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VP Supply Chain</a:t>
          </a:r>
        </a:p>
      </dgm:t>
    </dgm:pt>
    <dgm:pt modelId="{CE7813DE-4774-4466-B8B1-6F45FE1A1324}" type="parTrans" cxnId="{C576929F-F925-490B-BCAE-102545071724}">
      <dgm:prSet/>
      <dgm:spPr>
        <a:xfrm>
          <a:off x="3449751" y="2292772"/>
          <a:ext cx="138596" cy="1737072"/>
        </a:xfrm>
        <a:custGeom>
          <a:avLst/>
          <a:gdLst/>
          <a:ahLst/>
          <a:cxnLst/>
          <a:rect l="0" t="0" r="0" b="0"/>
          <a:pathLst>
            <a:path>
              <a:moveTo>
                <a:pt x="0" y="0"/>
              </a:moveTo>
              <a:lnTo>
                <a:pt x="0" y="1737072"/>
              </a:lnTo>
              <a:lnTo>
                <a:pt x="138596" y="1737072"/>
              </a:lnTo>
            </a:path>
          </a:pathLst>
        </a:custGeom>
        <a:noFill/>
        <a:ln w="12700" cap="flat" cmpd="sng" algn="ctr">
          <a:solidFill>
            <a:srgbClr val="288FC2"/>
          </a:solidFill>
          <a:prstDash val="solid"/>
          <a:miter lim="800000"/>
        </a:ln>
        <a:effectLst/>
      </dgm:spPr>
      <dgm:t>
        <a:bodyPr/>
        <a:lstStyle/>
        <a:p>
          <a:endParaRPr lang="en-US"/>
        </a:p>
      </dgm:t>
    </dgm:pt>
    <dgm:pt modelId="{8F3F73E4-4806-4F78-9AD5-2BD8ED677587}" type="sibTrans" cxnId="{C576929F-F925-490B-BCAE-102545071724}">
      <dgm:prSet/>
      <dgm:spPr/>
      <dgm:t>
        <a:bodyPr/>
        <a:lstStyle/>
        <a:p>
          <a:endParaRPr lang="en-US"/>
        </a:p>
      </dgm:t>
    </dgm:pt>
    <dgm:pt modelId="{F821E306-6C27-4A9A-909D-3ECFDBE5E3B1}">
      <dgm:prSet phldrT="[Text]" custT="1"/>
      <dgm:spPr>
        <a:xfrm>
          <a:off x="5593372" y="1830784"/>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VP Marketing, Category 2             </a:t>
          </a:r>
        </a:p>
      </dgm:t>
    </dgm:pt>
    <dgm:pt modelId="{946C0933-EDAE-4209-A579-2CA03CA1707F}" type="parTrans" cxnId="{E4A49F89-79CC-4E7F-82DB-893EDA24ADCE}">
      <dgm:prSet/>
      <dgm:spPr>
        <a:xfrm>
          <a:off x="6009640" y="1636750"/>
          <a:ext cx="91440" cy="194034"/>
        </a:xfrm>
        <a:custGeom>
          <a:avLst/>
          <a:gdLst/>
          <a:ahLst/>
          <a:cxnLst/>
          <a:rect l="0" t="0" r="0" b="0"/>
          <a:pathLst>
            <a:path>
              <a:moveTo>
                <a:pt x="45720" y="0"/>
              </a:moveTo>
              <a:lnTo>
                <a:pt x="45720" y="194034"/>
              </a:lnTo>
            </a:path>
          </a:pathLst>
        </a:custGeom>
        <a:noFill/>
        <a:ln w="12700" cap="flat" cmpd="sng" algn="ctr">
          <a:solidFill>
            <a:srgbClr val="4472C4">
              <a:shade val="60000"/>
              <a:hueOff val="0"/>
              <a:satOff val="0"/>
              <a:lumOff val="0"/>
              <a:alphaOff val="0"/>
            </a:srgbClr>
          </a:solidFill>
          <a:prstDash val="solid"/>
          <a:miter lim="800000"/>
        </a:ln>
        <a:effectLst/>
      </dgm:spPr>
      <dgm:t>
        <a:bodyPr/>
        <a:lstStyle/>
        <a:p>
          <a:endParaRPr lang="en-US"/>
        </a:p>
      </dgm:t>
    </dgm:pt>
    <dgm:pt modelId="{533B048E-B651-480E-882E-6A0249B3CCB9}" type="sibTrans" cxnId="{E4A49F89-79CC-4E7F-82DB-893EDA24ADCE}">
      <dgm:prSet/>
      <dgm:spPr/>
      <dgm:t>
        <a:bodyPr/>
        <a:lstStyle/>
        <a:p>
          <a:endParaRPr lang="en-US"/>
        </a:p>
      </dgm:t>
    </dgm:pt>
    <dgm:pt modelId="{A737D8A0-46B0-4367-89A6-CD5A0B10C4F0}">
      <dgm:prSet phldrT="[Text]" custT="1"/>
      <dgm:spPr>
        <a:xfrm>
          <a:off x="6711381" y="1830784"/>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VP R&amp;D, Category 2</a:t>
          </a:r>
        </a:p>
      </dgm:t>
    </dgm:pt>
    <dgm:pt modelId="{D14709BF-FA82-438F-B357-6D969696071B}" type="parTrans" cxnId="{F157723D-1263-4373-9B37-1A55E876CFF6}">
      <dgm:prSet/>
      <dgm:spPr>
        <a:xfrm>
          <a:off x="6055360" y="1636750"/>
          <a:ext cx="1118009" cy="194034"/>
        </a:xfrm>
        <a:custGeom>
          <a:avLst/>
          <a:gdLst/>
          <a:ahLst/>
          <a:cxnLst/>
          <a:rect l="0" t="0" r="0" b="0"/>
          <a:pathLst>
            <a:path>
              <a:moveTo>
                <a:pt x="0" y="0"/>
              </a:moveTo>
              <a:lnTo>
                <a:pt x="0" y="97017"/>
              </a:lnTo>
              <a:lnTo>
                <a:pt x="1118009" y="97017"/>
              </a:lnTo>
              <a:lnTo>
                <a:pt x="1118009" y="194034"/>
              </a:lnTo>
            </a:path>
          </a:pathLst>
        </a:custGeom>
        <a:noFill/>
        <a:ln w="12700" cap="flat" cmpd="sng" algn="ctr">
          <a:solidFill>
            <a:srgbClr val="288FC2"/>
          </a:solidFill>
          <a:prstDash val="solid"/>
          <a:miter lim="800000"/>
        </a:ln>
        <a:effectLst/>
      </dgm:spPr>
      <dgm:t>
        <a:bodyPr/>
        <a:lstStyle/>
        <a:p>
          <a:endParaRPr lang="en-US"/>
        </a:p>
      </dgm:t>
    </dgm:pt>
    <dgm:pt modelId="{7B344DFD-8FCD-442C-8A19-423007095BF9}" type="sibTrans" cxnId="{F157723D-1263-4373-9B37-1A55E876CFF6}">
      <dgm:prSet/>
      <dgm:spPr/>
      <dgm:t>
        <a:bodyPr/>
        <a:lstStyle/>
        <a:p>
          <a:endParaRPr lang="en-US"/>
        </a:p>
      </dgm:t>
    </dgm:pt>
    <dgm:pt modelId="{0076CB0C-68B2-4BB1-92EE-793F020EDC3E}">
      <dgm:prSet phldrT="[Text]" custT="1"/>
      <dgm:spPr>
        <a:xfrm>
          <a:off x="7829391" y="1830784"/>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VP Supply Chain, Category 2</a:t>
          </a:r>
        </a:p>
      </dgm:t>
    </dgm:pt>
    <dgm:pt modelId="{7C222E48-8B97-4378-8477-D11093462994}" type="parTrans" cxnId="{0650E1AF-6BA2-43BD-B938-1059C9629534}">
      <dgm:prSet/>
      <dgm:spPr>
        <a:xfrm>
          <a:off x="6055360" y="1636750"/>
          <a:ext cx="2236018" cy="194034"/>
        </a:xfrm>
        <a:custGeom>
          <a:avLst/>
          <a:gdLst/>
          <a:ahLst/>
          <a:cxnLst/>
          <a:rect l="0" t="0" r="0" b="0"/>
          <a:pathLst>
            <a:path>
              <a:moveTo>
                <a:pt x="0" y="0"/>
              </a:moveTo>
              <a:lnTo>
                <a:pt x="0" y="97017"/>
              </a:lnTo>
              <a:lnTo>
                <a:pt x="2236018" y="97017"/>
              </a:lnTo>
              <a:lnTo>
                <a:pt x="2236018" y="194034"/>
              </a:lnTo>
            </a:path>
          </a:pathLst>
        </a:custGeom>
        <a:noFill/>
        <a:ln w="12700" cap="flat" cmpd="sng" algn="ctr">
          <a:solidFill>
            <a:srgbClr val="288FC2"/>
          </a:solidFill>
          <a:prstDash val="solid"/>
          <a:miter lim="800000"/>
        </a:ln>
        <a:effectLst/>
      </dgm:spPr>
      <dgm:t>
        <a:bodyPr/>
        <a:lstStyle/>
        <a:p>
          <a:endParaRPr lang="en-US"/>
        </a:p>
      </dgm:t>
    </dgm:pt>
    <dgm:pt modelId="{4FF58741-F1E5-4285-8B76-8580EBB53158}" type="sibTrans" cxnId="{0650E1AF-6BA2-43BD-B938-1059C9629534}">
      <dgm:prSet/>
      <dgm:spPr/>
      <dgm:t>
        <a:bodyPr/>
        <a:lstStyle/>
        <a:p>
          <a:endParaRPr lang="en-US"/>
        </a:p>
      </dgm:t>
    </dgm:pt>
    <dgm:pt modelId="{9F0E5D1C-D544-459F-B8D9-82307B16AC0A}">
      <dgm:prSet phldrT="[Text]" custT="1"/>
      <dgm:spPr>
        <a:xfrm>
          <a:off x="3326" y="1830784"/>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VP CFO</a:t>
          </a:r>
        </a:p>
      </dgm:t>
    </dgm:pt>
    <dgm:pt modelId="{B1836E72-2CD7-48C9-9B04-5E705525B0FC}" type="parTrans" cxnId="{1E3F466D-F678-4A93-B3DC-B823AE99659D}">
      <dgm:prSet/>
      <dgm:spPr>
        <a:xfrm>
          <a:off x="465313" y="1636750"/>
          <a:ext cx="5590046" cy="194034"/>
        </a:xfrm>
        <a:custGeom>
          <a:avLst/>
          <a:gdLst/>
          <a:ahLst/>
          <a:cxnLst/>
          <a:rect l="0" t="0" r="0" b="0"/>
          <a:pathLst>
            <a:path>
              <a:moveTo>
                <a:pt x="5590046" y="0"/>
              </a:moveTo>
              <a:lnTo>
                <a:pt x="5590046" y="97017"/>
              </a:lnTo>
              <a:lnTo>
                <a:pt x="0" y="97017"/>
              </a:lnTo>
              <a:lnTo>
                <a:pt x="0" y="194034"/>
              </a:lnTo>
            </a:path>
          </a:pathLst>
        </a:custGeom>
        <a:noFill/>
        <a:ln w="12700" cap="flat" cmpd="sng" algn="ctr">
          <a:solidFill>
            <a:srgbClr val="288FC2"/>
          </a:solidFill>
          <a:prstDash val="solid"/>
          <a:miter lim="800000"/>
        </a:ln>
        <a:effectLst/>
      </dgm:spPr>
      <dgm:t>
        <a:bodyPr/>
        <a:lstStyle/>
        <a:p>
          <a:endParaRPr lang="en-US"/>
        </a:p>
      </dgm:t>
    </dgm:pt>
    <dgm:pt modelId="{B6EBA18A-3A54-4A40-A293-F401E8322B46}" type="sibTrans" cxnId="{1E3F466D-F678-4A93-B3DC-B823AE99659D}">
      <dgm:prSet/>
      <dgm:spPr/>
      <dgm:t>
        <a:bodyPr/>
        <a:lstStyle/>
        <a:p>
          <a:endParaRPr lang="en-US"/>
        </a:p>
      </dgm:t>
    </dgm:pt>
    <dgm:pt modelId="{11161EAF-1C1E-4A12-B659-3721AFF523CD}">
      <dgm:prSet phldrT="[Text]" custT="1"/>
      <dgm:spPr>
        <a:xfrm>
          <a:off x="8947400" y="1830784"/>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SVP International BD</a:t>
          </a:r>
        </a:p>
      </dgm:t>
    </dgm:pt>
    <dgm:pt modelId="{E8A52EE9-DE55-4C83-801E-2B56E6CF0813}" type="parTrans" cxnId="{EFFE1364-70A8-4404-97AE-D6939566F35E}">
      <dgm:prSet/>
      <dgm:spPr>
        <a:xfrm>
          <a:off x="6055360" y="1636750"/>
          <a:ext cx="3354027" cy="194034"/>
        </a:xfrm>
        <a:custGeom>
          <a:avLst/>
          <a:gdLst/>
          <a:ahLst/>
          <a:cxnLst/>
          <a:rect l="0" t="0" r="0" b="0"/>
          <a:pathLst>
            <a:path>
              <a:moveTo>
                <a:pt x="0" y="0"/>
              </a:moveTo>
              <a:lnTo>
                <a:pt x="0" y="97017"/>
              </a:lnTo>
              <a:lnTo>
                <a:pt x="3354027" y="97017"/>
              </a:lnTo>
              <a:lnTo>
                <a:pt x="3354027" y="194034"/>
              </a:lnTo>
            </a:path>
          </a:pathLst>
        </a:custGeom>
        <a:noFill/>
        <a:ln w="12700" cap="flat" cmpd="sng" algn="ctr">
          <a:solidFill>
            <a:srgbClr val="288FC2"/>
          </a:solidFill>
          <a:prstDash val="solid"/>
          <a:miter lim="800000"/>
        </a:ln>
        <a:effectLst/>
      </dgm:spPr>
      <dgm:t>
        <a:bodyPr/>
        <a:lstStyle/>
        <a:p>
          <a:endParaRPr lang="en-US"/>
        </a:p>
      </dgm:t>
    </dgm:pt>
    <dgm:pt modelId="{5C45B511-E954-4A47-9AE0-1FE26326BD50}" type="sibTrans" cxnId="{EFFE1364-70A8-4404-97AE-D6939566F35E}">
      <dgm:prSet/>
      <dgm:spPr/>
      <dgm:t>
        <a:bodyPr/>
        <a:lstStyle/>
        <a:p>
          <a:endParaRPr lang="en-US"/>
        </a:p>
      </dgm:t>
    </dgm:pt>
    <dgm:pt modelId="{40E428DA-1FA9-424A-802D-F3495C6CE471}" type="pres">
      <dgm:prSet presAssocID="{F831B314-203F-4C6C-8D15-AA5F3B151A4C}" presName="hierChild1" presStyleCnt="0">
        <dgm:presLayoutVars>
          <dgm:orgChart val="1"/>
          <dgm:chPref val="1"/>
          <dgm:dir/>
          <dgm:animOne val="branch"/>
          <dgm:animLvl val="lvl"/>
          <dgm:resizeHandles/>
        </dgm:presLayoutVars>
      </dgm:prSet>
      <dgm:spPr/>
    </dgm:pt>
    <dgm:pt modelId="{2EF40400-EB24-4B65-AC8D-C236F67CACAB}" type="pres">
      <dgm:prSet presAssocID="{A6903172-4C2B-4BC1-AE36-42A07AAE7D49}" presName="hierRoot1" presStyleCnt="0">
        <dgm:presLayoutVars>
          <dgm:hierBranch val="init"/>
        </dgm:presLayoutVars>
      </dgm:prSet>
      <dgm:spPr/>
    </dgm:pt>
    <dgm:pt modelId="{E6FA959D-06BC-4520-942B-6CF18B7DA607}" type="pres">
      <dgm:prSet presAssocID="{A6903172-4C2B-4BC1-AE36-42A07AAE7D49}" presName="rootComposite1" presStyleCnt="0"/>
      <dgm:spPr/>
    </dgm:pt>
    <dgm:pt modelId="{7F7EC6A5-A033-4FAD-A364-9C5C641C0E4C}" type="pres">
      <dgm:prSet presAssocID="{A6903172-4C2B-4BC1-AE36-42A07AAE7D49}" presName="rootText1" presStyleLbl="node0" presStyleIdx="0" presStyleCnt="1">
        <dgm:presLayoutVars>
          <dgm:chPref val="3"/>
        </dgm:presLayoutVars>
      </dgm:prSet>
      <dgm:spPr/>
    </dgm:pt>
    <dgm:pt modelId="{872FC5C8-49F0-4D57-BBBF-F6697CF4DC31}" type="pres">
      <dgm:prSet presAssocID="{A6903172-4C2B-4BC1-AE36-42A07AAE7D49}" presName="rootConnector1" presStyleLbl="node1" presStyleIdx="0" presStyleCnt="0"/>
      <dgm:spPr/>
    </dgm:pt>
    <dgm:pt modelId="{9786953E-21CB-4BD4-91DC-D332C8A8ED27}" type="pres">
      <dgm:prSet presAssocID="{A6903172-4C2B-4BC1-AE36-42A07AAE7D49}" presName="hierChild2" presStyleCnt="0"/>
      <dgm:spPr/>
    </dgm:pt>
    <dgm:pt modelId="{689E98E5-2C5B-4F6E-9A41-A33417AD926F}" type="pres">
      <dgm:prSet presAssocID="{B1836E72-2CD7-48C9-9B04-5E705525B0FC}" presName="Name37" presStyleLbl="parChTrans1D2" presStyleIdx="0" presStyleCnt="8"/>
      <dgm:spPr/>
    </dgm:pt>
    <dgm:pt modelId="{18F4B8E4-D89D-47C6-8F21-360CD4CD9AA5}" type="pres">
      <dgm:prSet presAssocID="{9F0E5D1C-D544-459F-B8D9-82307B16AC0A}" presName="hierRoot2" presStyleCnt="0">
        <dgm:presLayoutVars>
          <dgm:hierBranch val="init"/>
        </dgm:presLayoutVars>
      </dgm:prSet>
      <dgm:spPr/>
    </dgm:pt>
    <dgm:pt modelId="{2D2DB777-A04D-4CB4-B5D3-A9D8D155B3D8}" type="pres">
      <dgm:prSet presAssocID="{9F0E5D1C-D544-459F-B8D9-82307B16AC0A}" presName="rootComposite" presStyleCnt="0"/>
      <dgm:spPr/>
    </dgm:pt>
    <dgm:pt modelId="{74F378B5-1FBE-4FF1-9DE5-FD86453EA15D}" type="pres">
      <dgm:prSet presAssocID="{9F0E5D1C-D544-459F-B8D9-82307B16AC0A}" presName="rootText" presStyleLbl="node2" presStyleIdx="0" presStyleCnt="8">
        <dgm:presLayoutVars>
          <dgm:chPref val="3"/>
        </dgm:presLayoutVars>
      </dgm:prSet>
      <dgm:spPr/>
    </dgm:pt>
    <dgm:pt modelId="{D4577CA4-2A96-4040-9953-36F2BCA80567}" type="pres">
      <dgm:prSet presAssocID="{9F0E5D1C-D544-459F-B8D9-82307B16AC0A}" presName="rootConnector" presStyleLbl="node2" presStyleIdx="0" presStyleCnt="8"/>
      <dgm:spPr/>
    </dgm:pt>
    <dgm:pt modelId="{21997892-338A-400D-A431-606EBAC298CA}" type="pres">
      <dgm:prSet presAssocID="{9F0E5D1C-D544-459F-B8D9-82307B16AC0A}" presName="hierChild4" presStyleCnt="0"/>
      <dgm:spPr/>
    </dgm:pt>
    <dgm:pt modelId="{A76E2E11-0E7B-40F1-AF5D-4623B8767871}" type="pres">
      <dgm:prSet presAssocID="{9F0E5D1C-D544-459F-B8D9-82307B16AC0A}" presName="hierChild5" presStyleCnt="0"/>
      <dgm:spPr/>
    </dgm:pt>
    <dgm:pt modelId="{5E588833-E9AD-4EAC-A014-E1729A28B184}" type="pres">
      <dgm:prSet presAssocID="{D4EE0A3A-4329-44F7-9AFD-3E98CD858782}" presName="Name37" presStyleLbl="parChTrans1D2" presStyleIdx="1" presStyleCnt="8"/>
      <dgm:spPr/>
    </dgm:pt>
    <dgm:pt modelId="{6A9F49D1-B9CF-42E4-BEDD-E2F042E5776C}" type="pres">
      <dgm:prSet presAssocID="{35AB1A41-8081-48A4-8A7F-B98E684A4D9C}" presName="hierRoot2" presStyleCnt="0">
        <dgm:presLayoutVars>
          <dgm:hierBranch/>
        </dgm:presLayoutVars>
      </dgm:prSet>
      <dgm:spPr/>
    </dgm:pt>
    <dgm:pt modelId="{D41CD955-9DF4-4F07-A4DB-59C80892EA2F}" type="pres">
      <dgm:prSet presAssocID="{35AB1A41-8081-48A4-8A7F-B98E684A4D9C}" presName="rootComposite" presStyleCnt="0"/>
      <dgm:spPr/>
    </dgm:pt>
    <dgm:pt modelId="{66174F84-0F7C-4B48-8299-515485997EFA}" type="pres">
      <dgm:prSet presAssocID="{35AB1A41-8081-48A4-8A7F-B98E684A4D9C}" presName="rootText" presStyleLbl="node2" presStyleIdx="1" presStyleCnt="8">
        <dgm:presLayoutVars>
          <dgm:chPref val="3"/>
        </dgm:presLayoutVars>
      </dgm:prSet>
      <dgm:spPr/>
    </dgm:pt>
    <dgm:pt modelId="{91D116A2-6CB0-44D2-8907-124CCAE2B9C4}" type="pres">
      <dgm:prSet presAssocID="{35AB1A41-8081-48A4-8A7F-B98E684A4D9C}" presName="rootConnector" presStyleLbl="node2" presStyleIdx="1" presStyleCnt="8"/>
      <dgm:spPr/>
    </dgm:pt>
    <dgm:pt modelId="{2F222EFD-5F8C-48E5-BABD-E247A3031902}" type="pres">
      <dgm:prSet presAssocID="{35AB1A41-8081-48A4-8A7F-B98E684A4D9C}" presName="hierChild4" presStyleCnt="0"/>
      <dgm:spPr/>
    </dgm:pt>
    <dgm:pt modelId="{2CA5C95D-8F65-484F-B4B9-DBED430675A5}" type="pres">
      <dgm:prSet presAssocID="{880693C9-0B82-46C5-9193-374DE92C93C3}" presName="Name35" presStyleLbl="parChTrans1D3" presStyleIdx="0" presStyleCnt="4"/>
      <dgm:spPr>
        <a:custGeom>
          <a:avLst/>
          <a:gdLst/>
          <a:ahLst/>
          <a:cxnLst/>
          <a:rect l="0" t="0" r="0" b="0"/>
          <a:pathLst>
            <a:path>
              <a:moveTo>
                <a:pt x="0" y="0"/>
              </a:moveTo>
              <a:lnTo>
                <a:pt x="0" y="425028"/>
              </a:lnTo>
              <a:lnTo>
                <a:pt x="138596" y="425028"/>
              </a:lnTo>
            </a:path>
          </a:pathLst>
        </a:custGeom>
      </dgm:spPr>
    </dgm:pt>
    <dgm:pt modelId="{D1FC43CF-41FA-456B-BA90-EE8EFF2B17D2}" type="pres">
      <dgm:prSet presAssocID="{21DE89EA-5D9C-4A77-8D57-7967A1F7D552}" presName="hierRoot2" presStyleCnt="0">
        <dgm:presLayoutVars>
          <dgm:hierBranch val="init"/>
        </dgm:presLayoutVars>
      </dgm:prSet>
      <dgm:spPr/>
    </dgm:pt>
    <dgm:pt modelId="{AEA0A8FA-6D97-4A23-8370-16DF6B1F8F32}" type="pres">
      <dgm:prSet presAssocID="{21DE89EA-5D9C-4A77-8D57-7967A1F7D552}" presName="rootComposite" presStyleCnt="0"/>
      <dgm:spPr/>
    </dgm:pt>
    <dgm:pt modelId="{E05E95A7-87CA-4652-BAB3-5F66A21A724F}" type="pres">
      <dgm:prSet presAssocID="{21DE89EA-5D9C-4A77-8D57-7967A1F7D552}" presName="rootText" presStyleLbl="node3" presStyleIdx="0" presStyleCnt="4">
        <dgm:presLayoutVars>
          <dgm:chPref val="3"/>
        </dgm:presLayoutVars>
      </dgm:prSet>
      <dgm:spPr/>
    </dgm:pt>
    <dgm:pt modelId="{78574ACB-EFFC-46BB-AAC4-7DCD0AA56D78}" type="pres">
      <dgm:prSet presAssocID="{21DE89EA-5D9C-4A77-8D57-7967A1F7D552}" presName="rootConnector" presStyleLbl="node3" presStyleIdx="0" presStyleCnt="4"/>
      <dgm:spPr/>
    </dgm:pt>
    <dgm:pt modelId="{AC02D8DC-8D57-45B0-A4EF-9BE090D926C1}" type="pres">
      <dgm:prSet presAssocID="{21DE89EA-5D9C-4A77-8D57-7967A1F7D552}" presName="hierChild4" presStyleCnt="0"/>
      <dgm:spPr/>
    </dgm:pt>
    <dgm:pt modelId="{85D28E39-2C2D-4775-9645-103F57EB3831}" type="pres">
      <dgm:prSet presAssocID="{21DE89EA-5D9C-4A77-8D57-7967A1F7D552}" presName="hierChild5" presStyleCnt="0"/>
      <dgm:spPr/>
    </dgm:pt>
    <dgm:pt modelId="{67874CFF-0B83-4007-9FB5-FD586F08126A}" type="pres">
      <dgm:prSet presAssocID="{35AB1A41-8081-48A4-8A7F-B98E684A4D9C}" presName="hierChild5" presStyleCnt="0"/>
      <dgm:spPr/>
    </dgm:pt>
    <dgm:pt modelId="{C2780276-9DFB-4981-AA61-E647C790244A}" type="pres">
      <dgm:prSet presAssocID="{3462432D-8E9E-4250-984B-790CD3A4FC74}" presName="Name37" presStyleLbl="parChTrans1D2" presStyleIdx="2" presStyleCnt="8"/>
      <dgm:spPr/>
    </dgm:pt>
    <dgm:pt modelId="{4AE0614F-16AB-487C-BE2F-D4E45CBCE757}" type="pres">
      <dgm:prSet presAssocID="{CA847C2F-9F84-4060-A1D9-FB2FF742E220}" presName="hierRoot2" presStyleCnt="0">
        <dgm:presLayoutVars>
          <dgm:hierBranch val="init"/>
        </dgm:presLayoutVars>
      </dgm:prSet>
      <dgm:spPr/>
    </dgm:pt>
    <dgm:pt modelId="{9B145BA4-7CCE-454E-9459-A384DCDB25EB}" type="pres">
      <dgm:prSet presAssocID="{CA847C2F-9F84-4060-A1D9-FB2FF742E220}" presName="rootComposite" presStyleCnt="0"/>
      <dgm:spPr/>
    </dgm:pt>
    <dgm:pt modelId="{70E366FE-10AA-4F61-A0EB-0CDF93C1C001}" type="pres">
      <dgm:prSet presAssocID="{CA847C2F-9F84-4060-A1D9-FB2FF742E220}" presName="rootText" presStyleLbl="node2" presStyleIdx="2" presStyleCnt="8">
        <dgm:presLayoutVars>
          <dgm:chPref val="3"/>
        </dgm:presLayoutVars>
      </dgm:prSet>
      <dgm:spPr/>
    </dgm:pt>
    <dgm:pt modelId="{6C277493-2DE5-4DF5-84A8-84A993AC9465}" type="pres">
      <dgm:prSet presAssocID="{CA847C2F-9F84-4060-A1D9-FB2FF742E220}" presName="rootConnector" presStyleLbl="node2" presStyleIdx="2" presStyleCnt="8"/>
      <dgm:spPr/>
    </dgm:pt>
    <dgm:pt modelId="{41BD4026-06B9-4566-AA45-1AF8C382BDEE}" type="pres">
      <dgm:prSet presAssocID="{CA847C2F-9F84-4060-A1D9-FB2FF742E220}" presName="hierChild4" presStyleCnt="0"/>
      <dgm:spPr/>
    </dgm:pt>
    <dgm:pt modelId="{75EFEA58-F87A-4A5A-B2B2-49C5019E05D2}" type="pres">
      <dgm:prSet presAssocID="{CA847C2F-9F84-4060-A1D9-FB2FF742E220}" presName="hierChild5" presStyleCnt="0"/>
      <dgm:spPr/>
    </dgm:pt>
    <dgm:pt modelId="{95D64EDE-FE20-4809-BD2C-1D0F03728DA0}" type="pres">
      <dgm:prSet presAssocID="{D175ED27-CF19-48B5-BEFB-0F7E120BEE38}" presName="Name37" presStyleLbl="parChTrans1D2" presStyleIdx="3" presStyleCnt="8"/>
      <dgm:spPr/>
    </dgm:pt>
    <dgm:pt modelId="{842169D7-2822-4936-8994-01F15234E5F0}" type="pres">
      <dgm:prSet presAssocID="{0C670059-05FB-4611-8616-0966196509BD}" presName="hierRoot2" presStyleCnt="0">
        <dgm:presLayoutVars>
          <dgm:hierBranch val="init"/>
        </dgm:presLayoutVars>
      </dgm:prSet>
      <dgm:spPr/>
    </dgm:pt>
    <dgm:pt modelId="{A0B246B0-92CB-418D-96D2-A2B71BB48243}" type="pres">
      <dgm:prSet presAssocID="{0C670059-05FB-4611-8616-0966196509BD}" presName="rootComposite" presStyleCnt="0"/>
      <dgm:spPr/>
    </dgm:pt>
    <dgm:pt modelId="{7E1B6050-4D69-425B-AFD1-B9A5C14767BD}" type="pres">
      <dgm:prSet presAssocID="{0C670059-05FB-4611-8616-0966196509BD}" presName="rootText" presStyleLbl="node2" presStyleIdx="3" presStyleCnt="8">
        <dgm:presLayoutVars>
          <dgm:chPref val="3"/>
        </dgm:presLayoutVars>
      </dgm:prSet>
      <dgm:spPr/>
    </dgm:pt>
    <dgm:pt modelId="{28F0B8C9-C4EC-41B4-A994-79E52D6F15AC}" type="pres">
      <dgm:prSet presAssocID="{0C670059-05FB-4611-8616-0966196509BD}" presName="rootConnector" presStyleLbl="node2" presStyleIdx="3" presStyleCnt="8"/>
      <dgm:spPr/>
    </dgm:pt>
    <dgm:pt modelId="{76B96903-27F1-4AE6-A17C-5BBFEA037A26}" type="pres">
      <dgm:prSet presAssocID="{0C670059-05FB-4611-8616-0966196509BD}" presName="hierChild4" presStyleCnt="0"/>
      <dgm:spPr/>
    </dgm:pt>
    <dgm:pt modelId="{2949296A-B5C9-43D1-9C28-96220598E1BB}" type="pres">
      <dgm:prSet presAssocID="{09125B47-98A7-47A2-9363-56793EBF3E81}" presName="Name37" presStyleLbl="parChTrans1D3" presStyleIdx="1" presStyleCnt="4"/>
      <dgm:spPr/>
    </dgm:pt>
    <dgm:pt modelId="{7BCEBC4E-223B-4461-BF15-A2C28C31D88E}" type="pres">
      <dgm:prSet presAssocID="{399B006A-9D46-4BB3-82BF-977E4E7625C0}" presName="hierRoot2" presStyleCnt="0">
        <dgm:presLayoutVars>
          <dgm:hierBranch val="init"/>
        </dgm:presLayoutVars>
      </dgm:prSet>
      <dgm:spPr/>
    </dgm:pt>
    <dgm:pt modelId="{5EF44347-E7C0-4AB4-A4F9-3372AD355381}" type="pres">
      <dgm:prSet presAssocID="{399B006A-9D46-4BB3-82BF-977E4E7625C0}" presName="rootComposite" presStyleCnt="0"/>
      <dgm:spPr/>
    </dgm:pt>
    <dgm:pt modelId="{5C133488-D3E7-4E0A-9073-B1804DFB3939}" type="pres">
      <dgm:prSet presAssocID="{399B006A-9D46-4BB3-82BF-977E4E7625C0}" presName="rootText" presStyleLbl="node3" presStyleIdx="1" presStyleCnt="4">
        <dgm:presLayoutVars>
          <dgm:chPref val="3"/>
        </dgm:presLayoutVars>
      </dgm:prSet>
      <dgm:spPr/>
    </dgm:pt>
    <dgm:pt modelId="{1EB96C5D-F7B9-4391-88C6-4FB9E4EC0769}" type="pres">
      <dgm:prSet presAssocID="{399B006A-9D46-4BB3-82BF-977E4E7625C0}" presName="rootConnector" presStyleLbl="node3" presStyleIdx="1" presStyleCnt="4"/>
      <dgm:spPr/>
    </dgm:pt>
    <dgm:pt modelId="{BFA87558-C6D3-4999-87F7-11E176BCB625}" type="pres">
      <dgm:prSet presAssocID="{399B006A-9D46-4BB3-82BF-977E4E7625C0}" presName="hierChild4" presStyleCnt="0"/>
      <dgm:spPr/>
    </dgm:pt>
    <dgm:pt modelId="{0E79BA85-077E-4B88-BF8B-9527860F5D7A}" type="pres">
      <dgm:prSet presAssocID="{399B006A-9D46-4BB3-82BF-977E4E7625C0}" presName="hierChild5" presStyleCnt="0"/>
      <dgm:spPr/>
    </dgm:pt>
    <dgm:pt modelId="{00CB1A53-0AC3-4DB1-8791-0513067BF1AB}" type="pres">
      <dgm:prSet presAssocID="{6F1CA9C6-D55A-4B4C-B284-4F5935D8C221}" presName="Name37" presStyleLbl="parChTrans1D3" presStyleIdx="2" presStyleCnt="4"/>
      <dgm:spPr/>
    </dgm:pt>
    <dgm:pt modelId="{D0C80224-7F69-4588-A546-A238ABDC5277}" type="pres">
      <dgm:prSet presAssocID="{17D7A476-2A0F-4A0B-8EC4-75DA3E965C7D}" presName="hierRoot2" presStyleCnt="0">
        <dgm:presLayoutVars>
          <dgm:hierBranch val="init"/>
        </dgm:presLayoutVars>
      </dgm:prSet>
      <dgm:spPr/>
    </dgm:pt>
    <dgm:pt modelId="{F1A7438B-4020-45E2-9E5C-E2BB28553A5A}" type="pres">
      <dgm:prSet presAssocID="{17D7A476-2A0F-4A0B-8EC4-75DA3E965C7D}" presName="rootComposite" presStyleCnt="0"/>
      <dgm:spPr/>
    </dgm:pt>
    <dgm:pt modelId="{1D3FD48F-EB5C-4EA5-8DD4-E6646C98F94D}" type="pres">
      <dgm:prSet presAssocID="{17D7A476-2A0F-4A0B-8EC4-75DA3E965C7D}" presName="rootText" presStyleLbl="node3" presStyleIdx="2" presStyleCnt="4">
        <dgm:presLayoutVars>
          <dgm:chPref val="3"/>
        </dgm:presLayoutVars>
      </dgm:prSet>
      <dgm:spPr/>
    </dgm:pt>
    <dgm:pt modelId="{8B2EA886-03F7-40D2-AFB3-8B6DC571DC21}" type="pres">
      <dgm:prSet presAssocID="{17D7A476-2A0F-4A0B-8EC4-75DA3E965C7D}" presName="rootConnector" presStyleLbl="node3" presStyleIdx="2" presStyleCnt="4"/>
      <dgm:spPr/>
    </dgm:pt>
    <dgm:pt modelId="{A0F71C4E-7B00-4B59-9B8A-264A8D0215E3}" type="pres">
      <dgm:prSet presAssocID="{17D7A476-2A0F-4A0B-8EC4-75DA3E965C7D}" presName="hierChild4" presStyleCnt="0"/>
      <dgm:spPr/>
    </dgm:pt>
    <dgm:pt modelId="{0CB7F324-8308-4535-9310-DF216983ABB4}" type="pres">
      <dgm:prSet presAssocID="{17D7A476-2A0F-4A0B-8EC4-75DA3E965C7D}" presName="hierChild5" presStyleCnt="0"/>
      <dgm:spPr/>
    </dgm:pt>
    <dgm:pt modelId="{A82BA522-B574-4799-A785-E84F40353554}" type="pres">
      <dgm:prSet presAssocID="{CE7813DE-4774-4466-B8B1-6F45FE1A1324}" presName="Name37" presStyleLbl="parChTrans1D3" presStyleIdx="3" presStyleCnt="4"/>
      <dgm:spPr/>
    </dgm:pt>
    <dgm:pt modelId="{859F92AF-256E-4D81-A91A-92312A7B618D}" type="pres">
      <dgm:prSet presAssocID="{528A79C1-3048-4403-ABDC-8FF441A24BFB}" presName="hierRoot2" presStyleCnt="0">
        <dgm:presLayoutVars>
          <dgm:hierBranch val="init"/>
        </dgm:presLayoutVars>
      </dgm:prSet>
      <dgm:spPr/>
    </dgm:pt>
    <dgm:pt modelId="{11E5B32B-B622-428D-AAA0-F3FA571C6ECC}" type="pres">
      <dgm:prSet presAssocID="{528A79C1-3048-4403-ABDC-8FF441A24BFB}" presName="rootComposite" presStyleCnt="0"/>
      <dgm:spPr/>
    </dgm:pt>
    <dgm:pt modelId="{8012B608-AFDC-4E0B-BEF0-FEB903FB26BC}" type="pres">
      <dgm:prSet presAssocID="{528A79C1-3048-4403-ABDC-8FF441A24BFB}" presName="rootText" presStyleLbl="node3" presStyleIdx="3" presStyleCnt="4">
        <dgm:presLayoutVars>
          <dgm:chPref val="3"/>
        </dgm:presLayoutVars>
      </dgm:prSet>
      <dgm:spPr/>
    </dgm:pt>
    <dgm:pt modelId="{C4A65BCA-130D-495D-BAD4-73BA8DEC1C8B}" type="pres">
      <dgm:prSet presAssocID="{528A79C1-3048-4403-ABDC-8FF441A24BFB}" presName="rootConnector" presStyleLbl="node3" presStyleIdx="3" presStyleCnt="4"/>
      <dgm:spPr/>
    </dgm:pt>
    <dgm:pt modelId="{CF13D533-6555-4FE0-81E1-A0FD17F40109}" type="pres">
      <dgm:prSet presAssocID="{528A79C1-3048-4403-ABDC-8FF441A24BFB}" presName="hierChild4" presStyleCnt="0"/>
      <dgm:spPr/>
    </dgm:pt>
    <dgm:pt modelId="{AA8B95E9-6491-480B-BA3A-060CF2B6B313}" type="pres">
      <dgm:prSet presAssocID="{528A79C1-3048-4403-ABDC-8FF441A24BFB}" presName="hierChild5" presStyleCnt="0"/>
      <dgm:spPr/>
    </dgm:pt>
    <dgm:pt modelId="{C9D12391-C71B-49EB-8513-FC7EC7EBC842}" type="pres">
      <dgm:prSet presAssocID="{0C670059-05FB-4611-8616-0966196509BD}" presName="hierChild5" presStyleCnt="0"/>
      <dgm:spPr/>
    </dgm:pt>
    <dgm:pt modelId="{987F917F-F07D-4A30-B9AF-0A02BAC9C270}" type="pres">
      <dgm:prSet presAssocID="{946C0933-EDAE-4209-A579-2CA03CA1707F}" presName="Name37" presStyleLbl="parChTrans1D2" presStyleIdx="4" presStyleCnt="8"/>
      <dgm:spPr/>
    </dgm:pt>
    <dgm:pt modelId="{9A1AA6AA-5281-4074-936F-F6822F51FB75}" type="pres">
      <dgm:prSet presAssocID="{F821E306-6C27-4A9A-909D-3ECFDBE5E3B1}" presName="hierRoot2" presStyleCnt="0">
        <dgm:presLayoutVars>
          <dgm:hierBranch val="init"/>
        </dgm:presLayoutVars>
      </dgm:prSet>
      <dgm:spPr/>
    </dgm:pt>
    <dgm:pt modelId="{89F06A5B-E803-46C1-AFC0-1DCFCEEF6C74}" type="pres">
      <dgm:prSet presAssocID="{F821E306-6C27-4A9A-909D-3ECFDBE5E3B1}" presName="rootComposite" presStyleCnt="0"/>
      <dgm:spPr/>
    </dgm:pt>
    <dgm:pt modelId="{6B0F8DD1-3B00-4C47-8F66-DCC7C8C52D6A}" type="pres">
      <dgm:prSet presAssocID="{F821E306-6C27-4A9A-909D-3ECFDBE5E3B1}" presName="rootText" presStyleLbl="node2" presStyleIdx="4" presStyleCnt="8">
        <dgm:presLayoutVars>
          <dgm:chPref val="3"/>
        </dgm:presLayoutVars>
      </dgm:prSet>
      <dgm:spPr/>
    </dgm:pt>
    <dgm:pt modelId="{B554C25D-1087-4EEF-BE96-C346E7938160}" type="pres">
      <dgm:prSet presAssocID="{F821E306-6C27-4A9A-909D-3ECFDBE5E3B1}" presName="rootConnector" presStyleLbl="node2" presStyleIdx="4" presStyleCnt="8"/>
      <dgm:spPr/>
    </dgm:pt>
    <dgm:pt modelId="{27E0AA49-D169-445A-8D9A-2A0CD90CC57A}" type="pres">
      <dgm:prSet presAssocID="{F821E306-6C27-4A9A-909D-3ECFDBE5E3B1}" presName="hierChild4" presStyleCnt="0"/>
      <dgm:spPr/>
    </dgm:pt>
    <dgm:pt modelId="{25D6C847-F10D-4891-8A27-27416A702684}" type="pres">
      <dgm:prSet presAssocID="{F821E306-6C27-4A9A-909D-3ECFDBE5E3B1}" presName="hierChild5" presStyleCnt="0"/>
      <dgm:spPr/>
    </dgm:pt>
    <dgm:pt modelId="{06491772-E981-49C7-9054-6FCC54BF6275}" type="pres">
      <dgm:prSet presAssocID="{D14709BF-FA82-438F-B357-6D969696071B}" presName="Name37" presStyleLbl="parChTrans1D2" presStyleIdx="5" presStyleCnt="8"/>
      <dgm:spPr/>
    </dgm:pt>
    <dgm:pt modelId="{92B750E0-4D52-497D-8A7E-506C69E20661}" type="pres">
      <dgm:prSet presAssocID="{A737D8A0-46B0-4367-89A6-CD5A0B10C4F0}" presName="hierRoot2" presStyleCnt="0">
        <dgm:presLayoutVars>
          <dgm:hierBranch val="init"/>
        </dgm:presLayoutVars>
      </dgm:prSet>
      <dgm:spPr/>
    </dgm:pt>
    <dgm:pt modelId="{96F4C5AC-FD2A-4916-A8BD-550269C60EA8}" type="pres">
      <dgm:prSet presAssocID="{A737D8A0-46B0-4367-89A6-CD5A0B10C4F0}" presName="rootComposite" presStyleCnt="0"/>
      <dgm:spPr/>
    </dgm:pt>
    <dgm:pt modelId="{BCC07681-17A1-4F66-94F4-52E2D49AD784}" type="pres">
      <dgm:prSet presAssocID="{A737D8A0-46B0-4367-89A6-CD5A0B10C4F0}" presName="rootText" presStyleLbl="node2" presStyleIdx="5" presStyleCnt="8">
        <dgm:presLayoutVars>
          <dgm:chPref val="3"/>
        </dgm:presLayoutVars>
      </dgm:prSet>
      <dgm:spPr/>
    </dgm:pt>
    <dgm:pt modelId="{354D5A23-C109-4AD3-8748-C52F99EE9B8E}" type="pres">
      <dgm:prSet presAssocID="{A737D8A0-46B0-4367-89A6-CD5A0B10C4F0}" presName="rootConnector" presStyleLbl="node2" presStyleIdx="5" presStyleCnt="8"/>
      <dgm:spPr/>
    </dgm:pt>
    <dgm:pt modelId="{E8B6C71B-0561-4190-8FB6-4DAA8FD36B71}" type="pres">
      <dgm:prSet presAssocID="{A737D8A0-46B0-4367-89A6-CD5A0B10C4F0}" presName="hierChild4" presStyleCnt="0"/>
      <dgm:spPr/>
    </dgm:pt>
    <dgm:pt modelId="{7133B804-BF38-4C75-8607-F502ECCF920F}" type="pres">
      <dgm:prSet presAssocID="{A737D8A0-46B0-4367-89A6-CD5A0B10C4F0}" presName="hierChild5" presStyleCnt="0"/>
      <dgm:spPr/>
    </dgm:pt>
    <dgm:pt modelId="{FEEFEF86-D4ED-430D-8842-3D8F14FA1863}" type="pres">
      <dgm:prSet presAssocID="{7C222E48-8B97-4378-8477-D11093462994}" presName="Name37" presStyleLbl="parChTrans1D2" presStyleIdx="6" presStyleCnt="8"/>
      <dgm:spPr/>
    </dgm:pt>
    <dgm:pt modelId="{47908940-7B94-4973-8BB5-CD7AB2E84734}" type="pres">
      <dgm:prSet presAssocID="{0076CB0C-68B2-4BB1-92EE-793F020EDC3E}" presName="hierRoot2" presStyleCnt="0">
        <dgm:presLayoutVars>
          <dgm:hierBranch val="init"/>
        </dgm:presLayoutVars>
      </dgm:prSet>
      <dgm:spPr/>
    </dgm:pt>
    <dgm:pt modelId="{28C140B6-16A4-491C-BBEE-D48DA388BDD6}" type="pres">
      <dgm:prSet presAssocID="{0076CB0C-68B2-4BB1-92EE-793F020EDC3E}" presName="rootComposite" presStyleCnt="0"/>
      <dgm:spPr/>
    </dgm:pt>
    <dgm:pt modelId="{FE86EEC6-CA86-4FEC-93D7-5D13DBCE5948}" type="pres">
      <dgm:prSet presAssocID="{0076CB0C-68B2-4BB1-92EE-793F020EDC3E}" presName="rootText" presStyleLbl="node2" presStyleIdx="6" presStyleCnt="8">
        <dgm:presLayoutVars>
          <dgm:chPref val="3"/>
        </dgm:presLayoutVars>
      </dgm:prSet>
      <dgm:spPr/>
    </dgm:pt>
    <dgm:pt modelId="{5C77178C-755B-4B53-B65F-E3852FDE047B}" type="pres">
      <dgm:prSet presAssocID="{0076CB0C-68B2-4BB1-92EE-793F020EDC3E}" presName="rootConnector" presStyleLbl="node2" presStyleIdx="6" presStyleCnt="8"/>
      <dgm:spPr/>
    </dgm:pt>
    <dgm:pt modelId="{5F243D15-4A01-444F-8B58-A95CE60AA7A0}" type="pres">
      <dgm:prSet presAssocID="{0076CB0C-68B2-4BB1-92EE-793F020EDC3E}" presName="hierChild4" presStyleCnt="0"/>
      <dgm:spPr/>
    </dgm:pt>
    <dgm:pt modelId="{48863FA8-F743-4D39-B98D-1DDF45107C7C}" type="pres">
      <dgm:prSet presAssocID="{0076CB0C-68B2-4BB1-92EE-793F020EDC3E}" presName="hierChild5" presStyleCnt="0"/>
      <dgm:spPr/>
    </dgm:pt>
    <dgm:pt modelId="{A7751803-2CBA-4CFF-B941-192D9F392C3D}" type="pres">
      <dgm:prSet presAssocID="{E8A52EE9-DE55-4C83-801E-2B56E6CF0813}" presName="Name37" presStyleLbl="parChTrans1D2" presStyleIdx="7" presStyleCnt="8"/>
      <dgm:spPr/>
    </dgm:pt>
    <dgm:pt modelId="{9E078527-9CD5-4B07-9EEA-870D941F2BF6}" type="pres">
      <dgm:prSet presAssocID="{11161EAF-1C1E-4A12-B659-3721AFF523CD}" presName="hierRoot2" presStyleCnt="0">
        <dgm:presLayoutVars>
          <dgm:hierBranch val="init"/>
        </dgm:presLayoutVars>
      </dgm:prSet>
      <dgm:spPr/>
    </dgm:pt>
    <dgm:pt modelId="{84866B40-697B-46A3-AAE6-8D7B30983435}" type="pres">
      <dgm:prSet presAssocID="{11161EAF-1C1E-4A12-B659-3721AFF523CD}" presName="rootComposite" presStyleCnt="0"/>
      <dgm:spPr/>
    </dgm:pt>
    <dgm:pt modelId="{C2CB7AC8-6D6D-42F0-809F-2AF28BAFB1E7}" type="pres">
      <dgm:prSet presAssocID="{11161EAF-1C1E-4A12-B659-3721AFF523CD}" presName="rootText" presStyleLbl="node2" presStyleIdx="7" presStyleCnt="8">
        <dgm:presLayoutVars>
          <dgm:chPref val="3"/>
        </dgm:presLayoutVars>
      </dgm:prSet>
      <dgm:spPr/>
    </dgm:pt>
    <dgm:pt modelId="{021B2051-DB22-4C48-B4FE-6FE0B87EF241}" type="pres">
      <dgm:prSet presAssocID="{11161EAF-1C1E-4A12-B659-3721AFF523CD}" presName="rootConnector" presStyleLbl="node2" presStyleIdx="7" presStyleCnt="8"/>
      <dgm:spPr/>
    </dgm:pt>
    <dgm:pt modelId="{47FDACB7-A7D6-437D-8238-33F091CB7880}" type="pres">
      <dgm:prSet presAssocID="{11161EAF-1C1E-4A12-B659-3721AFF523CD}" presName="hierChild4" presStyleCnt="0"/>
      <dgm:spPr/>
    </dgm:pt>
    <dgm:pt modelId="{66CC4037-0D68-4DB7-BD03-4F24F5D3C0DB}" type="pres">
      <dgm:prSet presAssocID="{11161EAF-1C1E-4A12-B659-3721AFF523CD}" presName="hierChild5" presStyleCnt="0"/>
      <dgm:spPr/>
    </dgm:pt>
    <dgm:pt modelId="{220D70ED-E4AE-4032-9DAA-2A0F5A42C512}" type="pres">
      <dgm:prSet presAssocID="{A6903172-4C2B-4BC1-AE36-42A07AAE7D49}" presName="hierChild3" presStyleCnt="0"/>
      <dgm:spPr/>
    </dgm:pt>
  </dgm:ptLst>
  <dgm:cxnLst>
    <dgm:cxn modelId="{5B818E07-190F-4276-AA13-C194738D94AD}" type="presOf" srcId="{880693C9-0B82-46C5-9193-374DE92C93C3}" destId="{2CA5C95D-8F65-484F-B4B9-DBED430675A5}" srcOrd="0" destOrd="0" presId="urn:microsoft.com/office/officeart/2005/8/layout/orgChart1"/>
    <dgm:cxn modelId="{DB2CA315-6B71-4D0E-ADF6-BEC152C10B58}" type="presOf" srcId="{7C222E48-8B97-4378-8477-D11093462994}" destId="{FEEFEF86-D4ED-430D-8842-3D8F14FA1863}" srcOrd="0" destOrd="0" presId="urn:microsoft.com/office/officeart/2005/8/layout/orgChart1"/>
    <dgm:cxn modelId="{792F3516-572E-41BD-BC0F-3A6FA645B313}" type="presOf" srcId="{F821E306-6C27-4A9A-909D-3ECFDBE5E3B1}" destId="{B554C25D-1087-4EEF-BE96-C346E7938160}" srcOrd="1" destOrd="0" presId="urn:microsoft.com/office/officeart/2005/8/layout/orgChart1"/>
    <dgm:cxn modelId="{299C5325-E629-4F65-B343-E63CAEDD5476}" type="presOf" srcId="{09125B47-98A7-47A2-9363-56793EBF3E81}" destId="{2949296A-B5C9-43D1-9C28-96220598E1BB}" srcOrd="0" destOrd="0" presId="urn:microsoft.com/office/officeart/2005/8/layout/orgChart1"/>
    <dgm:cxn modelId="{3EC41730-6B6C-4CB2-99A6-C8AE04CC7171}" type="presOf" srcId="{D175ED27-CF19-48B5-BEFB-0F7E120BEE38}" destId="{95D64EDE-FE20-4809-BD2C-1D0F03728DA0}" srcOrd="0" destOrd="0" presId="urn:microsoft.com/office/officeart/2005/8/layout/orgChart1"/>
    <dgm:cxn modelId="{F157723D-1263-4373-9B37-1A55E876CFF6}" srcId="{A6903172-4C2B-4BC1-AE36-42A07AAE7D49}" destId="{A737D8A0-46B0-4367-89A6-CD5A0B10C4F0}" srcOrd="5" destOrd="0" parTransId="{D14709BF-FA82-438F-B357-6D969696071B}" sibTransId="{7B344DFD-8FCD-442C-8A19-423007095BF9}"/>
    <dgm:cxn modelId="{9A33293F-DBE9-4347-88E7-D048BF27440C}" type="presOf" srcId="{A737D8A0-46B0-4367-89A6-CD5A0B10C4F0}" destId="{354D5A23-C109-4AD3-8748-C52F99EE9B8E}" srcOrd="1" destOrd="0" presId="urn:microsoft.com/office/officeart/2005/8/layout/orgChart1"/>
    <dgm:cxn modelId="{029DE141-D88D-49D6-A78C-0CE5BB0174C9}" type="presOf" srcId="{9F0E5D1C-D544-459F-B8D9-82307B16AC0A}" destId="{74F378B5-1FBE-4FF1-9DE5-FD86453EA15D}" srcOrd="0" destOrd="0" presId="urn:microsoft.com/office/officeart/2005/8/layout/orgChart1"/>
    <dgm:cxn modelId="{4F236244-D025-42F3-A991-3C03D39F01DC}" type="presOf" srcId="{0C670059-05FB-4611-8616-0966196509BD}" destId="{28F0B8C9-C4EC-41B4-A994-79E52D6F15AC}" srcOrd="1" destOrd="0" presId="urn:microsoft.com/office/officeart/2005/8/layout/orgChart1"/>
    <dgm:cxn modelId="{6A889946-D100-4676-A9D2-C2DBFBACC05F}" type="presOf" srcId="{35AB1A41-8081-48A4-8A7F-B98E684A4D9C}" destId="{91D116A2-6CB0-44D2-8907-124CCAE2B9C4}" srcOrd="1" destOrd="0" presId="urn:microsoft.com/office/officeart/2005/8/layout/orgChart1"/>
    <dgm:cxn modelId="{42F9D846-DD56-4362-AE89-4630F9A96D26}" type="presOf" srcId="{9F0E5D1C-D544-459F-B8D9-82307B16AC0A}" destId="{D4577CA4-2A96-4040-9953-36F2BCA80567}" srcOrd="1" destOrd="0" presId="urn:microsoft.com/office/officeart/2005/8/layout/orgChart1"/>
    <dgm:cxn modelId="{5BDF225C-7C19-432F-8623-C6E6C557CA91}" type="presOf" srcId="{0076CB0C-68B2-4BB1-92EE-793F020EDC3E}" destId="{5C77178C-755B-4B53-B65F-E3852FDE047B}" srcOrd="1" destOrd="0" presId="urn:microsoft.com/office/officeart/2005/8/layout/orgChart1"/>
    <dgm:cxn modelId="{EFFE1364-70A8-4404-97AE-D6939566F35E}" srcId="{A6903172-4C2B-4BC1-AE36-42A07AAE7D49}" destId="{11161EAF-1C1E-4A12-B659-3721AFF523CD}" srcOrd="7" destOrd="0" parTransId="{E8A52EE9-DE55-4C83-801E-2B56E6CF0813}" sibTransId="{5C45B511-E954-4A47-9AE0-1FE26326BD50}"/>
    <dgm:cxn modelId="{79FC2F64-069C-4368-BC7D-8341B2E6373F}" type="presOf" srcId="{D14709BF-FA82-438F-B357-6D969696071B}" destId="{06491772-E981-49C7-9054-6FCC54BF6275}" srcOrd="0" destOrd="0" presId="urn:microsoft.com/office/officeart/2005/8/layout/orgChart1"/>
    <dgm:cxn modelId="{EBE8046A-7777-47D2-BE3F-FB3BAA75DA9F}" type="presOf" srcId="{F831B314-203F-4C6C-8D15-AA5F3B151A4C}" destId="{40E428DA-1FA9-424A-802D-F3495C6CE471}" srcOrd="0" destOrd="0" presId="urn:microsoft.com/office/officeart/2005/8/layout/orgChart1"/>
    <dgm:cxn modelId="{99C1E76B-56EA-4B24-B743-EDB980176F08}" type="presOf" srcId="{528A79C1-3048-4403-ABDC-8FF441A24BFB}" destId="{C4A65BCA-130D-495D-BAD4-73BA8DEC1C8B}" srcOrd="1" destOrd="0" presId="urn:microsoft.com/office/officeart/2005/8/layout/orgChart1"/>
    <dgm:cxn modelId="{1E3F466D-F678-4A93-B3DC-B823AE99659D}" srcId="{A6903172-4C2B-4BC1-AE36-42A07AAE7D49}" destId="{9F0E5D1C-D544-459F-B8D9-82307B16AC0A}" srcOrd="0" destOrd="0" parTransId="{B1836E72-2CD7-48C9-9B04-5E705525B0FC}" sibTransId="{B6EBA18A-3A54-4A40-A293-F401E8322B46}"/>
    <dgm:cxn modelId="{9D61596E-D4C6-4A5A-8505-B5BA22380296}" type="presOf" srcId="{A6903172-4C2B-4BC1-AE36-42A07AAE7D49}" destId="{7F7EC6A5-A033-4FAD-A364-9C5C641C0E4C}" srcOrd="0" destOrd="0" presId="urn:microsoft.com/office/officeart/2005/8/layout/orgChart1"/>
    <dgm:cxn modelId="{73145576-BF6A-48B8-A4FE-DB588B424AFE}" type="presOf" srcId="{399B006A-9D46-4BB3-82BF-977E4E7625C0}" destId="{1EB96C5D-F7B9-4391-88C6-4FB9E4EC0769}" srcOrd="1" destOrd="0" presId="urn:microsoft.com/office/officeart/2005/8/layout/orgChart1"/>
    <dgm:cxn modelId="{61E37E7A-AEF0-4759-A029-BA8DBC241DA4}" srcId="{A6903172-4C2B-4BC1-AE36-42A07AAE7D49}" destId="{CA847C2F-9F84-4060-A1D9-FB2FF742E220}" srcOrd="2" destOrd="0" parTransId="{3462432D-8E9E-4250-984B-790CD3A4FC74}" sibTransId="{B03D6DB3-79A8-4766-8F65-767555773A81}"/>
    <dgm:cxn modelId="{0B9EFD84-7D14-4E19-A17A-006327AC1F63}" srcId="{A6903172-4C2B-4BC1-AE36-42A07AAE7D49}" destId="{0C670059-05FB-4611-8616-0966196509BD}" srcOrd="3" destOrd="0" parTransId="{D175ED27-CF19-48B5-BEFB-0F7E120BEE38}" sibTransId="{8CCC2ECA-CC8D-4689-B79C-AB209E407A48}"/>
    <dgm:cxn modelId="{E4A49F89-79CC-4E7F-82DB-893EDA24ADCE}" srcId="{A6903172-4C2B-4BC1-AE36-42A07AAE7D49}" destId="{F821E306-6C27-4A9A-909D-3ECFDBE5E3B1}" srcOrd="4" destOrd="0" parTransId="{946C0933-EDAE-4209-A579-2CA03CA1707F}" sibTransId="{533B048E-B651-480E-882E-6A0249B3CCB9}"/>
    <dgm:cxn modelId="{10BCEE89-7D87-40BF-A738-2356F427F920}" type="presOf" srcId="{11161EAF-1C1E-4A12-B659-3721AFF523CD}" destId="{021B2051-DB22-4C48-B4FE-6FE0B87EF241}" srcOrd="1" destOrd="0" presId="urn:microsoft.com/office/officeart/2005/8/layout/orgChart1"/>
    <dgm:cxn modelId="{92B53B8B-CBE0-4AF5-A606-02A8D7431686}" type="presOf" srcId="{3462432D-8E9E-4250-984B-790CD3A4FC74}" destId="{C2780276-9DFB-4981-AA61-E647C790244A}" srcOrd="0" destOrd="0" presId="urn:microsoft.com/office/officeart/2005/8/layout/orgChart1"/>
    <dgm:cxn modelId="{FD39FC8B-D9E5-45B6-8996-D4D302B43667}" type="presOf" srcId="{CA847C2F-9F84-4060-A1D9-FB2FF742E220}" destId="{70E366FE-10AA-4F61-A0EB-0CDF93C1C001}" srcOrd="0" destOrd="0" presId="urn:microsoft.com/office/officeart/2005/8/layout/orgChart1"/>
    <dgm:cxn modelId="{94B6048F-9F0E-4B30-A228-3F1DF9CDEFD8}" srcId="{0C670059-05FB-4611-8616-0966196509BD}" destId="{17D7A476-2A0F-4A0B-8EC4-75DA3E965C7D}" srcOrd="1" destOrd="0" parTransId="{6F1CA9C6-D55A-4B4C-B284-4F5935D8C221}" sibTransId="{CC831683-DAD1-464A-9823-E4B81E556A90}"/>
    <dgm:cxn modelId="{85BF7A91-CDCD-4FD3-A93E-A78A9FD16548}" type="presOf" srcId="{CA847C2F-9F84-4060-A1D9-FB2FF742E220}" destId="{6C277493-2DE5-4DF5-84A8-84A993AC9465}" srcOrd="1" destOrd="0" presId="urn:microsoft.com/office/officeart/2005/8/layout/orgChart1"/>
    <dgm:cxn modelId="{8C986694-5051-40EF-ACA9-27A3FB217B86}" type="presOf" srcId="{0C670059-05FB-4611-8616-0966196509BD}" destId="{7E1B6050-4D69-425B-AFD1-B9A5C14767BD}" srcOrd="0" destOrd="0" presId="urn:microsoft.com/office/officeart/2005/8/layout/orgChart1"/>
    <dgm:cxn modelId="{C0D38894-101D-4918-B41F-7DCE187EE2BB}" type="presOf" srcId="{946C0933-EDAE-4209-A579-2CA03CA1707F}" destId="{987F917F-F07D-4A30-B9AF-0A02BAC9C270}" srcOrd="0" destOrd="0" presId="urn:microsoft.com/office/officeart/2005/8/layout/orgChart1"/>
    <dgm:cxn modelId="{628F2B9C-AAD9-4544-82F7-F67A02E973C0}" srcId="{A6903172-4C2B-4BC1-AE36-42A07AAE7D49}" destId="{35AB1A41-8081-48A4-8A7F-B98E684A4D9C}" srcOrd="1" destOrd="0" parTransId="{D4EE0A3A-4329-44F7-9AFD-3E98CD858782}" sibTransId="{CE34C9C7-71D6-4FD7-9D79-51B057169BD4}"/>
    <dgm:cxn modelId="{C576929F-F925-490B-BCAE-102545071724}" srcId="{0C670059-05FB-4611-8616-0966196509BD}" destId="{528A79C1-3048-4403-ABDC-8FF441A24BFB}" srcOrd="2" destOrd="0" parTransId="{CE7813DE-4774-4466-B8B1-6F45FE1A1324}" sibTransId="{8F3F73E4-4806-4F78-9AD5-2BD8ED677587}"/>
    <dgm:cxn modelId="{5778DFA4-9B84-46C3-8072-B48B48CA6128}" type="presOf" srcId="{21DE89EA-5D9C-4A77-8D57-7967A1F7D552}" destId="{E05E95A7-87CA-4652-BAB3-5F66A21A724F}" srcOrd="0" destOrd="0" presId="urn:microsoft.com/office/officeart/2005/8/layout/orgChart1"/>
    <dgm:cxn modelId="{CF41CDA7-2D9A-4495-8100-7F7715731C6F}" type="presOf" srcId="{35AB1A41-8081-48A4-8A7F-B98E684A4D9C}" destId="{66174F84-0F7C-4B48-8299-515485997EFA}" srcOrd="0" destOrd="0" presId="urn:microsoft.com/office/officeart/2005/8/layout/orgChart1"/>
    <dgm:cxn modelId="{5171D5AA-7825-43E0-8BD1-95FF2F550510}" type="presOf" srcId="{B1836E72-2CD7-48C9-9B04-5E705525B0FC}" destId="{689E98E5-2C5B-4F6E-9A41-A33417AD926F}" srcOrd="0" destOrd="0" presId="urn:microsoft.com/office/officeart/2005/8/layout/orgChart1"/>
    <dgm:cxn modelId="{9FDFC0AD-7BE2-4568-B677-CA78280CC160}" type="presOf" srcId="{E8A52EE9-DE55-4C83-801E-2B56E6CF0813}" destId="{A7751803-2CBA-4CFF-B941-192D9F392C3D}" srcOrd="0" destOrd="0" presId="urn:microsoft.com/office/officeart/2005/8/layout/orgChart1"/>
    <dgm:cxn modelId="{0650E1AF-6BA2-43BD-B938-1059C9629534}" srcId="{A6903172-4C2B-4BC1-AE36-42A07AAE7D49}" destId="{0076CB0C-68B2-4BB1-92EE-793F020EDC3E}" srcOrd="6" destOrd="0" parTransId="{7C222E48-8B97-4378-8477-D11093462994}" sibTransId="{4FF58741-F1E5-4285-8B76-8580EBB53158}"/>
    <dgm:cxn modelId="{C8D54BB2-44E0-42AA-B73B-FA020C60030A}" srcId="{0C670059-05FB-4611-8616-0966196509BD}" destId="{399B006A-9D46-4BB3-82BF-977E4E7625C0}" srcOrd="0" destOrd="0" parTransId="{09125B47-98A7-47A2-9363-56793EBF3E81}" sibTransId="{CF00ED50-F7EC-4429-AE4C-70F45D064946}"/>
    <dgm:cxn modelId="{5025A3B8-A0F5-46F8-BB27-621DA989A46B}" srcId="{35AB1A41-8081-48A4-8A7F-B98E684A4D9C}" destId="{21DE89EA-5D9C-4A77-8D57-7967A1F7D552}" srcOrd="0" destOrd="0" parTransId="{880693C9-0B82-46C5-9193-374DE92C93C3}" sibTransId="{EB8B566C-22CF-49CF-BF74-72AB24B0652D}"/>
    <dgm:cxn modelId="{D49171C0-0830-4C48-9BF8-D7EB68470F41}" type="presOf" srcId="{0076CB0C-68B2-4BB1-92EE-793F020EDC3E}" destId="{FE86EEC6-CA86-4FEC-93D7-5D13DBCE5948}" srcOrd="0" destOrd="0" presId="urn:microsoft.com/office/officeart/2005/8/layout/orgChart1"/>
    <dgm:cxn modelId="{5301A5C9-9CE9-43FF-B3CB-B8BE611532C7}" type="presOf" srcId="{F821E306-6C27-4A9A-909D-3ECFDBE5E3B1}" destId="{6B0F8DD1-3B00-4C47-8F66-DCC7C8C52D6A}" srcOrd="0" destOrd="0" presId="urn:microsoft.com/office/officeart/2005/8/layout/orgChart1"/>
    <dgm:cxn modelId="{97B79DCA-6A94-48BF-8989-14EF641AC124}" type="presOf" srcId="{399B006A-9D46-4BB3-82BF-977E4E7625C0}" destId="{5C133488-D3E7-4E0A-9073-B1804DFB3939}" srcOrd="0" destOrd="0" presId="urn:microsoft.com/office/officeart/2005/8/layout/orgChart1"/>
    <dgm:cxn modelId="{BFF568D2-1894-413A-A4F6-B64DCBDAA98B}" type="presOf" srcId="{11161EAF-1C1E-4A12-B659-3721AFF523CD}" destId="{C2CB7AC8-6D6D-42F0-809F-2AF28BAFB1E7}" srcOrd="0" destOrd="0" presId="urn:microsoft.com/office/officeart/2005/8/layout/orgChart1"/>
    <dgm:cxn modelId="{FE696AD5-E2B9-4110-A14C-5FE06B2FC77E}" type="presOf" srcId="{528A79C1-3048-4403-ABDC-8FF441A24BFB}" destId="{8012B608-AFDC-4E0B-BEF0-FEB903FB26BC}" srcOrd="0" destOrd="0" presId="urn:microsoft.com/office/officeart/2005/8/layout/orgChart1"/>
    <dgm:cxn modelId="{6EAAE2D8-F5E3-4133-9667-34059BF9F859}" type="presOf" srcId="{A737D8A0-46B0-4367-89A6-CD5A0B10C4F0}" destId="{BCC07681-17A1-4F66-94F4-52E2D49AD784}" srcOrd="0" destOrd="0" presId="urn:microsoft.com/office/officeart/2005/8/layout/orgChart1"/>
    <dgm:cxn modelId="{0A4C8DD9-95FB-4779-9B69-978009C2C211}" type="presOf" srcId="{A6903172-4C2B-4BC1-AE36-42A07AAE7D49}" destId="{872FC5C8-49F0-4D57-BBBF-F6697CF4DC31}" srcOrd="1" destOrd="0" presId="urn:microsoft.com/office/officeart/2005/8/layout/orgChart1"/>
    <dgm:cxn modelId="{601FC3DB-FE3D-4F96-A777-FABB595BF53E}" type="presOf" srcId="{D4EE0A3A-4329-44F7-9AFD-3E98CD858782}" destId="{5E588833-E9AD-4EAC-A014-E1729A28B184}" srcOrd="0" destOrd="0" presId="urn:microsoft.com/office/officeart/2005/8/layout/orgChart1"/>
    <dgm:cxn modelId="{681032DC-8C0E-4651-9786-723B1F468A62}" type="presOf" srcId="{17D7A476-2A0F-4A0B-8EC4-75DA3E965C7D}" destId="{8B2EA886-03F7-40D2-AFB3-8B6DC571DC21}" srcOrd="1" destOrd="0" presId="urn:microsoft.com/office/officeart/2005/8/layout/orgChart1"/>
    <dgm:cxn modelId="{5EAAD6DC-D8BF-4985-B4D0-07B4E4C677C9}" type="presOf" srcId="{6F1CA9C6-D55A-4B4C-B284-4F5935D8C221}" destId="{00CB1A53-0AC3-4DB1-8791-0513067BF1AB}" srcOrd="0" destOrd="0" presId="urn:microsoft.com/office/officeart/2005/8/layout/orgChart1"/>
    <dgm:cxn modelId="{CD243FDE-BDF3-42BC-8816-662247479E1E}" srcId="{F831B314-203F-4C6C-8D15-AA5F3B151A4C}" destId="{A6903172-4C2B-4BC1-AE36-42A07AAE7D49}" srcOrd="0" destOrd="0" parTransId="{7A7DFEFC-9E48-462B-A85D-62E841D1EF3E}" sibTransId="{2C446A3B-724E-4F5A-84B8-2FCC535C0AF0}"/>
    <dgm:cxn modelId="{296886E3-A47A-49BE-AB06-230F6034F073}" type="presOf" srcId="{21DE89EA-5D9C-4A77-8D57-7967A1F7D552}" destId="{78574ACB-EFFC-46BB-AAC4-7DCD0AA56D78}" srcOrd="1" destOrd="0" presId="urn:microsoft.com/office/officeart/2005/8/layout/orgChart1"/>
    <dgm:cxn modelId="{A9076BE4-EC23-4352-BD43-27C3CC29B47B}" type="presOf" srcId="{17D7A476-2A0F-4A0B-8EC4-75DA3E965C7D}" destId="{1D3FD48F-EB5C-4EA5-8DD4-E6646C98F94D}" srcOrd="0" destOrd="0" presId="urn:microsoft.com/office/officeart/2005/8/layout/orgChart1"/>
    <dgm:cxn modelId="{96A857EC-DB80-407C-81A0-23681FC12914}" type="presOf" srcId="{CE7813DE-4774-4466-B8B1-6F45FE1A1324}" destId="{A82BA522-B574-4799-A785-E84F40353554}" srcOrd="0" destOrd="0" presId="urn:microsoft.com/office/officeart/2005/8/layout/orgChart1"/>
    <dgm:cxn modelId="{018F16F5-6FDF-4A7E-AEFC-3D7A861D7962}" type="presParOf" srcId="{40E428DA-1FA9-424A-802D-F3495C6CE471}" destId="{2EF40400-EB24-4B65-AC8D-C236F67CACAB}" srcOrd="0" destOrd="0" presId="urn:microsoft.com/office/officeart/2005/8/layout/orgChart1"/>
    <dgm:cxn modelId="{F2045FEA-6392-4827-A6AD-2EA554FC76B1}" type="presParOf" srcId="{2EF40400-EB24-4B65-AC8D-C236F67CACAB}" destId="{E6FA959D-06BC-4520-942B-6CF18B7DA607}" srcOrd="0" destOrd="0" presId="urn:microsoft.com/office/officeart/2005/8/layout/orgChart1"/>
    <dgm:cxn modelId="{4CBA3789-6473-4E83-8506-9A4368953A67}" type="presParOf" srcId="{E6FA959D-06BC-4520-942B-6CF18B7DA607}" destId="{7F7EC6A5-A033-4FAD-A364-9C5C641C0E4C}" srcOrd="0" destOrd="0" presId="urn:microsoft.com/office/officeart/2005/8/layout/orgChart1"/>
    <dgm:cxn modelId="{A6D9659F-7CBE-41FB-9193-5D0ACFF2EA6E}" type="presParOf" srcId="{E6FA959D-06BC-4520-942B-6CF18B7DA607}" destId="{872FC5C8-49F0-4D57-BBBF-F6697CF4DC31}" srcOrd="1" destOrd="0" presId="urn:microsoft.com/office/officeart/2005/8/layout/orgChart1"/>
    <dgm:cxn modelId="{6EFD6021-40AE-48FF-BC36-B0EB769536F5}" type="presParOf" srcId="{2EF40400-EB24-4B65-AC8D-C236F67CACAB}" destId="{9786953E-21CB-4BD4-91DC-D332C8A8ED27}" srcOrd="1" destOrd="0" presId="urn:microsoft.com/office/officeart/2005/8/layout/orgChart1"/>
    <dgm:cxn modelId="{F6CF59BE-ED93-4A45-A993-23022715F480}" type="presParOf" srcId="{9786953E-21CB-4BD4-91DC-D332C8A8ED27}" destId="{689E98E5-2C5B-4F6E-9A41-A33417AD926F}" srcOrd="0" destOrd="0" presId="urn:microsoft.com/office/officeart/2005/8/layout/orgChart1"/>
    <dgm:cxn modelId="{BEFFE7E9-EBDA-4225-BCFC-7FE4192BDED2}" type="presParOf" srcId="{9786953E-21CB-4BD4-91DC-D332C8A8ED27}" destId="{18F4B8E4-D89D-47C6-8F21-360CD4CD9AA5}" srcOrd="1" destOrd="0" presId="urn:microsoft.com/office/officeart/2005/8/layout/orgChart1"/>
    <dgm:cxn modelId="{A5F4FD54-CD94-4800-962C-7C39FE39986F}" type="presParOf" srcId="{18F4B8E4-D89D-47C6-8F21-360CD4CD9AA5}" destId="{2D2DB777-A04D-4CB4-B5D3-A9D8D155B3D8}" srcOrd="0" destOrd="0" presId="urn:microsoft.com/office/officeart/2005/8/layout/orgChart1"/>
    <dgm:cxn modelId="{756152D9-E136-4196-B95A-40CE726F3BB6}" type="presParOf" srcId="{2D2DB777-A04D-4CB4-B5D3-A9D8D155B3D8}" destId="{74F378B5-1FBE-4FF1-9DE5-FD86453EA15D}" srcOrd="0" destOrd="0" presId="urn:microsoft.com/office/officeart/2005/8/layout/orgChart1"/>
    <dgm:cxn modelId="{E4FF1F00-84B0-4F73-ADB0-58C81A7331DE}" type="presParOf" srcId="{2D2DB777-A04D-4CB4-B5D3-A9D8D155B3D8}" destId="{D4577CA4-2A96-4040-9953-36F2BCA80567}" srcOrd="1" destOrd="0" presId="urn:microsoft.com/office/officeart/2005/8/layout/orgChart1"/>
    <dgm:cxn modelId="{825AD6DC-10DC-4830-8EBD-B5243D36370F}" type="presParOf" srcId="{18F4B8E4-D89D-47C6-8F21-360CD4CD9AA5}" destId="{21997892-338A-400D-A431-606EBAC298CA}" srcOrd="1" destOrd="0" presId="urn:microsoft.com/office/officeart/2005/8/layout/orgChart1"/>
    <dgm:cxn modelId="{779502BD-E1A4-402C-AA95-A6AD8E23100F}" type="presParOf" srcId="{18F4B8E4-D89D-47C6-8F21-360CD4CD9AA5}" destId="{A76E2E11-0E7B-40F1-AF5D-4623B8767871}" srcOrd="2" destOrd="0" presId="urn:microsoft.com/office/officeart/2005/8/layout/orgChart1"/>
    <dgm:cxn modelId="{A4ADF760-B218-4281-AE22-50C01B6B2ADD}" type="presParOf" srcId="{9786953E-21CB-4BD4-91DC-D332C8A8ED27}" destId="{5E588833-E9AD-4EAC-A014-E1729A28B184}" srcOrd="2" destOrd="0" presId="urn:microsoft.com/office/officeart/2005/8/layout/orgChart1"/>
    <dgm:cxn modelId="{632FBE0E-DC15-4C18-B174-8DBA664F3882}" type="presParOf" srcId="{9786953E-21CB-4BD4-91DC-D332C8A8ED27}" destId="{6A9F49D1-B9CF-42E4-BEDD-E2F042E5776C}" srcOrd="3" destOrd="0" presId="urn:microsoft.com/office/officeart/2005/8/layout/orgChart1"/>
    <dgm:cxn modelId="{84C466F4-2CC5-4AD1-A3C1-249B5AEC71AF}" type="presParOf" srcId="{6A9F49D1-B9CF-42E4-BEDD-E2F042E5776C}" destId="{D41CD955-9DF4-4F07-A4DB-59C80892EA2F}" srcOrd="0" destOrd="0" presId="urn:microsoft.com/office/officeart/2005/8/layout/orgChart1"/>
    <dgm:cxn modelId="{683B4486-FFE6-4F69-994A-89CAA0AEE221}" type="presParOf" srcId="{D41CD955-9DF4-4F07-A4DB-59C80892EA2F}" destId="{66174F84-0F7C-4B48-8299-515485997EFA}" srcOrd="0" destOrd="0" presId="urn:microsoft.com/office/officeart/2005/8/layout/orgChart1"/>
    <dgm:cxn modelId="{09BF75B2-FAF7-4033-A7C0-E3335B5A10A2}" type="presParOf" srcId="{D41CD955-9DF4-4F07-A4DB-59C80892EA2F}" destId="{91D116A2-6CB0-44D2-8907-124CCAE2B9C4}" srcOrd="1" destOrd="0" presId="urn:microsoft.com/office/officeart/2005/8/layout/orgChart1"/>
    <dgm:cxn modelId="{27AD81E6-1803-4A44-A947-AB4CB299D320}" type="presParOf" srcId="{6A9F49D1-B9CF-42E4-BEDD-E2F042E5776C}" destId="{2F222EFD-5F8C-48E5-BABD-E247A3031902}" srcOrd="1" destOrd="0" presId="urn:microsoft.com/office/officeart/2005/8/layout/orgChart1"/>
    <dgm:cxn modelId="{B25A98B7-C7EC-4340-A916-1FF12115EF9E}" type="presParOf" srcId="{2F222EFD-5F8C-48E5-BABD-E247A3031902}" destId="{2CA5C95D-8F65-484F-B4B9-DBED430675A5}" srcOrd="0" destOrd="0" presId="urn:microsoft.com/office/officeart/2005/8/layout/orgChart1"/>
    <dgm:cxn modelId="{D20681C7-4FC0-4F3E-A0E7-668D18DEA1F0}" type="presParOf" srcId="{2F222EFD-5F8C-48E5-BABD-E247A3031902}" destId="{D1FC43CF-41FA-456B-BA90-EE8EFF2B17D2}" srcOrd="1" destOrd="0" presId="urn:microsoft.com/office/officeart/2005/8/layout/orgChart1"/>
    <dgm:cxn modelId="{DC91A66F-6E32-4C34-9913-7EC46EC7033B}" type="presParOf" srcId="{D1FC43CF-41FA-456B-BA90-EE8EFF2B17D2}" destId="{AEA0A8FA-6D97-4A23-8370-16DF6B1F8F32}" srcOrd="0" destOrd="0" presId="urn:microsoft.com/office/officeart/2005/8/layout/orgChart1"/>
    <dgm:cxn modelId="{1B80674C-F6E7-4199-BCFF-D600644F1F69}" type="presParOf" srcId="{AEA0A8FA-6D97-4A23-8370-16DF6B1F8F32}" destId="{E05E95A7-87CA-4652-BAB3-5F66A21A724F}" srcOrd="0" destOrd="0" presId="urn:microsoft.com/office/officeart/2005/8/layout/orgChart1"/>
    <dgm:cxn modelId="{79065C2D-1738-4D04-A7A2-A03A49EE5FB6}" type="presParOf" srcId="{AEA0A8FA-6D97-4A23-8370-16DF6B1F8F32}" destId="{78574ACB-EFFC-46BB-AAC4-7DCD0AA56D78}" srcOrd="1" destOrd="0" presId="urn:microsoft.com/office/officeart/2005/8/layout/orgChart1"/>
    <dgm:cxn modelId="{6419A134-BEE7-44F6-BB5F-509630CF0664}" type="presParOf" srcId="{D1FC43CF-41FA-456B-BA90-EE8EFF2B17D2}" destId="{AC02D8DC-8D57-45B0-A4EF-9BE090D926C1}" srcOrd="1" destOrd="0" presId="urn:microsoft.com/office/officeart/2005/8/layout/orgChart1"/>
    <dgm:cxn modelId="{E92DA9B4-8ABD-453C-BC49-B890F281393F}" type="presParOf" srcId="{D1FC43CF-41FA-456B-BA90-EE8EFF2B17D2}" destId="{85D28E39-2C2D-4775-9645-103F57EB3831}" srcOrd="2" destOrd="0" presId="urn:microsoft.com/office/officeart/2005/8/layout/orgChart1"/>
    <dgm:cxn modelId="{E1614EE4-0FC5-4591-B8CE-8ABEACFDEB72}" type="presParOf" srcId="{6A9F49D1-B9CF-42E4-BEDD-E2F042E5776C}" destId="{67874CFF-0B83-4007-9FB5-FD586F08126A}" srcOrd="2" destOrd="0" presId="urn:microsoft.com/office/officeart/2005/8/layout/orgChart1"/>
    <dgm:cxn modelId="{19F04538-799B-47E4-A759-ED4152A0CE64}" type="presParOf" srcId="{9786953E-21CB-4BD4-91DC-D332C8A8ED27}" destId="{C2780276-9DFB-4981-AA61-E647C790244A}" srcOrd="4" destOrd="0" presId="urn:microsoft.com/office/officeart/2005/8/layout/orgChart1"/>
    <dgm:cxn modelId="{211DC064-EB5E-4D1C-8AA2-E419DE6794AB}" type="presParOf" srcId="{9786953E-21CB-4BD4-91DC-D332C8A8ED27}" destId="{4AE0614F-16AB-487C-BE2F-D4E45CBCE757}" srcOrd="5" destOrd="0" presId="urn:microsoft.com/office/officeart/2005/8/layout/orgChart1"/>
    <dgm:cxn modelId="{5E1A6E4A-2EFF-49D2-BBC1-46CD27CB2E10}" type="presParOf" srcId="{4AE0614F-16AB-487C-BE2F-D4E45CBCE757}" destId="{9B145BA4-7CCE-454E-9459-A384DCDB25EB}" srcOrd="0" destOrd="0" presId="urn:microsoft.com/office/officeart/2005/8/layout/orgChart1"/>
    <dgm:cxn modelId="{904710D7-744B-4D41-9E3D-034449EC2283}" type="presParOf" srcId="{9B145BA4-7CCE-454E-9459-A384DCDB25EB}" destId="{70E366FE-10AA-4F61-A0EB-0CDF93C1C001}" srcOrd="0" destOrd="0" presId="urn:microsoft.com/office/officeart/2005/8/layout/orgChart1"/>
    <dgm:cxn modelId="{F2155917-5F62-4835-AD1D-BFA7525C5278}" type="presParOf" srcId="{9B145BA4-7CCE-454E-9459-A384DCDB25EB}" destId="{6C277493-2DE5-4DF5-84A8-84A993AC9465}" srcOrd="1" destOrd="0" presId="urn:microsoft.com/office/officeart/2005/8/layout/orgChart1"/>
    <dgm:cxn modelId="{E6FE652E-E7FE-4F47-A903-4F5EFEDFC00B}" type="presParOf" srcId="{4AE0614F-16AB-487C-BE2F-D4E45CBCE757}" destId="{41BD4026-06B9-4566-AA45-1AF8C382BDEE}" srcOrd="1" destOrd="0" presId="urn:microsoft.com/office/officeart/2005/8/layout/orgChart1"/>
    <dgm:cxn modelId="{B8BCF70E-C3E1-48F5-AAB8-ED35AC8A20D3}" type="presParOf" srcId="{4AE0614F-16AB-487C-BE2F-D4E45CBCE757}" destId="{75EFEA58-F87A-4A5A-B2B2-49C5019E05D2}" srcOrd="2" destOrd="0" presId="urn:microsoft.com/office/officeart/2005/8/layout/orgChart1"/>
    <dgm:cxn modelId="{AD8C1345-5745-43D9-911D-8C99F0960FA3}" type="presParOf" srcId="{9786953E-21CB-4BD4-91DC-D332C8A8ED27}" destId="{95D64EDE-FE20-4809-BD2C-1D0F03728DA0}" srcOrd="6" destOrd="0" presId="urn:microsoft.com/office/officeart/2005/8/layout/orgChart1"/>
    <dgm:cxn modelId="{1ECF4244-8FFE-4B0D-B381-36873C9A302B}" type="presParOf" srcId="{9786953E-21CB-4BD4-91DC-D332C8A8ED27}" destId="{842169D7-2822-4936-8994-01F15234E5F0}" srcOrd="7" destOrd="0" presId="urn:microsoft.com/office/officeart/2005/8/layout/orgChart1"/>
    <dgm:cxn modelId="{330373B3-9C43-49FF-B485-C186D8BC05B3}" type="presParOf" srcId="{842169D7-2822-4936-8994-01F15234E5F0}" destId="{A0B246B0-92CB-418D-96D2-A2B71BB48243}" srcOrd="0" destOrd="0" presId="urn:microsoft.com/office/officeart/2005/8/layout/orgChart1"/>
    <dgm:cxn modelId="{D38CB45A-0C96-444C-9AE0-5DB67759F792}" type="presParOf" srcId="{A0B246B0-92CB-418D-96D2-A2B71BB48243}" destId="{7E1B6050-4D69-425B-AFD1-B9A5C14767BD}" srcOrd="0" destOrd="0" presId="urn:microsoft.com/office/officeart/2005/8/layout/orgChart1"/>
    <dgm:cxn modelId="{0CA25435-5849-40F2-A6B4-DD47EF5340EF}" type="presParOf" srcId="{A0B246B0-92CB-418D-96D2-A2B71BB48243}" destId="{28F0B8C9-C4EC-41B4-A994-79E52D6F15AC}" srcOrd="1" destOrd="0" presId="urn:microsoft.com/office/officeart/2005/8/layout/orgChart1"/>
    <dgm:cxn modelId="{CC650F02-BD8B-474F-9C31-8F9105A5FB24}" type="presParOf" srcId="{842169D7-2822-4936-8994-01F15234E5F0}" destId="{76B96903-27F1-4AE6-A17C-5BBFEA037A26}" srcOrd="1" destOrd="0" presId="urn:microsoft.com/office/officeart/2005/8/layout/orgChart1"/>
    <dgm:cxn modelId="{C8C17749-F2BA-410C-916F-67BFB71C051E}" type="presParOf" srcId="{76B96903-27F1-4AE6-A17C-5BBFEA037A26}" destId="{2949296A-B5C9-43D1-9C28-96220598E1BB}" srcOrd="0" destOrd="0" presId="urn:microsoft.com/office/officeart/2005/8/layout/orgChart1"/>
    <dgm:cxn modelId="{B2F7C1CD-8105-4525-A13B-07626F89226D}" type="presParOf" srcId="{76B96903-27F1-4AE6-A17C-5BBFEA037A26}" destId="{7BCEBC4E-223B-4461-BF15-A2C28C31D88E}" srcOrd="1" destOrd="0" presId="urn:microsoft.com/office/officeart/2005/8/layout/orgChart1"/>
    <dgm:cxn modelId="{F2306A90-4FD9-4B3B-86C1-C5FD19698867}" type="presParOf" srcId="{7BCEBC4E-223B-4461-BF15-A2C28C31D88E}" destId="{5EF44347-E7C0-4AB4-A4F9-3372AD355381}" srcOrd="0" destOrd="0" presId="urn:microsoft.com/office/officeart/2005/8/layout/orgChart1"/>
    <dgm:cxn modelId="{FD997E9D-8A6E-4FCF-89B5-AE35A9006B23}" type="presParOf" srcId="{5EF44347-E7C0-4AB4-A4F9-3372AD355381}" destId="{5C133488-D3E7-4E0A-9073-B1804DFB3939}" srcOrd="0" destOrd="0" presId="urn:microsoft.com/office/officeart/2005/8/layout/orgChart1"/>
    <dgm:cxn modelId="{8AAFDE11-51F0-48B6-A230-17613EF246DD}" type="presParOf" srcId="{5EF44347-E7C0-4AB4-A4F9-3372AD355381}" destId="{1EB96C5D-F7B9-4391-88C6-4FB9E4EC0769}" srcOrd="1" destOrd="0" presId="urn:microsoft.com/office/officeart/2005/8/layout/orgChart1"/>
    <dgm:cxn modelId="{1DF559E9-9035-41F4-9FC2-6C3917F1427D}" type="presParOf" srcId="{7BCEBC4E-223B-4461-BF15-A2C28C31D88E}" destId="{BFA87558-C6D3-4999-87F7-11E176BCB625}" srcOrd="1" destOrd="0" presId="urn:microsoft.com/office/officeart/2005/8/layout/orgChart1"/>
    <dgm:cxn modelId="{89FA3BF4-1BA5-4DDF-A76E-C96F01E97DE9}" type="presParOf" srcId="{7BCEBC4E-223B-4461-BF15-A2C28C31D88E}" destId="{0E79BA85-077E-4B88-BF8B-9527860F5D7A}" srcOrd="2" destOrd="0" presId="urn:microsoft.com/office/officeart/2005/8/layout/orgChart1"/>
    <dgm:cxn modelId="{85287CD5-24EC-4D9A-A046-8B0B70E41BFA}" type="presParOf" srcId="{76B96903-27F1-4AE6-A17C-5BBFEA037A26}" destId="{00CB1A53-0AC3-4DB1-8791-0513067BF1AB}" srcOrd="2" destOrd="0" presId="urn:microsoft.com/office/officeart/2005/8/layout/orgChart1"/>
    <dgm:cxn modelId="{B94649D9-1A62-4075-A3CF-39C4278FAC12}" type="presParOf" srcId="{76B96903-27F1-4AE6-A17C-5BBFEA037A26}" destId="{D0C80224-7F69-4588-A546-A238ABDC5277}" srcOrd="3" destOrd="0" presId="urn:microsoft.com/office/officeart/2005/8/layout/orgChart1"/>
    <dgm:cxn modelId="{EB5C4423-1BF1-4CE0-AA8F-6FAB55481C87}" type="presParOf" srcId="{D0C80224-7F69-4588-A546-A238ABDC5277}" destId="{F1A7438B-4020-45E2-9E5C-E2BB28553A5A}" srcOrd="0" destOrd="0" presId="urn:microsoft.com/office/officeart/2005/8/layout/orgChart1"/>
    <dgm:cxn modelId="{C2BBE9B6-3D41-4B99-99F3-9BD26296B5D2}" type="presParOf" srcId="{F1A7438B-4020-45E2-9E5C-E2BB28553A5A}" destId="{1D3FD48F-EB5C-4EA5-8DD4-E6646C98F94D}" srcOrd="0" destOrd="0" presId="urn:microsoft.com/office/officeart/2005/8/layout/orgChart1"/>
    <dgm:cxn modelId="{082577F2-0F6C-45A5-B967-81AEF52CF6E2}" type="presParOf" srcId="{F1A7438B-4020-45E2-9E5C-E2BB28553A5A}" destId="{8B2EA886-03F7-40D2-AFB3-8B6DC571DC21}" srcOrd="1" destOrd="0" presId="urn:microsoft.com/office/officeart/2005/8/layout/orgChart1"/>
    <dgm:cxn modelId="{8F93FDFB-6401-4144-AC18-02908D05CAFD}" type="presParOf" srcId="{D0C80224-7F69-4588-A546-A238ABDC5277}" destId="{A0F71C4E-7B00-4B59-9B8A-264A8D0215E3}" srcOrd="1" destOrd="0" presId="urn:microsoft.com/office/officeart/2005/8/layout/orgChart1"/>
    <dgm:cxn modelId="{9C7A4EB3-9DF3-4689-BD61-71E8CE621755}" type="presParOf" srcId="{D0C80224-7F69-4588-A546-A238ABDC5277}" destId="{0CB7F324-8308-4535-9310-DF216983ABB4}" srcOrd="2" destOrd="0" presId="urn:microsoft.com/office/officeart/2005/8/layout/orgChart1"/>
    <dgm:cxn modelId="{3EEBB11B-9C45-4212-B0B0-4C42D95E6C24}" type="presParOf" srcId="{76B96903-27F1-4AE6-A17C-5BBFEA037A26}" destId="{A82BA522-B574-4799-A785-E84F40353554}" srcOrd="4" destOrd="0" presId="urn:microsoft.com/office/officeart/2005/8/layout/orgChart1"/>
    <dgm:cxn modelId="{7AD87A0A-FFBC-4CA4-8180-AC4BBC051BB2}" type="presParOf" srcId="{76B96903-27F1-4AE6-A17C-5BBFEA037A26}" destId="{859F92AF-256E-4D81-A91A-92312A7B618D}" srcOrd="5" destOrd="0" presId="urn:microsoft.com/office/officeart/2005/8/layout/orgChart1"/>
    <dgm:cxn modelId="{E0C99E05-A4E5-469B-BF9D-72078F199403}" type="presParOf" srcId="{859F92AF-256E-4D81-A91A-92312A7B618D}" destId="{11E5B32B-B622-428D-AAA0-F3FA571C6ECC}" srcOrd="0" destOrd="0" presId="urn:microsoft.com/office/officeart/2005/8/layout/orgChart1"/>
    <dgm:cxn modelId="{0B190170-8C2C-403D-9882-9CB60D81442A}" type="presParOf" srcId="{11E5B32B-B622-428D-AAA0-F3FA571C6ECC}" destId="{8012B608-AFDC-4E0B-BEF0-FEB903FB26BC}" srcOrd="0" destOrd="0" presId="urn:microsoft.com/office/officeart/2005/8/layout/orgChart1"/>
    <dgm:cxn modelId="{67B1903A-5367-4164-86EA-FE142EA85ED1}" type="presParOf" srcId="{11E5B32B-B622-428D-AAA0-F3FA571C6ECC}" destId="{C4A65BCA-130D-495D-BAD4-73BA8DEC1C8B}" srcOrd="1" destOrd="0" presId="urn:microsoft.com/office/officeart/2005/8/layout/orgChart1"/>
    <dgm:cxn modelId="{8D866069-EABC-4D13-BF0A-503A0961FE98}" type="presParOf" srcId="{859F92AF-256E-4D81-A91A-92312A7B618D}" destId="{CF13D533-6555-4FE0-81E1-A0FD17F40109}" srcOrd="1" destOrd="0" presId="urn:microsoft.com/office/officeart/2005/8/layout/orgChart1"/>
    <dgm:cxn modelId="{F929BD5E-94A7-494F-92DA-78E2E0904EAE}" type="presParOf" srcId="{859F92AF-256E-4D81-A91A-92312A7B618D}" destId="{AA8B95E9-6491-480B-BA3A-060CF2B6B313}" srcOrd="2" destOrd="0" presId="urn:microsoft.com/office/officeart/2005/8/layout/orgChart1"/>
    <dgm:cxn modelId="{560FC07D-87B6-4272-84D7-DCEF5AD6E15D}" type="presParOf" srcId="{842169D7-2822-4936-8994-01F15234E5F0}" destId="{C9D12391-C71B-49EB-8513-FC7EC7EBC842}" srcOrd="2" destOrd="0" presId="urn:microsoft.com/office/officeart/2005/8/layout/orgChart1"/>
    <dgm:cxn modelId="{E43D8B75-7EA6-474B-B607-CB1F234384F4}" type="presParOf" srcId="{9786953E-21CB-4BD4-91DC-D332C8A8ED27}" destId="{987F917F-F07D-4A30-B9AF-0A02BAC9C270}" srcOrd="8" destOrd="0" presId="urn:microsoft.com/office/officeart/2005/8/layout/orgChart1"/>
    <dgm:cxn modelId="{CC4D486E-A21E-46F5-BA74-A28FB4A7CCF3}" type="presParOf" srcId="{9786953E-21CB-4BD4-91DC-D332C8A8ED27}" destId="{9A1AA6AA-5281-4074-936F-F6822F51FB75}" srcOrd="9" destOrd="0" presId="urn:microsoft.com/office/officeart/2005/8/layout/orgChart1"/>
    <dgm:cxn modelId="{575ED227-EE06-4245-BB67-8850DC893D86}" type="presParOf" srcId="{9A1AA6AA-5281-4074-936F-F6822F51FB75}" destId="{89F06A5B-E803-46C1-AFC0-1DCFCEEF6C74}" srcOrd="0" destOrd="0" presId="urn:microsoft.com/office/officeart/2005/8/layout/orgChart1"/>
    <dgm:cxn modelId="{4879B9AB-D37A-4CAF-973E-DF610BBFEBD3}" type="presParOf" srcId="{89F06A5B-E803-46C1-AFC0-1DCFCEEF6C74}" destId="{6B0F8DD1-3B00-4C47-8F66-DCC7C8C52D6A}" srcOrd="0" destOrd="0" presId="urn:microsoft.com/office/officeart/2005/8/layout/orgChart1"/>
    <dgm:cxn modelId="{E226E700-D3C7-4422-BF8E-6DC7AF52228E}" type="presParOf" srcId="{89F06A5B-E803-46C1-AFC0-1DCFCEEF6C74}" destId="{B554C25D-1087-4EEF-BE96-C346E7938160}" srcOrd="1" destOrd="0" presId="urn:microsoft.com/office/officeart/2005/8/layout/orgChart1"/>
    <dgm:cxn modelId="{DD717A05-7D0A-4235-97AE-92A9A7060FA4}" type="presParOf" srcId="{9A1AA6AA-5281-4074-936F-F6822F51FB75}" destId="{27E0AA49-D169-445A-8D9A-2A0CD90CC57A}" srcOrd="1" destOrd="0" presId="urn:microsoft.com/office/officeart/2005/8/layout/orgChart1"/>
    <dgm:cxn modelId="{54D99DFC-35B2-4BBD-BFAD-D27AB4A4F859}" type="presParOf" srcId="{9A1AA6AA-5281-4074-936F-F6822F51FB75}" destId="{25D6C847-F10D-4891-8A27-27416A702684}" srcOrd="2" destOrd="0" presId="urn:microsoft.com/office/officeart/2005/8/layout/orgChart1"/>
    <dgm:cxn modelId="{A20CBAC8-A512-47E8-A7B5-15915A625F5F}" type="presParOf" srcId="{9786953E-21CB-4BD4-91DC-D332C8A8ED27}" destId="{06491772-E981-49C7-9054-6FCC54BF6275}" srcOrd="10" destOrd="0" presId="urn:microsoft.com/office/officeart/2005/8/layout/orgChart1"/>
    <dgm:cxn modelId="{74052E05-A25A-4C6A-83A6-C7FD5F87316F}" type="presParOf" srcId="{9786953E-21CB-4BD4-91DC-D332C8A8ED27}" destId="{92B750E0-4D52-497D-8A7E-506C69E20661}" srcOrd="11" destOrd="0" presId="urn:microsoft.com/office/officeart/2005/8/layout/orgChart1"/>
    <dgm:cxn modelId="{27AA5826-0309-40F3-AFD0-99BA658AEC53}" type="presParOf" srcId="{92B750E0-4D52-497D-8A7E-506C69E20661}" destId="{96F4C5AC-FD2A-4916-A8BD-550269C60EA8}" srcOrd="0" destOrd="0" presId="urn:microsoft.com/office/officeart/2005/8/layout/orgChart1"/>
    <dgm:cxn modelId="{CEDBFF3D-30DA-4A0F-8A6A-D6727CCE8055}" type="presParOf" srcId="{96F4C5AC-FD2A-4916-A8BD-550269C60EA8}" destId="{BCC07681-17A1-4F66-94F4-52E2D49AD784}" srcOrd="0" destOrd="0" presId="urn:microsoft.com/office/officeart/2005/8/layout/orgChart1"/>
    <dgm:cxn modelId="{56ABB826-34C2-4873-A1A4-ABD3B38CDBE6}" type="presParOf" srcId="{96F4C5AC-FD2A-4916-A8BD-550269C60EA8}" destId="{354D5A23-C109-4AD3-8748-C52F99EE9B8E}" srcOrd="1" destOrd="0" presId="urn:microsoft.com/office/officeart/2005/8/layout/orgChart1"/>
    <dgm:cxn modelId="{2F63AB60-8F28-4745-A851-387335CD1A75}" type="presParOf" srcId="{92B750E0-4D52-497D-8A7E-506C69E20661}" destId="{E8B6C71B-0561-4190-8FB6-4DAA8FD36B71}" srcOrd="1" destOrd="0" presId="urn:microsoft.com/office/officeart/2005/8/layout/orgChart1"/>
    <dgm:cxn modelId="{A126B965-6D69-46CE-ABAB-6734CD59B284}" type="presParOf" srcId="{92B750E0-4D52-497D-8A7E-506C69E20661}" destId="{7133B804-BF38-4C75-8607-F502ECCF920F}" srcOrd="2" destOrd="0" presId="urn:microsoft.com/office/officeart/2005/8/layout/orgChart1"/>
    <dgm:cxn modelId="{5839EFE3-46F8-46D0-857B-928052D25C8A}" type="presParOf" srcId="{9786953E-21CB-4BD4-91DC-D332C8A8ED27}" destId="{FEEFEF86-D4ED-430D-8842-3D8F14FA1863}" srcOrd="12" destOrd="0" presId="urn:microsoft.com/office/officeart/2005/8/layout/orgChart1"/>
    <dgm:cxn modelId="{8893B20C-11DA-40BC-9FF8-E9DD947C27C1}" type="presParOf" srcId="{9786953E-21CB-4BD4-91DC-D332C8A8ED27}" destId="{47908940-7B94-4973-8BB5-CD7AB2E84734}" srcOrd="13" destOrd="0" presId="urn:microsoft.com/office/officeart/2005/8/layout/orgChart1"/>
    <dgm:cxn modelId="{163A9F6B-1646-4A80-ADE5-6169A1F9DFF4}" type="presParOf" srcId="{47908940-7B94-4973-8BB5-CD7AB2E84734}" destId="{28C140B6-16A4-491C-BBEE-D48DA388BDD6}" srcOrd="0" destOrd="0" presId="urn:microsoft.com/office/officeart/2005/8/layout/orgChart1"/>
    <dgm:cxn modelId="{FDE70C6D-C260-4B6D-8A97-8E733FDBE46D}" type="presParOf" srcId="{28C140B6-16A4-491C-BBEE-D48DA388BDD6}" destId="{FE86EEC6-CA86-4FEC-93D7-5D13DBCE5948}" srcOrd="0" destOrd="0" presId="urn:microsoft.com/office/officeart/2005/8/layout/orgChart1"/>
    <dgm:cxn modelId="{FF011A78-4889-44C3-B65E-4A8CC5C840E7}" type="presParOf" srcId="{28C140B6-16A4-491C-BBEE-D48DA388BDD6}" destId="{5C77178C-755B-4B53-B65F-E3852FDE047B}" srcOrd="1" destOrd="0" presId="urn:microsoft.com/office/officeart/2005/8/layout/orgChart1"/>
    <dgm:cxn modelId="{3D95D9BF-E5D9-4601-9F47-B76A654DED65}" type="presParOf" srcId="{47908940-7B94-4973-8BB5-CD7AB2E84734}" destId="{5F243D15-4A01-444F-8B58-A95CE60AA7A0}" srcOrd="1" destOrd="0" presId="urn:microsoft.com/office/officeart/2005/8/layout/orgChart1"/>
    <dgm:cxn modelId="{49B83C9C-F07A-41B2-94EA-F24348CDA63F}" type="presParOf" srcId="{47908940-7B94-4973-8BB5-CD7AB2E84734}" destId="{48863FA8-F743-4D39-B98D-1DDF45107C7C}" srcOrd="2" destOrd="0" presId="urn:microsoft.com/office/officeart/2005/8/layout/orgChart1"/>
    <dgm:cxn modelId="{F16ACDED-FCB6-4917-8C03-82AD975D0207}" type="presParOf" srcId="{9786953E-21CB-4BD4-91DC-D332C8A8ED27}" destId="{A7751803-2CBA-4CFF-B941-192D9F392C3D}" srcOrd="14" destOrd="0" presId="urn:microsoft.com/office/officeart/2005/8/layout/orgChart1"/>
    <dgm:cxn modelId="{DE370BB6-409A-4FC7-B558-F0CAD9CC0145}" type="presParOf" srcId="{9786953E-21CB-4BD4-91DC-D332C8A8ED27}" destId="{9E078527-9CD5-4B07-9EEA-870D941F2BF6}" srcOrd="15" destOrd="0" presId="urn:microsoft.com/office/officeart/2005/8/layout/orgChart1"/>
    <dgm:cxn modelId="{BE956F51-B824-4388-85A8-39AD603A35BF}" type="presParOf" srcId="{9E078527-9CD5-4B07-9EEA-870D941F2BF6}" destId="{84866B40-697B-46A3-AAE6-8D7B30983435}" srcOrd="0" destOrd="0" presId="urn:microsoft.com/office/officeart/2005/8/layout/orgChart1"/>
    <dgm:cxn modelId="{E6935B4E-E847-4C0F-AA83-4397AF13FA6F}" type="presParOf" srcId="{84866B40-697B-46A3-AAE6-8D7B30983435}" destId="{C2CB7AC8-6D6D-42F0-809F-2AF28BAFB1E7}" srcOrd="0" destOrd="0" presId="urn:microsoft.com/office/officeart/2005/8/layout/orgChart1"/>
    <dgm:cxn modelId="{5DB4CAA1-D342-4D95-8B84-F0EA4EBC4075}" type="presParOf" srcId="{84866B40-697B-46A3-AAE6-8D7B30983435}" destId="{021B2051-DB22-4C48-B4FE-6FE0B87EF241}" srcOrd="1" destOrd="0" presId="urn:microsoft.com/office/officeart/2005/8/layout/orgChart1"/>
    <dgm:cxn modelId="{DC980BC9-FAD9-464D-B9DB-12C78B6DCC2E}" type="presParOf" srcId="{9E078527-9CD5-4B07-9EEA-870D941F2BF6}" destId="{47FDACB7-A7D6-437D-8238-33F091CB7880}" srcOrd="1" destOrd="0" presId="urn:microsoft.com/office/officeart/2005/8/layout/orgChart1"/>
    <dgm:cxn modelId="{732A6322-C12D-4E49-B0A4-5809BB7FD652}" type="presParOf" srcId="{9E078527-9CD5-4B07-9EEA-870D941F2BF6}" destId="{66CC4037-0D68-4DB7-BD03-4F24F5D3C0DB}" srcOrd="2" destOrd="0" presId="urn:microsoft.com/office/officeart/2005/8/layout/orgChart1"/>
    <dgm:cxn modelId="{CB3A7CBE-5E83-4F6E-B7E5-8B0B0D3468FC}" type="presParOf" srcId="{2EF40400-EB24-4B65-AC8D-C236F67CACAB}" destId="{220D70ED-E4AE-4032-9DAA-2A0F5A42C512}"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8333C57-931B-4DFE-AF07-646CE46CB6D0}" type="doc">
      <dgm:prSet loTypeId="urn:microsoft.com/office/officeart/2005/8/layout/orgChart1" loCatId="hierarchy" qsTypeId="urn:microsoft.com/office/officeart/2005/8/quickstyle/simple1" qsCatId="simple" csTypeId="urn:microsoft.com/office/officeart/2005/8/colors/accent2_4" csCatId="accent2" phldr="1"/>
      <dgm:spPr/>
      <dgm:t>
        <a:bodyPr/>
        <a:lstStyle/>
        <a:p>
          <a:endParaRPr lang="en-US"/>
        </a:p>
      </dgm:t>
    </dgm:pt>
    <dgm:pt modelId="{755BB426-0B44-4B81-B1D1-003AED216F35}">
      <dgm:prSet phldrT="[Text]" custT="1"/>
      <dgm:spPr>
        <a:xfrm>
          <a:off x="4613062" y="81339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VP of Brand </a:t>
          </a:r>
          <a:r>
            <a:rPr lang="en-US" sz="1200" dirty="0" err="1">
              <a:solidFill>
                <a:srgbClr val="FFFFFF"/>
              </a:solidFill>
              <a:latin typeface="Roboto"/>
              <a:ea typeface="+mn-ea"/>
              <a:cs typeface="+mn-cs"/>
            </a:rPr>
            <a:t>Mgmt</a:t>
          </a:r>
          <a:endParaRPr lang="en-US" sz="1200" dirty="0">
            <a:solidFill>
              <a:srgbClr val="FFFFFF"/>
            </a:solidFill>
            <a:latin typeface="Roboto"/>
            <a:ea typeface="+mn-ea"/>
            <a:cs typeface="+mn-cs"/>
          </a:endParaRPr>
        </a:p>
      </dgm:t>
    </dgm:pt>
    <dgm:pt modelId="{5E7AB44A-4A96-4D65-98DA-8841EF495482}" type="parTrans" cxnId="{4F99E084-DD98-4A9C-8740-25049CD2B9C6}">
      <dgm:prSet/>
      <dgm:spPr/>
      <dgm:t>
        <a:bodyPr/>
        <a:lstStyle/>
        <a:p>
          <a:endParaRPr lang="en-US"/>
        </a:p>
      </dgm:t>
    </dgm:pt>
    <dgm:pt modelId="{25858234-B95A-4CCF-9D99-141181FCA263}" type="sibTrans" cxnId="{4F99E084-DD98-4A9C-8740-25049CD2B9C6}">
      <dgm:prSet/>
      <dgm:spPr/>
      <dgm:t>
        <a:bodyPr/>
        <a:lstStyle/>
        <a:p>
          <a:endParaRPr lang="en-US"/>
        </a:p>
      </dgm:t>
    </dgm:pt>
    <dgm:pt modelId="{59F62E68-5CEC-4033-88DD-FF810E4E16AB}">
      <dgm:prSet phldrT="[Text]" custT="1"/>
      <dgm:spPr>
        <a:xfrm>
          <a:off x="283"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Sr. Director, Brand A</a:t>
          </a:r>
        </a:p>
      </dgm:t>
    </dgm:pt>
    <dgm:pt modelId="{EBADB060-04D4-402E-BD15-8DE8507D9A8F}" type="parTrans" cxnId="{02429C7F-1E5B-4FA5-A84E-727D62AC3CDB}">
      <dgm:prSet/>
      <dgm:spPr>
        <a:xfrm>
          <a:off x="544885" y="1357999"/>
          <a:ext cx="4612778" cy="228732"/>
        </a:xfrm>
        <a:custGeom>
          <a:avLst/>
          <a:gdLst/>
          <a:ahLst/>
          <a:cxnLst/>
          <a:rect l="0" t="0" r="0" b="0"/>
          <a:pathLst>
            <a:path>
              <a:moveTo>
                <a:pt x="4612778" y="0"/>
              </a:moveTo>
              <a:lnTo>
                <a:pt x="4612778" y="114366"/>
              </a:lnTo>
              <a:lnTo>
                <a:pt x="0" y="114366"/>
              </a:lnTo>
              <a:lnTo>
                <a:pt x="0" y="228732"/>
              </a:lnTo>
            </a:path>
          </a:pathLst>
        </a:custGeom>
        <a:noFill/>
        <a:ln w="12700" cap="flat" cmpd="sng" algn="ctr">
          <a:solidFill>
            <a:srgbClr val="288FC2"/>
          </a:solidFill>
          <a:prstDash val="solid"/>
          <a:miter lim="800000"/>
        </a:ln>
        <a:effectLst/>
      </dgm:spPr>
      <dgm:t>
        <a:bodyPr/>
        <a:lstStyle/>
        <a:p>
          <a:endParaRPr lang="en-US"/>
        </a:p>
      </dgm:t>
    </dgm:pt>
    <dgm:pt modelId="{80699876-5931-4D88-85F9-EC0681A81490}" type="sibTrans" cxnId="{02429C7F-1E5B-4FA5-A84E-727D62AC3CDB}">
      <dgm:prSet/>
      <dgm:spPr/>
      <dgm:t>
        <a:bodyPr/>
        <a:lstStyle/>
        <a:p>
          <a:endParaRPr lang="en-US"/>
        </a:p>
      </dgm:t>
    </dgm:pt>
    <dgm:pt modelId="{DAB9EAF9-6222-4280-A210-CCBC1361D30E}">
      <dgm:prSet phldrT="[Text]" custT="1"/>
      <dgm:spPr>
        <a:xfrm>
          <a:off x="1318220"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Sr. Director, Brand B</a:t>
          </a:r>
        </a:p>
      </dgm:t>
    </dgm:pt>
    <dgm:pt modelId="{C1E8CB3F-725D-4A9A-949B-CB2CDEAD54D1}" type="parTrans" cxnId="{8917523F-CD81-4742-B301-AB859D29A16A}">
      <dgm:prSet/>
      <dgm:spPr>
        <a:xfrm>
          <a:off x="1862822" y="1357999"/>
          <a:ext cx="3294841" cy="228732"/>
        </a:xfrm>
        <a:custGeom>
          <a:avLst/>
          <a:gdLst/>
          <a:ahLst/>
          <a:cxnLst/>
          <a:rect l="0" t="0" r="0" b="0"/>
          <a:pathLst>
            <a:path>
              <a:moveTo>
                <a:pt x="3294841" y="0"/>
              </a:moveTo>
              <a:lnTo>
                <a:pt x="3294841" y="114366"/>
              </a:lnTo>
              <a:lnTo>
                <a:pt x="0" y="114366"/>
              </a:lnTo>
              <a:lnTo>
                <a:pt x="0" y="228732"/>
              </a:lnTo>
            </a:path>
          </a:pathLst>
        </a:custGeom>
        <a:noFill/>
        <a:ln w="12700" cap="flat" cmpd="sng" algn="ctr">
          <a:solidFill>
            <a:srgbClr val="288FC2"/>
          </a:solidFill>
          <a:prstDash val="solid"/>
          <a:miter lim="800000"/>
        </a:ln>
        <a:effectLst/>
      </dgm:spPr>
      <dgm:t>
        <a:bodyPr/>
        <a:lstStyle/>
        <a:p>
          <a:endParaRPr lang="en-US"/>
        </a:p>
      </dgm:t>
    </dgm:pt>
    <dgm:pt modelId="{21D0AA9E-84E1-4585-A7BF-259EFF8AD878}" type="sibTrans" cxnId="{8917523F-CD81-4742-B301-AB859D29A16A}">
      <dgm:prSet/>
      <dgm:spPr/>
      <dgm:t>
        <a:bodyPr/>
        <a:lstStyle/>
        <a:p>
          <a:endParaRPr lang="en-US"/>
        </a:p>
      </dgm:t>
    </dgm:pt>
    <dgm:pt modelId="{E8A15067-0A55-4C10-B1D1-867C4ED94E5B}">
      <dgm:prSet custT="1"/>
      <dgm:spPr>
        <a:xfrm>
          <a:off x="283"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8 HC</a:t>
          </a:r>
        </a:p>
      </dgm:t>
    </dgm:pt>
    <dgm:pt modelId="{FE934891-05B0-40DF-A958-B1838E199EE3}" type="parTrans" cxnId="{D52DD275-9FC2-4982-A5BC-8D2DE7B04EDD}">
      <dgm:prSet/>
      <dgm:spPr>
        <a:xfrm>
          <a:off x="499165"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gm:spPr>
      <dgm:t>
        <a:bodyPr/>
        <a:lstStyle/>
        <a:p>
          <a:endParaRPr lang="en-US"/>
        </a:p>
      </dgm:t>
    </dgm:pt>
    <dgm:pt modelId="{1B8EBC88-748B-4395-A18B-9ED132E0B082}" type="sibTrans" cxnId="{D52DD275-9FC2-4982-A5BC-8D2DE7B04EDD}">
      <dgm:prSet/>
      <dgm:spPr/>
      <dgm:t>
        <a:bodyPr/>
        <a:lstStyle/>
        <a:p>
          <a:endParaRPr lang="en-US"/>
        </a:p>
      </dgm:t>
    </dgm:pt>
    <dgm:pt modelId="{2FDA7393-F21C-4256-B41D-D780708CE15E}">
      <dgm:prSet custT="1"/>
      <dgm:spPr>
        <a:xfrm>
          <a:off x="2636156"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Director,      Brand C</a:t>
          </a:r>
        </a:p>
      </dgm:t>
    </dgm:pt>
    <dgm:pt modelId="{2171F499-D74E-48C4-950C-DF6FA205412A}" type="parTrans" cxnId="{6EE6A02F-1A72-4252-AE52-2AEF12B88032}">
      <dgm:prSet/>
      <dgm:spPr>
        <a:xfrm>
          <a:off x="3180758" y="1357999"/>
          <a:ext cx="1976905" cy="228732"/>
        </a:xfrm>
        <a:custGeom>
          <a:avLst/>
          <a:gdLst/>
          <a:ahLst/>
          <a:cxnLst/>
          <a:rect l="0" t="0" r="0" b="0"/>
          <a:pathLst>
            <a:path>
              <a:moveTo>
                <a:pt x="1976905" y="0"/>
              </a:moveTo>
              <a:lnTo>
                <a:pt x="1976905" y="114366"/>
              </a:lnTo>
              <a:lnTo>
                <a:pt x="0" y="114366"/>
              </a:lnTo>
              <a:lnTo>
                <a:pt x="0" y="228732"/>
              </a:lnTo>
            </a:path>
          </a:pathLst>
        </a:custGeom>
        <a:noFill/>
        <a:ln w="12700" cap="flat" cmpd="sng" algn="ctr">
          <a:solidFill>
            <a:srgbClr val="288FC2"/>
          </a:solidFill>
          <a:prstDash val="solid"/>
          <a:miter lim="800000"/>
        </a:ln>
        <a:effectLst/>
      </dgm:spPr>
      <dgm:t>
        <a:bodyPr/>
        <a:lstStyle/>
        <a:p>
          <a:endParaRPr lang="en-US"/>
        </a:p>
      </dgm:t>
    </dgm:pt>
    <dgm:pt modelId="{D222A1CC-0166-46E4-9419-3E3F4BBB9E31}" type="sibTrans" cxnId="{6EE6A02F-1A72-4252-AE52-2AEF12B88032}">
      <dgm:prSet/>
      <dgm:spPr/>
      <dgm:t>
        <a:bodyPr/>
        <a:lstStyle/>
        <a:p>
          <a:endParaRPr lang="en-US"/>
        </a:p>
      </dgm:t>
    </dgm:pt>
    <dgm:pt modelId="{AE504ABB-2599-44CF-B7A1-F3AC0CFAC71E}">
      <dgm:prSet custT="1"/>
      <dgm:spPr>
        <a:xfrm>
          <a:off x="1318220"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7 HC</a:t>
          </a:r>
        </a:p>
      </dgm:t>
    </dgm:pt>
    <dgm:pt modelId="{12171B4F-7225-479F-BCBB-D9A3DAB84AD5}" type="parTrans" cxnId="{E5281571-579D-4DA2-BA0E-DD174B43ECE5}">
      <dgm:prSet/>
      <dgm:spPr>
        <a:xfrm>
          <a:off x="1817102"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gm:spPr>
      <dgm:t>
        <a:bodyPr/>
        <a:lstStyle/>
        <a:p>
          <a:endParaRPr lang="en-US"/>
        </a:p>
      </dgm:t>
    </dgm:pt>
    <dgm:pt modelId="{08C096A6-CBA2-432B-868D-DFB00A1AA164}" type="sibTrans" cxnId="{E5281571-579D-4DA2-BA0E-DD174B43ECE5}">
      <dgm:prSet/>
      <dgm:spPr/>
      <dgm:t>
        <a:bodyPr/>
        <a:lstStyle/>
        <a:p>
          <a:endParaRPr lang="en-US"/>
        </a:p>
      </dgm:t>
    </dgm:pt>
    <dgm:pt modelId="{61FAF932-F3BC-44D4-BCB7-716A1BD7D2B4}">
      <dgm:prSet custT="1"/>
      <dgm:spPr>
        <a:xfrm>
          <a:off x="3954093"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Director,    Brand D</a:t>
          </a:r>
        </a:p>
      </dgm:t>
    </dgm:pt>
    <dgm:pt modelId="{6E3989F3-C46A-4BFD-B194-B3F1D445AB90}" type="parTrans" cxnId="{816A6AC7-ABAB-4024-A39D-9F66D8CAE960}">
      <dgm:prSet/>
      <dgm:spPr>
        <a:xfrm>
          <a:off x="4498695" y="1357999"/>
          <a:ext cx="658968" cy="228732"/>
        </a:xfrm>
        <a:custGeom>
          <a:avLst/>
          <a:gdLst/>
          <a:ahLst/>
          <a:cxnLst/>
          <a:rect l="0" t="0" r="0" b="0"/>
          <a:pathLst>
            <a:path>
              <a:moveTo>
                <a:pt x="658968" y="0"/>
              </a:moveTo>
              <a:lnTo>
                <a:pt x="658968" y="114366"/>
              </a:lnTo>
              <a:lnTo>
                <a:pt x="0" y="114366"/>
              </a:lnTo>
              <a:lnTo>
                <a:pt x="0" y="228732"/>
              </a:lnTo>
            </a:path>
          </a:pathLst>
        </a:custGeom>
        <a:noFill/>
        <a:ln w="12700" cap="flat" cmpd="sng" algn="ctr">
          <a:solidFill>
            <a:srgbClr val="288FC2"/>
          </a:solidFill>
          <a:prstDash val="solid"/>
          <a:miter lim="800000"/>
        </a:ln>
        <a:effectLst/>
      </dgm:spPr>
      <dgm:t>
        <a:bodyPr/>
        <a:lstStyle/>
        <a:p>
          <a:endParaRPr lang="en-US"/>
        </a:p>
      </dgm:t>
    </dgm:pt>
    <dgm:pt modelId="{875A41B4-A4E3-4012-8730-C0FCA8E64921}" type="sibTrans" cxnId="{816A6AC7-ABAB-4024-A39D-9F66D8CAE960}">
      <dgm:prSet/>
      <dgm:spPr/>
      <dgm:t>
        <a:bodyPr/>
        <a:lstStyle/>
        <a:p>
          <a:endParaRPr lang="en-US"/>
        </a:p>
      </dgm:t>
    </dgm:pt>
    <dgm:pt modelId="{C84FE3CF-48C1-4BDB-AD4D-91C26DFE4B04}">
      <dgm:prSet custT="1"/>
      <dgm:spPr>
        <a:xfrm>
          <a:off x="5272030"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Director,     Brand E</a:t>
          </a:r>
        </a:p>
      </dgm:t>
    </dgm:pt>
    <dgm:pt modelId="{2FE00100-B363-4DAC-93E0-44ADA8243B13}" type="parTrans" cxnId="{8060544F-8651-41A6-8E3F-A75593B9702F}">
      <dgm:prSet/>
      <dgm:spPr>
        <a:xfrm>
          <a:off x="5157664" y="1357999"/>
          <a:ext cx="658968" cy="228732"/>
        </a:xfrm>
        <a:custGeom>
          <a:avLst/>
          <a:gdLst/>
          <a:ahLst/>
          <a:cxnLst/>
          <a:rect l="0" t="0" r="0" b="0"/>
          <a:pathLst>
            <a:path>
              <a:moveTo>
                <a:pt x="0" y="0"/>
              </a:moveTo>
              <a:lnTo>
                <a:pt x="0" y="114366"/>
              </a:lnTo>
              <a:lnTo>
                <a:pt x="658968" y="114366"/>
              </a:lnTo>
              <a:lnTo>
                <a:pt x="658968" y="228732"/>
              </a:lnTo>
            </a:path>
          </a:pathLst>
        </a:custGeom>
        <a:noFill/>
        <a:ln w="12700" cap="flat" cmpd="sng" algn="ctr">
          <a:solidFill>
            <a:srgbClr val="288FC2"/>
          </a:solidFill>
          <a:prstDash val="solid"/>
          <a:miter lim="800000"/>
        </a:ln>
        <a:effectLst/>
      </dgm:spPr>
      <dgm:t>
        <a:bodyPr/>
        <a:lstStyle/>
        <a:p>
          <a:endParaRPr lang="en-US"/>
        </a:p>
      </dgm:t>
    </dgm:pt>
    <dgm:pt modelId="{3997BDE8-5CD3-4805-8886-548E695C39D3}" type="sibTrans" cxnId="{8060544F-8651-41A6-8E3F-A75593B9702F}">
      <dgm:prSet/>
      <dgm:spPr/>
      <dgm:t>
        <a:bodyPr/>
        <a:lstStyle/>
        <a:p>
          <a:endParaRPr lang="en-US"/>
        </a:p>
      </dgm:t>
    </dgm:pt>
    <dgm:pt modelId="{C5046D54-4912-4C80-A5E8-D41FFE41BC05}">
      <dgm:prSet custT="1"/>
      <dgm:spPr>
        <a:xfrm>
          <a:off x="6589967"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Sr. Director, Brand F</a:t>
          </a:r>
        </a:p>
      </dgm:t>
    </dgm:pt>
    <dgm:pt modelId="{04DCEC47-A293-45EB-982D-3A653998C592}" type="parTrans" cxnId="{08930C53-AC43-4778-A63B-07E55EFDE639}">
      <dgm:prSet/>
      <dgm:spPr>
        <a:xfrm>
          <a:off x="5157664" y="1357999"/>
          <a:ext cx="1976905" cy="228732"/>
        </a:xfrm>
        <a:custGeom>
          <a:avLst/>
          <a:gdLst/>
          <a:ahLst/>
          <a:cxnLst/>
          <a:rect l="0" t="0" r="0" b="0"/>
          <a:pathLst>
            <a:path>
              <a:moveTo>
                <a:pt x="0" y="0"/>
              </a:moveTo>
              <a:lnTo>
                <a:pt x="0" y="114366"/>
              </a:lnTo>
              <a:lnTo>
                <a:pt x="1976905" y="114366"/>
              </a:lnTo>
              <a:lnTo>
                <a:pt x="1976905" y="228732"/>
              </a:lnTo>
            </a:path>
          </a:pathLst>
        </a:custGeom>
        <a:noFill/>
        <a:ln w="12700" cap="flat" cmpd="sng" algn="ctr">
          <a:solidFill>
            <a:srgbClr val="288FC2"/>
          </a:solidFill>
          <a:prstDash val="solid"/>
          <a:miter lim="800000"/>
        </a:ln>
        <a:effectLst/>
      </dgm:spPr>
      <dgm:t>
        <a:bodyPr/>
        <a:lstStyle/>
        <a:p>
          <a:endParaRPr lang="en-US"/>
        </a:p>
      </dgm:t>
    </dgm:pt>
    <dgm:pt modelId="{F7F14DEC-ED5B-4BD9-AF46-264D000E5E43}" type="sibTrans" cxnId="{08930C53-AC43-4778-A63B-07E55EFDE639}">
      <dgm:prSet/>
      <dgm:spPr/>
      <dgm:t>
        <a:bodyPr/>
        <a:lstStyle/>
        <a:p>
          <a:endParaRPr lang="en-US"/>
        </a:p>
      </dgm:t>
    </dgm:pt>
    <dgm:pt modelId="{6D1B44CE-E31E-4B55-8A49-B11BEB6E4727}">
      <dgm:prSet custT="1"/>
      <dgm:spPr>
        <a:xfrm>
          <a:off x="7907903"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Director,      Next 4</a:t>
          </a:r>
        </a:p>
      </dgm:t>
    </dgm:pt>
    <dgm:pt modelId="{2E49877E-EE45-4134-8861-8C1C31E6AAA0}" type="parTrans" cxnId="{2D55BF41-C560-4D83-9929-2966B57FFA94}">
      <dgm:prSet/>
      <dgm:spPr>
        <a:xfrm>
          <a:off x="5157664" y="1357999"/>
          <a:ext cx="3294841" cy="228732"/>
        </a:xfrm>
        <a:custGeom>
          <a:avLst/>
          <a:gdLst/>
          <a:ahLst/>
          <a:cxnLst/>
          <a:rect l="0" t="0" r="0" b="0"/>
          <a:pathLst>
            <a:path>
              <a:moveTo>
                <a:pt x="0" y="0"/>
              </a:moveTo>
              <a:lnTo>
                <a:pt x="0" y="114366"/>
              </a:lnTo>
              <a:lnTo>
                <a:pt x="3294841" y="114366"/>
              </a:lnTo>
              <a:lnTo>
                <a:pt x="3294841" y="228732"/>
              </a:lnTo>
            </a:path>
          </a:pathLst>
        </a:custGeom>
        <a:noFill/>
        <a:ln w="12700" cap="flat" cmpd="sng" algn="ctr">
          <a:solidFill>
            <a:srgbClr val="288FC2"/>
          </a:solidFill>
          <a:prstDash val="solid"/>
          <a:miter lim="800000"/>
        </a:ln>
        <a:effectLst/>
      </dgm:spPr>
      <dgm:t>
        <a:bodyPr/>
        <a:lstStyle/>
        <a:p>
          <a:endParaRPr lang="en-US"/>
        </a:p>
      </dgm:t>
    </dgm:pt>
    <dgm:pt modelId="{6D947605-4574-4982-8E60-862C10E4102B}" type="sibTrans" cxnId="{2D55BF41-C560-4D83-9929-2966B57FFA94}">
      <dgm:prSet/>
      <dgm:spPr/>
      <dgm:t>
        <a:bodyPr/>
        <a:lstStyle/>
        <a:p>
          <a:endParaRPr lang="en-US"/>
        </a:p>
      </dgm:t>
    </dgm:pt>
    <dgm:pt modelId="{0BE262B2-ECED-4C8D-BA50-515D089166C0}">
      <dgm:prSet custT="1"/>
      <dgm:spPr>
        <a:xfrm>
          <a:off x="2636156"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6 HC</a:t>
          </a:r>
        </a:p>
      </dgm:t>
    </dgm:pt>
    <dgm:pt modelId="{FBEAABC1-EBBB-44F6-882D-F066C9E47731}" type="parTrans" cxnId="{C8458D82-40EC-44DC-AECA-6785F45DBD4B}">
      <dgm:prSet/>
      <dgm:spPr>
        <a:xfrm>
          <a:off x="3135038"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gm:spPr>
      <dgm:t>
        <a:bodyPr/>
        <a:lstStyle/>
        <a:p>
          <a:endParaRPr lang="en-US"/>
        </a:p>
      </dgm:t>
    </dgm:pt>
    <dgm:pt modelId="{8CDC942E-A92E-4A81-9923-787F9DD5542D}" type="sibTrans" cxnId="{C8458D82-40EC-44DC-AECA-6785F45DBD4B}">
      <dgm:prSet/>
      <dgm:spPr/>
      <dgm:t>
        <a:bodyPr/>
        <a:lstStyle/>
        <a:p>
          <a:endParaRPr lang="en-US"/>
        </a:p>
      </dgm:t>
    </dgm:pt>
    <dgm:pt modelId="{1532CBF0-36D7-4117-801D-9BF6A83267A1}">
      <dgm:prSet custT="1"/>
      <dgm:spPr>
        <a:xfrm>
          <a:off x="3954093"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4 HC</a:t>
          </a:r>
        </a:p>
      </dgm:t>
    </dgm:pt>
    <dgm:pt modelId="{7C103F9E-065C-49D7-AEC8-F2C2B5DAABF0}" type="parTrans" cxnId="{12558911-F59F-43F0-8F4E-8D98B3AA03B4}">
      <dgm:prSet/>
      <dgm:spPr>
        <a:xfrm>
          <a:off x="4452975"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gm:spPr>
      <dgm:t>
        <a:bodyPr/>
        <a:lstStyle/>
        <a:p>
          <a:endParaRPr lang="en-US"/>
        </a:p>
      </dgm:t>
    </dgm:pt>
    <dgm:pt modelId="{E210BECC-0F90-4C02-BB9B-0740C1AD2EE9}" type="sibTrans" cxnId="{12558911-F59F-43F0-8F4E-8D98B3AA03B4}">
      <dgm:prSet/>
      <dgm:spPr/>
      <dgm:t>
        <a:bodyPr/>
        <a:lstStyle/>
        <a:p>
          <a:endParaRPr lang="en-US"/>
        </a:p>
      </dgm:t>
    </dgm:pt>
    <dgm:pt modelId="{25F00A64-200C-41F1-B1B7-82B6357410A4}">
      <dgm:prSet custT="1"/>
      <dgm:spPr>
        <a:xfrm>
          <a:off x="5272030"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8 HC</a:t>
          </a:r>
        </a:p>
      </dgm:t>
    </dgm:pt>
    <dgm:pt modelId="{4487B846-59C2-4330-8136-C6E19F2E392C}" type="parTrans" cxnId="{D49FD543-B580-4D0F-8FBB-0AC72E00592D}">
      <dgm:prSet/>
      <dgm:spPr>
        <a:xfrm>
          <a:off x="5770912"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gm:spPr>
      <dgm:t>
        <a:bodyPr/>
        <a:lstStyle/>
        <a:p>
          <a:endParaRPr lang="en-US"/>
        </a:p>
      </dgm:t>
    </dgm:pt>
    <dgm:pt modelId="{F01B6863-8422-4F9D-8062-4E57BD7F1609}" type="sibTrans" cxnId="{D49FD543-B580-4D0F-8FBB-0AC72E00592D}">
      <dgm:prSet/>
      <dgm:spPr/>
      <dgm:t>
        <a:bodyPr/>
        <a:lstStyle/>
        <a:p>
          <a:endParaRPr lang="en-US"/>
        </a:p>
      </dgm:t>
    </dgm:pt>
    <dgm:pt modelId="{9156292A-AF7F-439C-9FF9-C19C343E4B52}">
      <dgm:prSet custT="1"/>
      <dgm:spPr>
        <a:xfrm>
          <a:off x="6589967"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5 HC</a:t>
          </a:r>
        </a:p>
      </dgm:t>
    </dgm:pt>
    <dgm:pt modelId="{236E3A80-2D89-4A24-A38E-5BAD12AA046A}" type="parTrans" cxnId="{7D82C1C3-994D-4552-9FC9-FA9D2003A0F9}">
      <dgm:prSet/>
      <dgm:spPr>
        <a:xfrm>
          <a:off x="7088849"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gm:spPr>
      <dgm:t>
        <a:bodyPr/>
        <a:lstStyle/>
        <a:p>
          <a:endParaRPr lang="en-US"/>
        </a:p>
      </dgm:t>
    </dgm:pt>
    <dgm:pt modelId="{6EFFA5D4-27EA-44CF-BE93-3ABE1B59FBCC}" type="sibTrans" cxnId="{7D82C1C3-994D-4552-9FC9-FA9D2003A0F9}">
      <dgm:prSet/>
      <dgm:spPr/>
      <dgm:t>
        <a:bodyPr/>
        <a:lstStyle/>
        <a:p>
          <a:endParaRPr lang="en-US"/>
        </a:p>
      </dgm:t>
    </dgm:pt>
    <dgm:pt modelId="{B3DF60A0-1FA1-4969-A814-625B4C6734B6}">
      <dgm:prSet custT="1"/>
      <dgm:spPr>
        <a:xfrm>
          <a:off x="7907903"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3 HC</a:t>
          </a:r>
        </a:p>
      </dgm:t>
    </dgm:pt>
    <dgm:pt modelId="{C706ACBA-417E-4481-952B-A8B034A8B0D1}" type="parTrans" cxnId="{30384C8F-F750-4981-A784-74C3AD88EAD1}">
      <dgm:prSet/>
      <dgm:spPr>
        <a:xfrm>
          <a:off x="8406785"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gm:spPr>
      <dgm:t>
        <a:bodyPr/>
        <a:lstStyle/>
        <a:p>
          <a:endParaRPr lang="en-US"/>
        </a:p>
      </dgm:t>
    </dgm:pt>
    <dgm:pt modelId="{DFF972C8-7FFC-4998-A952-57A7F7B280E5}" type="sibTrans" cxnId="{30384C8F-F750-4981-A784-74C3AD88EAD1}">
      <dgm:prSet/>
      <dgm:spPr/>
      <dgm:t>
        <a:bodyPr/>
        <a:lstStyle/>
        <a:p>
          <a:endParaRPr lang="en-US"/>
        </a:p>
      </dgm:t>
    </dgm:pt>
    <dgm:pt modelId="{ED03F1FD-7888-4FBB-B7E0-B3DAA62A339B}">
      <dgm:prSet custT="1"/>
      <dgm:spPr>
        <a:xfrm>
          <a:off x="9225840"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NA Sr. </a:t>
          </a:r>
          <a:r>
            <a:rPr lang="en-US" sz="1200" dirty="0" err="1">
              <a:solidFill>
                <a:srgbClr val="FFFFFF"/>
              </a:solidFill>
              <a:latin typeface="Roboto"/>
              <a:ea typeface="+mn-ea"/>
              <a:cs typeface="+mn-cs"/>
            </a:rPr>
            <a:t>Mgr</a:t>
          </a:r>
          <a:endParaRPr lang="en-US" sz="1200" dirty="0">
            <a:solidFill>
              <a:srgbClr val="FFFFFF"/>
            </a:solidFill>
            <a:latin typeface="Roboto"/>
            <a:ea typeface="+mn-ea"/>
            <a:cs typeface="+mn-cs"/>
          </a:endParaRPr>
        </a:p>
      </dgm:t>
    </dgm:pt>
    <dgm:pt modelId="{E43A319A-16E4-4514-9CDC-FA581F193B05}" type="sibTrans" cxnId="{0D697B56-BDF7-4911-A45E-34627E3B8937}">
      <dgm:prSet/>
      <dgm:spPr/>
      <dgm:t>
        <a:bodyPr/>
        <a:lstStyle/>
        <a:p>
          <a:endParaRPr lang="en-US"/>
        </a:p>
      </dgm:t>
    </dgm:pt>
    <dgm:pt modelId="{02D31188-59EA-40F9-81A4-0C46E518AA26}" type="parTrans" cxnId="{0D697B56-BDF7-4911-A45E-34627E3B8937}">
      <dgm:prSet/>
      <dgm:spPr>
        <a:xfrm>
          <a:off x="5157664" y="1357999"/>
          <a:ext cx="4612778" cy="228732"/>
        </a:xfrm>
        <a:custGeom>
          <a:avLst/>
          <a:gdLst/>
          <a:ahLst/>
          <a:cxnLst/>
          <a:rect l="0" t="0" r="0" b="0"/>
          <a:pathLst>
            <a:path>
              <a:moveTo>
                <a:pt x="0" y="0"/>
              </a:moveTo>
              <a:lnTo>
                <a:pt x="0" y="114366"/>
              </a:lnTo>
              <a:lnTo>
                <a:pt x="4612778" y="114366"/>
              </a:lnTo>
              <a:lnTo>
                <a:pt x="4612778" y="228732"/>
              </a:lnTo>
            </a:path>
          </a:pathLst>
        </a:custGeom>
        <a:noFill/>
        <a:ln w="12700" cap="flat" cmpd="sng" algn="ctr">
          <a:solidFill>
            <a:srgbClr val="288FC2"/>
          </a:solidFill>
          <a:prstDash val="solid"/>
          <a:miter lim="800000"/>
        </a:ln>
        <a:effectLst/>
      </dgm:spPr>
      <dgm:t>
        <a:bodyPr/>
        <a:lstStyle/>
        <a:p>
          <a:endParaRPr lang="en-US"/>
        </a:p>
      </dgm:t>
    </dgm:pt>
    <dgm:pt modelId="{99AD840C-3839-424A-B93A-5529F7E464B3}">
      <dgm:prSet custT="1"/>
      <dgm:spPr>
        <a:xfrm>
          <a:off x="9225840"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2 HC</a:t>
          </a:r>
        </a:p>
      </dgm:t>
    </dgm:pt>
    <dgm:pt modelId="{621FDA1C-D9B7-4A3E-A3A2-166DD2F290F7}" type="sibTrans" cxnId="{EAB9AF84-5944-4AE6-AA60-BC71DCEBC7D9}">
      <dgm:prSet/>
      <dgm:spPr/>
      <dgm:t>
        <a:bodyPr/>
        <a:lstStyle/>
        <a:p>
          <a:endParaRPr lang="en-US"/>
        </a:p>
      </dgm:t>
    </dgm:pt>
    <dgm:pt modelId="{96404D54-8595-4840-BD7D-72E27E1AA3C0}" type="parTrans" cxnId="{EAB9AF84-5944-4AE6-AA60-BC71DCEBC7D9}">
      <dgm:prSet/>
      <dgm:spPr>
        <a:xfrm>
          <a:off x="9724722"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gm:spPr>
      <dgm:t>
        <a:bodyPr/>
        <a:lstStyle/>
        <a:p>
          <a:endParaRPr lang="en-US"/>
        </a:p>
      </dgm:t>
    </dgm:pt>
    <dgm:pt modelId="{EE296958-28FD-439E-9AA7-A6C9D6862F41}" type="pres">
      <dgm:prSet presAssocID="{B8333C57-931B-4DFE-AF07-646CE46CB6D0}" presName="hierChild1" presStyleCnt="0">
        <dgm:presLayoutVars>
          <dgm:orgChart val="1"/>
          <dgm:chPref val="1"/>
          <dgm:dir/>
          <dgm:animOne val="branch"/>
          <dgm:animLvl val="lvl"/>
          <dgm:resizeHandles/>
        </dgm:presLayoutVars>
      </dgm:prSet>
      <dgm:spPr/>
    </dgm:pt>
    <dgm:pt modelId="{82D9FBD3-C702-4AF7-8444-2E1EC91F6BCE}" type="pres">
      <dgm:prSet presAssocID="{755BB426-0B44-4B81-B1D1-003AED216F35}" presName="hierRoot1" presStyleCnt="0">
        <dgm:presLayoutVars>
          <dgm:hierBranch val="init"/>
        </dgm:presLayoutVars>
      </dgm:prSet>
      <dgm:spPr/>
    </dgm:pt>
    <dgm:pt modelId="{0B2E1E11-AD21-47F1-9B77-03562CEB973E}" type="pres">
      <dgm:prSet presAssocID="{755BB426-0B44-4B81-B1D1-003AED216F35}" presName="rootComposite1" presStyleCnt="0"/>
      <dgm:spPr/>
    </dgm:pt>
    <dgm:pt modelId="{12B098D1-6D2F-46E7-B914-68FD6E0725C9}" type="pres">
      <dgm:prSet presAssocID="{755BB426-0B44-4B81-B1D1-003AED216F35}" presName="rootText1" presStyleLbl="node0" presStyleIdx="0" presStyleCnt="1">
        <dgm:presLayoutVars>
          <dgm:chPref val="3"/>
        </dgm:presLayoutVars>
      </dgm:prSet>
      <dgm:spPr/>
    </dgm:pt>
    <dgm:pt modelId="{4E1D6A71-8F7E-4E01-9BEF-54774E4C446D}" type="pres">
      <dgm:prSet presAssocID="{755BB426-0B44-4B81-B1D1-003AED216F35}" presName="rootConnector1" presStyleLbl="node1" presStyleIdx="0" presStyleCnt="0"/>
      <dgm:spPr/>
    </dgm:pt>
    <dgm:pt modelId="{8A194C24-F484-4134-8295-75022E0D0A32}" type="pres">
      <dgm:prSet presAssocID="{755BB426-0B44-4B81-B1D1-003AED216F35}" presName="hierChild2" presStyleCnt="0"/>
      <dgm:spPr/>
    </dgm:pt>
    <dgm:pt modelId="{140C1551-55AB-4BDB-87ED-3DB3B0EEEFE1}" type="pres">
      <dgm:prSet presAssocID="{EBADB060-04D4-402E-BD15-8DE8507D9A8F}" presName="Name37" presStyleLbl="parChTrans1D2" presStyleIdx="0" presStyleCnt="8"/>
      <dgm:spPr/>
    </dgm:pt>
    <dgm:pt modelId="{451540C2-0E0B-4AB6-A23E-0AD585B154D5}" type="pres">
      <dgm:prSet presAssocID="{59F62E68-5CEC-4033-88DD-FF810E4E16AB}" presName="hierRoot2" presStyleCnt="0">
        <dgm:presLayoutVars>
          <dgm:hierBranch/>
        </dgm:presLayoutVars>
      </dgm:prSet>
      <dgm:spPr/>
    </dgm:pt>
    <dgm:pt modelId="{6D967823-A422-4D19-A918-7D44082AD4D1}" type="pres">
      <dgm:prSet presAssocID="{59F62E68-5CEC-4033-88DD-FF810E4E16AB}" presName="rootComposite" presStyleCnt="0"/>
      <dgm:spPr/>
    </dgm:pt>
    <dgm:pt modelId="{1CE07638-3D8E-4CC1-99E6-B8C9A75E95BC}" type="pres">
      <dgm:prSet presAssocID="{59F62E68-5CEC-4033-88DD-FF810E4E16AB}" presName="rootText" presStyleLbl="node2" presStyleIdx="0" presStyleCnt="8">
        <dgm:presLayoutVars>
          <dgm:chPref val="3"/>
        </dgm:presLayoutVars>
      </dgm:prSet>
      <dgm:spPr/>
    </dgm:pt>
    <dgm:pt modelId="{97C39F57-03F4-4872-A219-EC38072501D4}" type="pres">
      <dgm:prSet presAssocID="{59F62E68-5CEC-4033-88DD-FF810E4E16AB}" presName="rootConnector" presStyleLbl="node2" presStyleIdx="0" presStyleCnt="8"/>
      <dgm:spPr/>
    </dgm:pt>
    <dgm:pt modelId="{612BE2B5-E462-4737-866F-AC29A88AE5F9}" type="pres">
      <dgm:prSet presAssocID="{59F62E68-5CEC-4033-88DD-FF810E4E16AB}" presName="hierChild4" presStyleCnt="0"/>
      <dgm:spPr/>
    </dgm:pt>
    <dgm:pt modelId="{35246A43-08B0-4F47-8901-0F34462265F6}" type="pres">
      <dgm:prSet presAssocID="{FE934891-05B0-40DF-A958-B1838E199EE3}" presName="Name35" presStyleLbl="parChTrans1D3" presStyleIdx="0" presStyleCnt="8"/>
      <dgm:spPr/>
    </dgm:pt>
    <dgm:pt modelId="{48686200-649F-4E27-8FE3-81136A3A246F}" type="pres">
      <dgm:prSet presAssocID="{E8A15067-0A55-4C10-B1D1-867C4ED94E5B}" presName="hierRoot2" presStyleCnt="0">
        <dgm:presLayoutVars>
          <dgm:hierBranch val="init"/>
        </dgm:presLayoutVars>
      </dgm:prSet>
      <dgm:spPr/>
    </dgm:pt>
    <dgm:pt modelId="{13D908A4-03BD-4CA5-8DCA-0AAA13A0BE46}" type="pres">
      <dgm:prSet presAssocID="{E8A15067-0A55-4C10-B1D1-867C4ED94E5B}" presName="rootComposite" presStyleCnt="0"/>
      <dgm:spPr/>
    </dgm:pt>
    <dgm:pt modelId="{0B338F8D-169C-4EE7-9DDA-FDC697872909}" type="pres">
      <dgm:prSet presAssocID="{E8A15067-0A55-4C10-B1D1-867C4ED94E5B}" presName="rootText" presStyleLbl="node3" presStyleIdx="0" presStyleCnt="8">
        <dgm:presLayoutVars>
          <dgm:chPref val="3"/>
        </dgm:presLayoutVars>
      </dgm:prSet>
      <dgm:spPr/>
    </dgm:pt>
    <dgm:pt modelId="{32C85BB4-FC84-4805-8BE0-E3EBF3DC0063}" type="pres">
      <dgm:prSet presAssocID="{E8A15067-0A55-4C10-B1D1-867C4ED94E5B}" presName="rootConnector" presStyleLbl="node3" presStyleIdx="0" presStyleCnt="8"/>
      <dgm:spPr/>
    </dgm:pt>
    <dgm:pt modelId="{69EDDE15-0C63-42D3-82D8-DC4B09268B3B}" type="pres">
      <dgm:prSet presAssocID="{E8A15067-0A55-4C10-B1D1-867C4ED94E5B}" presName="hierChild4" presStyleCnt="0"/>
      <dgm:spPr/>
    </dgm:pt>
    <dgm:pt modelId="{740AF6A5-5196-4D0C-B847-A6FCF18CDA95}" type="pres">
      <dgm:prSet presAssocID="{E8A15067-0A55-4C10-B1D1-867C4ED94E5B}" presName="hierChild5" presStyleCnt="0"/>
      <dgm:spPr/>
    </dgm:pt>
    <dgm:pt modelId="{AC5EF0B3-0244-4723-83E9-DC58B11E7670}" type="pres">
      <dgm:prSet presAssocID="{59F62E68-5CEC-4033-88DD-FF810E4E16AB}" presName="hierChild5" presStyleCnt="0"/>
      <dgm:spPr/>
    </dgm:pt>
    <dgm:pt modelId="{BA9F3CB4-6D92-433A-8673-2DB38CE8B7F0}" type="pres">
      <dgm:prSet presAssocID="{C1E8CB3F-725D-4A9A-949B-CB2CDEAD54D1}" presName="Name37" presStyleLbl="parChTrans1D2" presStyleIdx="1" presStyleCnt="8"/>
      <dgm:spPr/>
    </dgm:pt>
    <dgm:pt modelId="{DAFA4EC6-C706-45B6-AB81-C7858CD32148}" type="pres">
      <dgm:prSet presAssocID="{DAB9EAF9-6222-4280-A210-CCBC1361D30E}" presName="hierRoot2" presStyleCnt="0">
        <dgm:presLayoutVars>
          <dgm:hierBranch/>
        </dgm:presLayoutVars>
      </dgm:prSet>
      <dgm:spPr/>
    </dgm:pt>
    <dgm:pt modelId="{0769620F-075A-42B4-B4A0-CD7FFE3FEA80}" type="pres">
      <dgm:prSet presAssocID="{DAB9EAF9-6222-4280-A210-CCBC1361D30E}" presName="rootComposite" presStyleCnt="0"/>
      <dgm:spPr/>
    </dgm:pt>
    <dgm:pt modelId="{2CF9BCB0-3252-43AA-AD67-6C9C56EC9450}" type="pres">
      <dgm:prSet presAssocID="{DAB9EAF9-6222-4280-A210-CCBC1361D30E}" presName="rootText" presStyleLbl="node2" presStyleIdx="1" presStyleCnt="8">
        <dgm:presLayoutVars>
          <dgm:chPref val="3"/>
        </dgm:presLayoutVars>
      </dgm:prSet>
      <dgm:spPr/>
    </dgm:pt>
    <dgm:pt modelId="{2DB02C6C-7840-4CD5-A552-61D4A6D16B12}" type="pres">
      <dgm:prSet presAssocID="{DAB9EAF9-6222-4280-A210-CCBC1361D30E}" presName="rootConnector" presStyleLbl="node2" presStyleIdx="1" presStyleCnt="8"/>
      <dgm:spPr/>
    </dgm:pt>
    <dgm:pt modelId="{817709E3-24FC-4955-A69A-04B09AE97D44}" type="pres">
      <dgm:prSet presAssocID="{DAB9EAF9-6222-4280-A210-CCBC1361D30E}" presName="hierChild4" presStyleCnt="0"/>
      <dgm:spPr/>
    </dgm:pt>
    <dgm:pt modelId="{450F74CD-5EF5-4279-9A58-5880D8A25E27}" type="pres">
      <dgm:prSet presAssocID="{12171B4F-7225-479F-BCBB-D9A3DAB84AD5}" presName="Name35" presStyleLbl="parChTrans1D3" presStyleIdx="1" presStyleCnt="8"/>
      <dgm:spPr/>
    </dgm:pt>
    <dgm:pt modelId="{1E1148BE-928B-47AA-92E2-D433474FE50B}" type="pres">
      <dgm:prSet presAssocID="{AE504ABB-2599-44CF-B7A1-F3AC0CFAC71E}" presName="hierRoot2" presStyleCnt="0">
        <dgm:presLayoutVars>
          <dgm:hierBranch val="init"/>
        </dgm:presLayoutVars>
      </dgm:prSet>
      <dgm:spPr/>
    </dgm:pt>
    <dgm:pt modelId="{F0761ACF-2307-4885-BFB4-B65248A57CB2}" type="pres">
      <dgm:prSet presAssocID="{AE504ABB-2599-44CF-B7A1-F3AC0CFAC71E}" presName="rootComposite" presStyleCnt="0"/>
      <dgm:spPr/>
    </dgm:pt>
    <dgm:pt modelId="{4ABBD816-44CB-4947-B0FF-29E4307A687D}" type="pres">
      <dgm:prSet presAssocID="{AE504ABB-2599-44CF-B7A1-F3AC0CFAC71E}" presName="rootText" presStyleLbl="node3" presStyleIdx="1" presStyleCnt="8">
        <dgm:presLayoutVars>
          <dgm:chPref val="3"/>
        </dgm:presLayoutVars>
      </dgm:prSet>
      <dgm:spPr/>
    </dgm:pt>
    <dgm:pt modelId="{78034C1D-8A11-408A-A64D-3C69C5A79517}" type="pres">
      <dgm:prSet presAssocID="{AE504ABB-2599-44CF-B7A1-F3AC0CFAC71E}" presName="rootConnector" presStyleLbl="node3" presStyleIdx="1" presStyleCnt="8"/>
      <dgm:spPr/>
    </dgm:pt>
    <dgm:pt modelId="{697ECD83-0353-4E9E-B739-1071BC079104}" type="pres">
      <dgm:prSet presAssocID="{AE504ABB-2599-44CF-B7A1-F3AC0CFAC71E}" presName="hierChild4" presStyleCnt="0"/>
      <dgm:spPr/>
    </dgm:pt>
    <dgm:pt modelId="{5E95000C-324E-4674-ADFF-9A09E2C53C29}" type="pres">
      <dgm:prSet presAssocID="{AE504ABB-2599-44CF-B7A1-F3AC0CFAC71E}" presName="hierChild5" presStyleCnt="0"/>
      <dgm:spPr/>
    </dgm:pt>
    <dgm:pt modelId="{D2C27FD2-6F4A-4370-95B6-8E5E0642264D}" type="pres">
      <dgm:prSet presAssocID="{DAB9EAF9-6222-4280-A210-CCBC1361D30E}" presName="hierChild5" presStyleCnt="0"/>
      <dgm:spPr/>
    </dgm:pt>
    <dgm:pt modelId="{267429DA-A0C7-4CC4-8BF5-2DA2D145605A}" type="pres">
      <dgm:prSet presAssocID="{2171F499-D74E-48C4-950C-DF6FA205412A}" presName="Name37" presStyleLbl="parChTrans1D2" presStyleIdx="2" presStyleCnt="8"/>
      <dgm:spPr/>
    </dgm:pt>
    <dgm:pt modelId="{DF6F5B71-FB15-4576-9525-6FED2890D98A}" type="pres">
      <dgm:prSet presAssocID="{2FDA7393-F21C-4256-B41D-D780708CE15E}" presName="hierRoot2" presStyleCnt="0">
        <dgm:presLayoutVars>
          <dgm:hierBranch/>
        </dgm:presLayoutVars>
      </dgm:prSet>
      <dgm:spPr/>
    </dgm:pt>
    <dgm:pt modelId="{5483B3CD-1F15-4B90-94AA-445E3BEAAC5A}" type="pres">
      <dgm:prSet presAssocID="{2FDA7393-F21C-4256-B41D-D780708CE15E}" presName="rootComposite" presStyleCnt="0"/>
      <dgm:spPr/>
    </dgm:pt>
    <dgm:pt modelId="{E870E8EE-E211-4363-BA57-9625AD5DC43E}" type="pres">
      <dgm:prSet presAssocID="{2FDA7393-F21C-4256-B41D-D780708CE15E}" presName="rootText" presStyleLbl="node2" presStyleIdx="2" presStyleCnt="8">
        <dgm:presLayoutVars>
          <dgm:chPref val="3"/>
        </dgm:presLayoutVars>
      </dgm:prSet>
      <dgm:spPr/>
    </dgm:pt>
    <dgm:pt modelId="{AB8116F1-C34A-4A17-8F59-234646F5FBD8}" type="pres">
      <dgm:prSet presAssocID="{2FDA7393-F21C-4256-B41D-D780708CE15E}" presName="rootConnector" presStyleLbl="node2" presStyleIdx="2" presStyleCnt="8"/>
      <dgm:spPr/>
    </dgm:pt>
    <dgm:pt modelId="{31826A7F-0698-408E-8BA4-A1A711F4B895}" type="pres">
      <dgm:prSet presAssocID="{2FDA7393-F21C-4256-B41D-D780708CE15E}" presName="hierChild4" presStyleCnt="0"/>
      <dgm:spPr/>
    </dgm:pt>
    <dgm:pt modelId="{CEF0EF1E-C9DF-44E9-84D5-B58059431D6B}" type="pres">
      <dgm:prSet presAssocID="{FBEAABC1-EBBB-44F6-882D-F066C9E47731}" presName="Name35" presStyleLbl="parChTrans1D3" presStyleIdx="2" presStyleCnt="8"/>
      <dgm:spPr/>
    </dgm:pt>
    <dgm:pt modelId="{67BC09C2-117C-44B6-963C-9591E5A0C393}" type="pres">
      <dgm:prSet presAssocID="{0BE262B2-ECED-4C8D-BA50-515D089166C0}" presName="hierRoot2" presStyleCnt="0">
        <dgm:presLayoutVars>
          <dgm:hierBranch val="init"/>
        </dgm:presLayoutVars>
      </dgm:prSet>
      <dgm:spPr/>
    </dgm:pt>
    <dgm:pt modelId="{650DDFE9-D594-4A1A-B7EF-FAFBA73619AC}" type="pres">
      <dgm:prSet presAssocID="{0BE262B2-ECED-4C8D-BA50-515D089166C0}" presName="rootComposite" presStyleCnt="0"/>
      <dgm:spPr/>
    </dgm:pt>
    <dgm:pt modelId="{578ADB05-8021-4D24-98AA-4CB57B0953B0}" type="pres">
      <dgm:prSet presAssocID="{0BE262B2-ECED-4C8D-BA50-515D089166C0}" presName="rootText" presStyleLbl="node3" presStyleIdx="2" presStyleCnt="8">
        <dgm:presLayoutVars>
          <dgm:chPref val="3"/>
        </dgm:presLayoutVars>
      </dgm:prSet>
      <dgm:spPr/>
    </dgm:pt>
    <dgm:pt modelId="{DE98812F-0E17-4CFD-BB35-66DA3C4BE1C7}" type="pres">
      <dgm:prSet presAssocID="{0BE262B2-ECED-4C8D-BA50-515D089166C0}" presName="rootConnector" presStyleLbl="node3" presStyleIdx="2" presStyleCnt="8"/>
      <dgm:spPr/>
    </dgm:pt>
    <dgm:pt modelId="{8BC1A771-4010-4D7C-B6E1-F8B17A527E11}" type="pres">
      <dgm:prSet presAssocID="{0BE262B2-ECED-4C8D-BA50-515D089166C0}" presName="hierChild4" presStyleCnt="0"/>
      <dgm:spPr/>
    </dgm:pt>
    <dgm:pt modelId="{A8E3BDA5-B7A2-4EB2-9B6A-F979252EE7D3}" type="pres">
      <dgm:prSet presAssocID="{0BE262B2-ECED-4C8D-BA50-515D089166C0}" presName="hierChild5" presStyleCnt="0"/>
      <dgm:spPr/>
    </dgm:pt>
    <dgm:pt modelId="{55998B51-33D5-47C8-A939-8D8F558AE4BC}" type="pres">
      <dgm:prSet presAssocID="{2FDA7393-F21C-4256-B41D-D780708CE15E}" presName="hierChild5" presStyleCnt="0"/>
      <dgm:spPr/>
    </dgm:pt>
    <dgm:pt modelId="{C4DD1506-9C0F-4B6D-98B2-D7FB462E034B}" type="pres">
      <dgm:prSet presAssocID="{6E3989F3-C46A-4BFD-B194-B3F1D445AB90}" presName="Name37" presStyleLbl="parChTrans1D2" presStyleIdx="3" presStyleCnt="8"/>
      <dgm:spPr/>
    </dgm:pt>
    <dgm:pt modelId="{A8ECE3B0-36B7-4CB4-9D89-450110D1207D}" type="pres">
      <dgm:prSet presAssocID="{61FAF932-F3BC-44D4-BCB7-716A1BD7D2B4}" presName="hierRoot2" presStyleCnt="0">
        <dgm:presLayoutVars>
          <dgm:hierBranch/>
        </dgm:presLayoutVars>
      </dgm:prSet>
      <dgm:spPr/>
    </dgm:pt>
    <dgm:pt modelId="{ABBB31C5-6F5C-4C72-B0D7-9E694FCEDB2B}" type="pres">
      <dgm:prSet presAssocID="{61FAF932-F3BC-44D4-BCB7-716A1BD7D2B4}" presName="rootComposite" presStyleCnt="0"/>
      <dgm:spPr/>
    </dgm:pt>
    <dgm:pt modelId="{59A45FBB-C3E1-4298-912D-D9DB6D5E83BE}" type="pres">
      <dgm:prSet presAssocID="{61FAF932-F3BC-44D4-BCB7-716A1BD7D2B4}" presName="rootText" presStyleLbl="node2" presStyleIdx="3" presStyleCnt="8">
        <dgm:presLayoutVars>
          <dgm:chPref val="3"/>
        </dgm:presLayoutVars>
      </dgm:prSet>
      <dgm:spPr/>
    </dgm:pt>
    <dgm:pt modelId="{D88A1455-EEF1-4E5A-93C9-B91C45BCA076}" type="pres">
      <dgm:prSet presAssocID="{61FAF932-F3BC-44D4-BCB7-716A1BD7D2B4}" presName="rootConnector" presStyleLbl="node2" presStyleIdx="3" presStyleCnt="8"/>
      <dgm:spPr/>
    </dgm:pt>
    <dgm:pt modelId="{BFCD0789-B3F5-4A01-A3B5-9986997A5C71}" type="pres">
      <dgm:prSet presAssocID="{61FAF932-F3BC-44D4-BCB7-716A1BD7D2B4}" presName="hierChild4" presStyleCnt="0"/>
      <dgm:spPr/>
    </dgm:pt>
    <dgm:pt modelId="{97E658AC-062D-40CE-9D09-42DDF59ACF16}" type="pres">
      <dgm:prSet presAssocID="{7C103F9E-065C-49D7-AEC8-F2C2B5DAABF0}" presName="Name35" presStyleLbl="parChTrans1D3" presStyleIdx="3" presStyleCnt="8"/>
      <dgm:spPr/>
    </dgm:pt>
    <dgm:pt modelId="{2ACAF16C-6A6F-414B-B0AF-0F7983A97905}" type="pres">
      <dgm:prSet presAssocID="{1532CBF0-36D7-4117-801D-9BF6A83267A1}" presName="hierRoot2" presStyleCnt="0">
        <dgm:presLayoutVars>
          <dgm:hierBranch/>
        </dgm:presLayoutVars>
      </dgm:prSet>
      <dgm:spPr/>
    </dgm:pt>
    <dgm:pt modelId="{1DA85736-0DBE-412D-9BEA-10FF6B2F6593}" type="pres">
      <dgm:prSet presAssocID="{1532CBF0-36D7-4117-801D-9BF6A83267A1}" presName="rootComposite" presStyleCnt="0"/>
      <dgm:spPr/>
    </dgm:pt>
    <dgm:pt modelId="{DC73FC1F-13ED-4192-8B81-B273579500C7}" type="pres">
      <dgm:prSet presAssocID="{1532CBF0-36D7-4117-801D-9BF6A83267A1}" presName="rootText" presStyleLbl="node3" presStyleIdx="3" presStyleCnt="8">
        <dgm:presLayoutVars>
          <dgm:chPref val="3"/>
        </dgm:presLayoutVars>
      </dgm:prSet>
      <dgm:spPr/>
    </dgm:pt>
    <dgm:pt modelId="{A70BC3DA-09C1-43F8-A468-ECF0A86ECDAC}" type="pres">
      <dgm:prSet presAssocID="{1532CBF0-36D7-4117-801D-9BF6A83267A1}" presName="rootConnector" presStyleLbl="node3" presStyleIdx="3" presStyleCnt="8"/>
      <dgm:spPr/>
    </dgm:pt>
    <dgm:pt modelId="{7F63EEE5-5EFC-4902-8298-5F0BA53A80D7}" type="pres">
      <dgm:prSet presAssocID="{1532CBF0-36D7-4117-801D-9BF6A83267A1}" presName="hierChild4" presStyleCnt="0"/>
      <dgm:spPr/>
    </dgm:pt>
    <dgm:pt modelId="{7C8D9B82-E8C5-45C6-8FFB-C514CBA41864}" type="pres">
      <dgm:prSet presAssocID="{1532CBF0-36D7-4117-801D-9BF6A83267A1}" presName="hierChild5" presStyleCnt="0"/>
      <dgm:spPr/>
    </dgm:pt>
    <dgm:pt modelId="{C3760CD6-67FB-48DA-86FF-BFC71E5B5FD3}" type="pres">
      <dgm:prSet presAssocID="{61FAF932-F3BC-44D4-BCB7-716A1BD7D2B4}" presName="hierChild5" presStyleCnt="0"/>
      <dgm:spPr/>
    </dgm:pt>
    <dgm:pt modelId="{05B61084-A1CE-4953-B9F2-65F91E25B51D}" type="pres">
      <dgm:prSet presAssocID="{2FE00100-B363-4DAC-93E0-44ADA8243B13}" presName="Name37" presStyleLbl="parChTrans1D2" presStyleIdx="4" presStyleCnt="8"/>
      <dgm:spPr/>
    </dgm:pt>
    <dgm:pt modelId="{659517A3-2EEA-4098-B5EE-C768939AF172}" type="pres">
      <dgm:prSet presAssocID="{C84FE3CF-48C1-4BDB-AD4D-91C26DFE4B04}" presName="hierRoot2" presStyleCnt="0">
        <dgm:presLayoutVars>
          <dgm:hierBranch/>
        </dgm:presLayoutVars>
      </dgm:prSet>
      <dgm:spPr/>
    </dgm:pt>
    <dgm:pt modelId="{A5A86116-962B-4712-BAB3-F7A019FAC3B8}" type="pres">
      <dgm:prSet presAssocID="{C84FE3CF-48C1-4BDB-AD4D-91C26DFE4B04}" presName="rootComposite" presStyleCnt="0"/>
      <dgm:spPr/>
    </dgm:pt>
    <dgm:pt modelId="{6B4615F5-91CA-4B4C-B401-5BD37C002D10}" type="pres">
      <dgm:prSet presAssocID="{C84FE3CF-48C1-4BDB-AD4D-91C26DFE4B04}" presName="rootText" presStyleLbl="node2" presStyleIdx="4" presStyleCnt="8">
        <dgm:presLayoutVars>
          <dgm:chPref val="3"/>
        </dgm:presLayoutVars>
      </dgm:prSet>
      <dgm:spPr/>
    </dgm:pt>
    <dgm:pt modelId="{DC90AABE-29E7-4D8E-944C-0B88EA9DE2F1}" type="pres">
      <dgm:prSet presAssocID="{C84FE3CF-48C1-4BDB-AD4D-91C26DFE4B04}" presName="rootConnector" presStyleLbl="node2" presStyleIdx="4" presStyleCnt="8"/>
      <dgm:spPr/>
    </dgm:pt>
    <dgm:pt modelId="{F6EF53B8-0447-4814-A46D-65826C3D31DF}" type="pres">
      <dgm:prSet presAssocID="{C84FE3CF-48C1-4BDB-AD4D-91C26DFE4B04}" presName="hierChild4" presStyleCnt="0"/>
      <dgm:spPr/>
    </dgm:pt>
    <dgm:pt modelId="{EE8ED8CD-82B5-4A7D-A6EF-565DE27DB426}" type="pres">
      <dgm:prSet presAssocID="{4487B846-59C2-4330-8136-C6E19F2E392C}" presName="Name35" presStyleLbl="parChTrans1D3" presStyleIdx="4" presStyleCnt="8"/>
      <dgm:spPr/>
    </dgm:pt>
    <dgm:pt modelId="{2D8DE56E-12C4-4463-8D82-E849D001956D}" type="pres">
      <dgm:prSet presAssocID="{25F00A64-200C-41F1-B1B7-82B6357410A4}" presName="hierRoot2" presStyleCnt="0">
        <dgm:presLayoutVars>
          <dgm:hierBranch val="init"/>
        </dgm:presLayoutVars>
      </dgm:prSet>
      <dgm:spPr/>
    </dgm:pt>
    <dgm:pt modelId="{D04DD413-BE82-4066-BE2D-D1648EB8C1A6}" type="pres">
      <dgm:prSet presAssocID="{25F00A64-200C-41F1-B1B7-82B6357410A4}" presName="rootComposite" presStyleCnt="0"/>
      <dgm:spPr/>
    </dgm:pt>
    <dgm:pt modelId="{8A788ABC-87C5-4F07-A25E-31F4AD9AD5CC}" type="pres">
      <dgm:prSet presAssocID="{25F00A64-200C-41F1-B1B7-82B6357410A4}" presName="rootText" presStyleLbl="node3" presStyleIdx="4" presStyleCnt="8">
        <dgm:presLayoutVars>
          <dgm:chPref val="3"/>
        </dgm:presLayoutVars>
      </dgm:prSet>
      <dgm:spPr/>
    </dgm:pt>
    <dgm:pt modelId="{ED7990A3-9F87-4061-A62E-4270EC0ED2E2}" type="pres">
      <dgm:prSet presAssocID="{25F00A64-200C-41F1-B1B7-82B6357410A4}" presName="rootConnector" presStyleLbl="node3" presStyleIdx="4" presStyleCnt="8"/>
      <dgm:spPr/>
    </dgm:pt>
    <dgm:pt modelId="{D46015B3-50B4-4F3E-B838-6BB25DBED6F1}" type="pres">
      <dgm:prSet presAssocID="{25F00A64-200C-41F1-B1B7-82B6357410A4}" presName="hierChild4" presStyleCnt="0"/>
      <dgm:spPr/>
    </dgm:pt>
    <dgm:pt modelId="{3F760310-87AA-4C17-A127-89A330776EF8}" type="pres">
      <dgm:prSet presAssocID="{25F00A64-200C-41F1-B1B7-82B6357410A4}" presName="hierChild5" presStyleCnt="0"/>
      <dgm:spPr/>
    </dgm:pt>
    <dgm:pt modelId="{0B5486C7-F714-4D18-A684-7C31B84D82E1}" type="pres">
      <dgm:prSet presAssocID="{C84FE3CF-48C1-4BDB-AD4D-91C26DFE4B04}" presName="hierChild5" presStyleCnt="0"/>
      <dgm:spPr/>
    </dgm:pt>
    <dgm:pt modelId="{09E77683-87ED-49D6-951F-DA0C7A83B0B6}" type="pres">
      <dgm:prSet presAssocID="{04DCEC47-A293-45EB-982D-3A653998C592}" presName="Name37" presStyleLbl="parChTrans1D2" presStyleIdx="5" presStyleCnt="8"/>
      <dgm:spPr/>
    </dgm:pt>
    <dgm:pt modelId="{0912E369-C378-43E0-BC19-5422D4E2BC0B}" type="pres">
      <dgm:prSet presAssocID="{C5046D54-4912-4C80-A5E8-D41FFE41BC05}" presName="hierRoot2" presStyleCnt="0">
        <dgm:presLayoutVars>
          <dgm:hierBranch/>
        </dgm:presLayoutVars>
      </dgm:prSet>
      <dgm:spPr/>
    </dgm:pt>
    <dgm:pt modelId="{D965AE38-340B-4CB5-8D86-08478217641A}" type="pres">
      <dgm:prSet presAssocID="{C5046D54-4912-4C80-A5E8-D41FFE41BC05}" presName="rootComposite" presStyleCnt="0"/>
      <dgm:spPr/>
    </dgm:pt>
    <dgm:pt modelId="{11AF5A4A-F22E-4A3F-93A5-700738BB5DBE}" type="pres">
      <dgm:prSet presAssocID="{C5046D54-4912-4C80-A5E8-D41FFE41BC05}" presName="rootText" presStyleLbl="node2" presStyleIdx="5" presStyleCnt="8">
        <dgm:presLayoutVars>
          <dgm:chPref val="3"/>
        </dgm:presLayoutVars>
      </dgm:prSet>
      <dgm:spPr/>
    </dgm:pt>
    <dgm:pt modelId="{FF3A924C-2F51-4FB0-A53D-70B7B4A66985}" type="pres">
      <dgm:prSet presAssocID="{C5046D54-4912-4C80-A5E8-D41FFE41BC05}" presName="rootConnector" presStyleLbl="node2" presStyleIdx="5" presStyleCnt="8"/>
      <dgm:spPr/>
    </dgm:pt>
    <dgm:pt modelId="{A463B55A-9A30-42C3-B847-CE625E484128}" type="pres">
      <dgm:prSet presAssocID="{C5046D54-4912-4C80-A5E8-D41FFE41BC05}" presName="hierChild4" presStyleCnt="0"/>
      <dgm:spPr/>
    </dgm:pt>
    <dgm:pt modelId="{77AFE76D-DF6B-4E9F-B60E-2CA25F215FBD}" type="pres">
      <dgm:prSet presAssocID="{236E3A80-2D89-4A24-A38E-5BAD12AA046A}" presName="Name35" presStyleLbl="parChTrans1D3" presStyleIdx="5" presStyleCnt="8"/>
      <dgm:spPr/>
    </dgm:pt>
    <dgm:pt modelId="{C887ACC0-98CF-4668-B3F3-0E473EECA217}" type="pres">
      <dgm:prSet presAssocID="{9156292A-AF7F-439C-9FF9-C19C343E4B52}" presName="hierRoot2" presStyleCnt="0">
        <dgm:presLayoutVars>
          <dgm:hierBranch/>
        </dgm:presLayoutVars>
      </dgm:prSet>
      <dgm:spPr/>
    </dgm:pt>
    <dgm:pt modelId="{CF43FDCA-3582-40CD-8B6F-91A0B4F8E83E}" type="pres">
      <dgm:prSet presAssocID="{9156292A-AF7F-439C-9FF9-C19C343E4B52}" presName="rootComposite" presStyleCnt="0"/>
      <dgm:spPr/>
    </dgm:pt>
    <dgm:pt modelId="{79287485-CBB9-4D7D-BC23-E8CB9CD6DE24}" type="pres">
      <dgm:prSet presAssocID="{9156292A-AF7F-439C-9FF9-C19C343E4B52}" presName="rootText" presStyleLbl="node3" presStyleIdx="5" presStyleCnt="8">
        <dgm:presLayoutVars>
          <dgm:chPref val="3"/>
        </dgm:presLayoutVars>
      </dgm:prSet>
      <dgm:spPr/>
    </dgm:pt>
    <dgm:pt modelId="{87EBFFCC-C21B-4A5E-807C-EC05FEF85C66}" type="pres">
      <dgm:prSet presAssocID="{9156292A-AF7F-439C-9FF9-C19C343E4B52}" presName="rootConnector" presStyleLbl="node3" presStyleIdx="5" presStyleCnt="8"/>
      <dgm:spPr/>
    </dgm:pt>
    <dgm:pt modelId="{99C17029-A4D0-4459-8394-A83FE5F3CB2B}" type="pres">
      <dgm:prSet presAssocID="{9156292A-AF7F-439C-9FF9-C19C343E4B52}" presName="hierChild4" presStyleCnt="0"/>
      <dgm:spPr/>
    </dgm:pt>
    <dgm:pt modelId="{BA229A06-D725-461B-AF70-0D4C7D8B26B7}" type="pres">
      <dgm:prSet presAssocID="{9156292A-AF7F-439C-9FF9-C19C343E4B52}" presName="hierChild5" presStyleCnt="0"/>
      <dgm:spPr/>
    </dgm:pt>
    <dgm:pt modelId="{BAA45439-E9EB-4EF1-98D7-985BD5B76C91}" type="pres">
      <dgm:prSet presAssocID="{C5046D54-4912-4C80-A5E8-D41FFE41BC05}" presName="hierChild5" presStyleCnt="0"/>
      <dgm:spPr/>
    </dgm:pt>
    <dgm:pt modelId="{4BE4591F-F6AA-4B83-B54F-DAEC41FB3F18}" type="pres">
      <dgm:prSet presAssocID="{2E49877E-EE45-4134-8861-8C1C31E6AAA0}" presName="Name37" presStyleLbl="parChTrans1D2" presStyleIdx="6" presStyleCnt="8"/>
      <dgm:spPr/>
    </dgm:pt>
    <dgm:pt modelId="{33FB6FE3-CCC2-4853-926C-9C919D953338}" type="pres">
      <dgm:prSet presAssocID="{6D1B44CE-E31E-4B55-8A49-B11BEB6E4727}" presName="hierRoot2" presStyleCnt="0">
        <dgm:presLayoutVars>
          <dgm:hierBranch/>
        </dgm:presLayoutVars>
      </dgm:prSet>
      <dgm:spPr/>
    </dgm:pt>
    <dgm:pt modelId="{65822FD3-54AB-4E5B-8E90-3BD71B9180D0}" type="pres">
      <dgm:prSet presAssocID="{6D1B44CE-E31E-4B55-8A49-B11BEB6E4727}" presName="rootComposite" presStyleCnt="0"/>
      <dgm:spPr/>
    </dgm:pt>
    <dgm:pt modelId="{F7603CCB-1408-4FB1-A57E-56B081E0BAB9}" type="pres">
      <dgm:prSet presAssocID="{6D1B44CE-E31E-4B55-8A49-B11BEB6E4727}" presName="rootText" presStyleLbl="node2" presStyleIdx="6" presStyleCnt="8">
        <dgm:presLayoutVars>
          <dgm:chPref val="3"/>
        </dgm:presLayoutVars>
      </dgm:prSet>
      <dgm:spPr/>
    </dgm:pt>
    <dgm:pt modelId="{03F7E33B-A8E8-4D92-B570-972972E7841B}" type="pres">
      <dgm:prSet presAssocID="{6D1B44CE-E31E-4B55-8A49-B11BEB6E4727}" presName="rootConnector" presStyleLbl="node2" presStyleIdx="6" presStyleCnt="8"/>
      <dgm:spPr/>
    </dgm:pt>
    <dgm:pt modelId="{330A8914-FFE6-4C06-A994-11D62568BB4E}" type="pres">
      <dgm:prSet presAssocID="{6D1B44CE-E31E-4B55-8A49-B11BEB6E4727}" presName="hierChild4" presStyleCnt="0"/>
      <dgm:spPr/>
    </dgm:pt>
    <dgm:pt modelId="{08B388CC-81E6-4AFC-A2EA-EA3FE106C6AF}" type="pres">
      <dgm:prSet presAssocID="{C706ACBA-417E-4481-952B-A8B034A8B0D1}" presName="Name35" presStyleLbl="parChTrans1D3" presStyleIdx="6" presStyleCnt="8"/>
      <dgm:spPr/>
    </dgm:pt>
    <dgm:pt modelId="{59C1AAE8-5604-4B2E-9BED-81615F624CB8}" type="pres">
      <dgm:prSet presAssocID="{B3DF60A0-1FA1-4969-A814-625B4C6734B6}" presName="hierRoot2" presStyleCnt="0">
        <dgm:presLayoutVars>
          <dgm:hierBranch val="init"/>
        </dgm:presLayoutVars>
      </dgm:prSet>
      <dgm:spPr/>
    </dgm:pt>
    <dgm:pt modelId="{D0AC6CB6-ABDE-4FE0-B9D4-CCCDF0C36D24}" type="pres">
      <dgm:prSet presAssocID="{B3DF60A0-1FA1-4969-A814-625B4C6734B6}" presName="rootComposite" presStyleCnt="0"/>
      <dgm:spPr/>
    </dgm:pt>
    <dgm:pt modelId="{065E326C-8EF8-4EBB-928D-33FC1077E4AC}" type="pres">
      <dgm:prSet presAssocID="{B3DF60A0-1FA1-4969-A814-625B4C6734B6}" presName="rootText" presStyleLbl="node3" presStyleIdx="6" presStyleCnt="8">
        <dgm:presLayoutVars>
          <dgm:chPref val="3"/>
        </dgm:presLayoutVars>
      </dgm:prSet>
      <dgm:spPr/>
    </dgm:pt>
    <dgm:pt modelId="{22652D7B-578E-43D3-A4C5-EE9B0F8BED95}" type="pres">
      <dgm:prSet presAssocID="{B3DF60A0-1FA1-4969-A814-625B4C6734B6}" presName="rootConnector" presStyleLbl="node3" presStyleIdx="6" presStyleCnt="8"/>
      <dgm:spPr/>
    </dgm:pt>
    <dgm:pt modelId="{29216E90-E7E2-46E4-B090-CD23B73E0C63}" type="pres">
      <dgm:prSet presAssocID="{B3DF60A0-1FA1-4969-A814-625B4C6734B6}" presName="hierChild4" presStyleCnt="0"/>
      <dgm:spPr/>
    </dgm:pt>
    <dgm:pt modelId="{B4B4B3D7-03D6-45D6-B068-25A5D8AD2303}" type="pres">
      <dgm:prSet presAssocID="{B3DF60A0-1FA1-4969-A814-625B4C6734B6}" presName="hierChild5" presStyleCnt="0"/>
      <dgm:spPr/>
    </dgm:pt>
    <dgm:pt modelId="{708F186F-E091-4E83-91EE-E717AFE4376B}" type="pres">
      <dgm:prSet presAssocID="{6D1B44CE-E31E-4B55-8A49-B11BEB6E4727}" presName="hierChild5" presStyleCnt="0"/>
      <dgm:spPr/>
    </dgm:pt>
    <dgm:pt modelId="{D18D8A00-E29A-4300-9F99-F736C5FA910A}" type="pres">
      <dgm:prSet presAssocID="{02D31188-59EA-40F9-81A4-0C46E518AA26}" presName="Name37" presStyleLbl="parChTrans1D2" presStyleIdx="7" presStyleCnt="8"/>
      <dgm:spPr/>
    </dgm:pt>
    <dgm:pt modelId="{52A4CE61-2D66-452B-A39A-DB2E604208B4}" type="pres">
      <dgm:prSet presAssocID="{ED03F1FD-7888-4FBB-B7E0-B3DAA62A339B}" presName="hierRoot2" presStyleCnt="0">
        <dgm:presLayoutVars>
          <dgm:hierBranch/>
        </dgm:presLayoutVars>
      </dgm:prSet>
      <dgm:spPr/>
    </dgm:pt>
    <dgm:pt modelId="{60666653-A32D-4CD9-AEC3-A4117FB117FA}" type="pres">
      <dgm:prSet presAssocID="{ED03F1FD-7888-4FBB-B7E0-B3DAA62A339B}" presName="rootComposite" presStyleCnt="0"/>
      <dgm:spPr/>
    </dgm:pt>
    <dgm:pt modelId="{2E174B46-3B76-4162-8031-68311D89D501}" type="pres">
      <dgm:prSet presAssocID="{ED03F1FD-7888-4FBB-B7E0-B3DAA62A339B}" presName="rootText" presStyleLbl="node2" presStyleIdx="7" presStyleCnt="8">
        <dgm:presLayoutVars>
          <dgm:chPref val="3"/>
        </dgm:presLayoutVars>
      </dgm:prSet>
      <dgm:spPr/>
    </dgm:pt>
    <dgm:pt modelId="{E96AA65F-2302-40B6-99D6-7629AA63B0D3}" type="pres">
      <dgm:prSet presAssocID="{ED03F1FD-7888-4FBB-B7E0-B3DAA62A339B}" presName="rootConnector" presStyleLbl="node2" presStyleIdx="7" presStyleCnt="8"/>
      <dgm:spPr/>
    </dgm:pt>
    <dgm:pt modelId="{EA99D0B1-2519-4BCD-8F36-74371AE1520F}" type="pres">
      <dgm:prSet presAssocID="{ED03F1FD-7888-4FBB-B7E0-B3DAA62A339B}" presName="hierChild4" presStyleCnt="0"/>
      <dgm:spPr/>
    </dgm:pt>
    <dgm:pt modelId="{BC9F2497-A685-44D9-B062-71C877C8767C}" type="pres">
      <dgm:prSet presAssocID="{96404D54-8595-4840-BD7D-72E27E1AA3C0}" presName="Name35" presStyleLbl="parChTrans1D3" presStyleIdx="7" presStyleCnt="8"/>
      <dgm:spPr/>
    </dgm:pt>
    <dgm:pt modelId="{F707C3F7-D58D-4281-B2B7-4255F34BFD2D}" type="pres">
      <dgm:prSet presAssocID="{99AD840C-3839-424A-B93A-5529F7E464B3}" presName="hierRoot2" presStyleCnt="0">
        <dgm:presLayoutVars>
          <dgm:hierBranch val="init"/>
        </dgm:presLayoutVars>
      </dgm:prSet>
      <dgm:spPr/>
    </dgm:pt>
    <dgm:pt modelId="{CC12E9B3-E6AC-4643-97D8-998139DE2327}" type="pres">
      <dgm:prSet presAssocID="{99AD840C-3839-424A-B93A-5529F7E464B3}" presName="rootComposite" presStyleCnt="0"/>
      <dgm:spPr/>
    </dgm:pt>
    <dgm:pt modelId="{9354799E-3C39-440A-A073-F2B3CE5A5685}" type="pres">
      <dgm:prSet presAssocID="{99AD840C-3839-424A-B93A-5529F7E464B3}" presName="rootText" presStyleLbl="node3" presStyleIdx="7" presStyleCnt="8">
        <dgm:presLayoutVars>
          <dgm:chPref val="3"/>
        </dgm:presLayoutVars>
      </dgm:prSet>
      <dgm:spPr/>
    </dgm:pt>
    <dgm:pt modelId="{D75F3F5F-13F6-4653-AB84-484F50D557A6}" type="pres">
      <dgm:prSet presAssocID="{99AD840C-3839-424A-B93A-5529F7E464B3}" presName="rootConnector" presStyleLbl="node3" presStyleIdx="7" presStyleCnt="8"/>
      <dgm:spPr/>
    </dgm:pt>
    <dgm:pt modelId="{BD8C6FEE-D7B9-469D-93E7-0EFFF091AEEA}" type="pres">
      <dgm:prSet presAssocID="{99AD840C-3839-424A-B93A-5529F7E464B3}" presName="hierChild4" presStyleCnt="0"/>
      <dgm:spPr/>
    </dgm:pt>
    <dgm:pt modelId="{1B76414E-CD55-499B-9E2D-0A3B2223D3FE}" type="pres">
      <dgm:prSet presAssocID="{99AD840C-3839-424A-B93A-5529F7E464B3}" presName="hierChild5" presStyleCnt="0"/>
      <dgm:spPr/>
    </dgm:pt>
    <dgm:pt modelId="{AC901F4C-5DEB-4E21-97A4-09EFC1C499CD}" type="pres">
      <dgm:prSet presAssocID="{ED03F1FD-7888-4FBB-B7E0-B3DAA62A339B}" presName="hierChild5" presStyleCnt="0"/>
      <dgm:spPr/>
    </dgm:pt>
    <dgm:pt modelId="{B643E88E-01FE-47D7-8463-101C3DBF154E}" type="pres">
      <dgm:prSet presAssocID="{755BB426-0B44-4B81-B1D1-003AED216F35}" presName="hierChild3" presStyleCnt="0"/>
      <dgm:spPr/>
    </dgm:pt>
  </dgm:ptLst>
  <dgm:cxnLst>
    <dgm:cxn modelId="{7ACBFD02-A417-4553-A12B-536475108D78}" type="presOf" srcId="{C706ACBA-417E-4481-952B-A8B034A8B0D1}" destId="{08B388CC-81E6-4AFC-A2EA-EA3FE106C6AF}" srcOrd="0" destOrd="0" presId="urn:microsoft.com/office/officeart/2005/8/layout/orgChart1"/>
    <dgm:cxn modelId="{C9D57E0C-7E70-485E-9F86-7BCD6C98E636}" type="presOf" srcId="{AE504ABB-2599-44CF-B7A1-F3AC0CFAC71E}" destId="{78034C1D-8A11-408A-A64D-3C69C5A79517}" srcOrd="1" destOrd="0" presId="urn:microsoft.com/office/officeart/2005/8/layout/orgChart1"/>
    <dgm:cxn modelId="{0DA0810C-A044-4E1E-9399-7A5C6C3B0527}" type="presOf" srcId="{2FE00100-B363-4DAC-93E0-44ADA8243B13}" destId="{05B61084-A1CE-4953-B9F2-65F91E25B51D}" srcOrd="0" destOrd="0" presId="urn:microsoft.com/office/officeart/2005/8/layout/orgChart1"/>
    <dgm:cxn modelId="{6B7D440E-8DF0-48D0-92B6-D63E983CF862}" type="presOf" srcId="{DAB9EAF9-6222-4280-A210-CCBC1361D30E}" destId="{2DB02C6C-7840-4CD5-A552-61D4A6D16B12}" srcOrd="1" destOrd="0" presId="urn:microsoft.com/office/officeart/2005/8/layout/orgChart1"/>
    <dgm:cxn modelId="{12558911-F59F-43F0-8F4E-8D98B3AA03B4}" srcId="{61FAF932-F3BC-44D4-BCB7-716A1BD7D2B4}" destId="{1532CBF0-36D7-4117-801D-9BF6A83267A1}" srcOrd="0" destOrd="0" parTransId="{7C103F9E-065C-49D7-AEC8-F2C2B5DAABF0}" sibTransId="{E210BECC-0F90-4C02-BB9B-0740C1AD2EE9}"/>
    <dgm:cxn modelId="{8EDBC811-9A82-4763-B9F4-F09AF73E552E}" type="presOf" srcId="{9156292A-AF7F-439C-9FF9-C19C343E4B52}" destId="{79287485-CBB9-4D7D-BC23-E8CB9CD6DE24}" srcOrd="0" destOrd="0" presId="urn:microsoft.com/office/officeart/2005/8/layout/orgChart1"/>
    <dgm:cxn modelId="{12132A12-5315-4004-A2E9-0F6BA4C9682B}" type="presOf" srcId="{B3DF60A0-1FA1-4969-A814-625B4C6734B6}" destId="{065E326C-8EF8-4EBB-928D-33FC1077E4AC}" srcOrd="0" destOrd="0" presId="urn:microsoft.com/office/officeart/2005/8/layout/orgChart1"/>
    <dgm:cxn modelId="{E2C6D71A-D8A2-4D04-A809-25036342EA9D}" type="presOf" srcId="{6E3989F3-C46A-4BFD-B194-B3F1D445AB90}" destId="{C4DD1506-9C0F-4B6D-98B2-D7FB462E034B}" srcOrd="0" destOrd="0" presId="urn:microsoft.com/office/officeart/2005/8/layout/orgChart1"/>
    <dgm:cxn modelId="{9E568E28-613C-42A6-B3D2-850828F6D600}" type="presOf" srcId="{755BB426-0B44-4B81-B1D1-003AED216F35}" destId="{12B098D1-6D2F-46E7-B914-68FD6E0725C9}" srcOrd="0" destOrd="0" presId="urn:microsoft.com/office/officeart/2005/8/layout/orgChart1"/>
    <dgm:cxn modelId="{C9CEAF2A-916E-49F9-B2AF-71550753A030}" type="presOf" srcId="{02D31188-59EA-40F9-81A4-0C46E518AA26}" destId="{D18D8A00-E29A-4300-9F99-F736C5FA910A}" srcOrd="0" destOrd="0" presId="urn:microsoft.com/office/officeart/2005/8/layout/orgChart1"/>
    <dgm:cxn modelId="{114CF32C-E416-4B17-8044-929F190D10C5}" type="presOf" srcId="{E8A15067-0A55-4C10-B1D1-867C4ED94E5B}" destId="{0B338F8D-169C-4EE7-9DDA-FDC697872909}" srcOrd="0" destOrd="0" presId="urn:microsoft.com/office/officeart/2005/8/layout/orgChart1"/>
    <dgm:cxn modelId="{6EE6A02F-1A72-4252-AE52-2AEF12B88032}" srcId="{755BB426-0B44-4B81-B1D1-003AED216F35}" destId="{2FDA7393-F21C-4256-B41D-D780708CE15E}" srcOrd="2" destOrd="0" parTransId="{2171F499-D74E-48C4-950C-DF6FA205412A}" sibTransId="{D222A1CC-0166-46E4-9419-3E3F4BBB9E31}"/>
    <dgm:cxn modelId="{7110993E-1C4C-4C33-A3EF-1BA00A9DF254}" type="presOf" srcId="{E8A15067-0A55-4C10-B1D1-867C4ED94E5B}" destId="{32C85BB4-FC84-4805-8BE0-E3EBF3DC0063}" srcOrd="1" destOrd="0" presId="urn:microsoft.com/office/officeart/2005/8/layout/orgChart1"/>
    <dgm:cxn modelId="{8917523F-CD81-4742-B301-AB859D29A16A}" srcId="{755BB426-0B44-4B81-B1D1-003AED216F35}" destId="{DAB9EAF9-6222-4280-A210-CCBC1361D30E}" srcOrd="1" destOrd="0" parTransId="{C1E8CB3F-725D-4A9A-949B-CB2CDEAD54D1}" sibTransId="{21D0AA9E-84E1-4585-A7BF-259EFF8AD878}"/>
    <dgm:cxn modelId="{D138B33F-AAE3-4B08-8046-1D49636F6FA0}" type="presOf" srcId="{1532CBF0-36D7-4117-801D-9BF6A83267A1}" destId="{DC73FC1F-13ED-4192-8B81-B273579500C7}" srcOrd="0" destOrd="0" presId="urn:microsoft.com/office/officeart/2005/8/layout/orgChart1"/>
    <dgm:cxn modelId="{2D55BF41-C560-4D83-9929-2966B57FFA94}" srcId="{755BB426-0B44-4B81-B1D1-003AED216F35}" destId="{6D1B44CE-E31E-4B55-8A49-B11BEB6E4727}" srcOrd="6" destOrd="0" parTransId="{2E49877E-EE45-4134-8861-8C1C31E6AAA0}" sibTransId="{6D947605-4574-4982-8E60-862C10E4102B}"/>
    <dgm:cxn modelId="{D49FD543-B580-4D0F-8FBB-0AC72E00592D}" srcId="{C84FE3CF-48C1-4BDB-AD4D-91C26DFE4B04}" destId="{25F00A64-200C-41F1-B1B7-82B6357410A4}" srcOrd="0" destOrd="0" parTransId="{4487B846-59C2-4330-8136-C6E19F2E392C}" sibTransId="{F01B6863-8422-4F9D-8062-4E57BD7F1609}"/>
    <dgm:cxn modelId="{1557AB47-8940-4E04-996B-99608846D631}" type="presOf" srcId="{236E3A80-2D89-4A24-A38E-5BAD12AA046A}" destId="{77AFE76D-DF6B-4E9F-B60E-2CA25F215FBD}" srcOrd="0" destOrd="0" presId="urn:microsoft.com/office/officeart/2005/8/layout/orgChart1"/>
    <dgm:cxn modelId="{955F1F48-DB51-4186-B60F-4ADE79CD5B00}" type="presOf" srcId="{ED03F1FD-7888-4FBB-B7E0-B3DAA62A339B}" destId="{E96AA65F-2302-40B6-99D6-7629AA63B0D3}" srcOrd="1" destOrd="0" presId="urn:microsoft.com/office/officeart/2005/8/layout/orgChart1"/>
    <dgm:cxn modelId="{A784F74E-1C7D-4A50-9569-D082F46DC0F7}" type="presOf" srcId="{12171B4F-7225-479F-BCBB-D9A3DAB84AD5}" destId="{450F74CD-5EF5-4279-9A58-5880D8A25E27}" srcOrd="0" destOrd="0" presId="urn:microsoft.com/office/officeart/2005/8/layout/orgChart1"/>
    <dgm:cxn modelId="{8060544F-8651-41A6-8E3F-A75593B9702F}" srcId="{755BB426-0B44-4B81-B1D1-003AED216F35}" destId="{C84FE3CF-48C1-4BDB-AD4D-91C26DFE4B04}" srcOrd="4" destOrd="0" parTransId="{2FE00100-B363-4DAC-93E0-44ADA8243B13}" sibTransId="{3997BDE8-5CD3-4805-8886-548E695C39D3}"/>
    <dgm:cxn modelId="{23362851-B14C-4FE7-BC73-688CFF1621E2}" type="presOf" srcId="{96404D54-8595-4840-BD7D-72E27E1AA3C0}" destId="{BC9F2497-A685-44D9-B062-71C877C8767C}" srcOrd="0" destOrd="0" presId="urn:microsoft.com/office/officeart/2005/8/layout/orgChart1"/>
    <dgm:cxn modelId="{43F03A51-DF14-48AD-8214-3067D1EB57E2}" type="presOf" srcId="{61FAF932-F3BC-44D4-BCB7-716A1BD7D2B4}" destId="{D88A1455-EEF1-4E5A-93C9-B91C45BCA076}" srcOrd="1" destOrd="0" presId="urn:microsoft.com/office/officeart/2005/8/layout/orgChart1"/>
    <dgm:cxn modelId="{08930C53-AC43-4778-A63B-07E55EFDE639}" srcId="{755BB426-0B44-4B81-B1D1-003AED216F35}" destId="{C5046D54-4912-4C80-A5E8-D41FFE41BC05}" srcOrd="5" destOrd="0" parTransId="{04DCEC47-A293-45EB-982D-3A653998C592}" sibTransId="{F7F14DEC-ED5B-4BD9-AF46-264D000E5E43}"/>
    <dgm:cxn modelId="{71017954-26AB-4C56-97AD-295064289279}" type="presOf" srcId="{59F62E68-5CEC-4033-88DD-FF810E4E16AB}" destId="{97C39F57-03F4-4872-A219-EC38072501D4}" srcOrd="1" destOrd="0" presId="urn:microsoft.com/office/officeart/2005/8/layout/orgChart1"/>
    <dgm:cxn modelId="{0D697B56-BDF7-4911-A45E-34627E3B8937}" srcId="{755BB426-0B44-4B81-B1D1-003AED216F35}" destId="{ED03F1FD-7888-4FBB-B7E0-B3DAA62A339B}" srcOrd="7" destOrd="0" parTransId="{02D31188-59EA-40F9-81A4-0C46E518AA26}" sibTransId="{E43A319A-16E4-4514-9CDC-FA581F193B05}"/>
    <dgm:cxn modelId="{F6CBF15A-631D-46C3-BCB5-EE90F2DCE084}" type="presOf" srcId="{61FAF932-F3BC-44D4-BCB7-716A1BD7D2B4}" destId="{59A45FBB-C3E1-4298-912D-D9DB6D5E83BE}" srcOrd="0" destOrd="0" presId="urn:microsoft.com/office/officeart/2005/8/layout/orgChart1"/>
    <dgm:cxn modelId="{7613775E-4B1F-4CE2-B2C8-7DFEB5146353}" type="presOf" srcId="{2171F499-D74E-48C4-950C-DF6FA205412A}" destId="{267429DA-A0C7-4CC4-8BF5-2DA2D145605A}" srcOrd="0" destOrd="0" presId="urn:microsoft.com/office/officeart/2005/8/layout/orgChart1"/>
    <dgm:cxn modelId="{24DF8C5E-F74E-47BD-8F64-A4959C49728C}" type="presOf" srcId="{7C103F9E-065C-49D7-AEC8-F2C2B5DAABF0}" destId="{97E658AC-062D-40CE-9D09-42DDF59ACF16}" srcOrd="0" destOrd="0" presId="urn:microsoft.com/office/officeart/2005/8/layout/orgChart1"/>
    <dgm:cxn modelId="{816BB660-A847-4A99-BCB1-AF9CC5A5ECB9}" type="presOf" srcId="{2FDA7393-F21C-4256-B41D-D780708CE15E}" destId="{E870E8EE-E211-4363-BA57-9625AD5DC43E}" srcOrd="0" destOrd="0" presId="urn:microsoft.com/office/officeart/2005/8/layout/orgChart1"/>
    <dgm:cxn modelId="{C457DB69-B51D-42E5-810A-C4ECE66AC2D8}" type="presOf" srcId="{EBADB060-04D4-402E-BD15-8DE8507D9A8F}" destId="{140C1551-55AB-4BDB-87ED-3DB3B0EEEFE1}" srcOrd="0" destOrd="0" presId="urn:microsoft.com/office/officeart/2005/8/layout/orgChart1"/>
    <dgm:cxn modelId="{F5B6DC6C-5F49-4F58-80C7-0FC5DB0B5120}" type="presOf" srcId="{C84FE3CF-48C1-4BDB-AD4D-91C26DFE4B04}" destId="{6B4615F5-91CA-4B4C-B401-5BD37C002D10}" srcOrd="0" destOrd="0" presId="urn:microsoft.com/office/officeart/2005/8/layout/orgChart1"/>
    <dgm:cxn modelId="{BA07036E-7800-4A34-A81A-34207E1F72E1}" type="presOf" srcId="{0BE262B2-ECED-4C8D-BA50-515D089166C0}" destId="{578ADB05-8021-4D24-98AA-4CB57B0953B0}" srcOrd="0" destOrd="0" presId="urn:microsoft.com/office/officeart/2005/8/layout/orgChart1"/>
    <dgm:cxn modelId="{E5281571-579D-4DA2-BA0E-DD174B43ECE5}" srcId="{DAB9EAF9-6222-4280-A210-CCBC1361D30E}" destId="{AE504ABB-2599-44CF-B7A1-F3AC0CFAC71E}" srcOrd="0" destOrd="0" parTransId="{12171B4F-7225-479F-BCBB-D9A3DAB84AD5}" sibTransId="{08C096A6-CBA2-432B-868D-DFB00A1AA164}"/>
    <dgm:cxn modelId="{8E163272-EE27-4382-A211-F6935BABFE2C}" type="presOf" srcId="{6D1B44CE-E31E-4B55-8A49-B11BEB6E4727}" destId="{F7603CCB-1408-4FB1-A57E-56B081E0BAB9}" srcOrd="0" destOrd="0" presId="urn:microsoft.com/office/officeart/2005/8/layout/orgChart1"/>
    <dgm:cxn modelId="{D52DD275-9FC2-4982-A5BC-8D2DE7B04EDD}" srcId="{59F62E68-5CEC-4033-88DD-FF810E4E16AB}" destId="{E8A15067-0A55-4C10-B1D1-867C4ED94E5B}" srcOrd="0" destOrd="0" parTransId="{FE934891-05B0-40DF-A958-B1838E199EE3}" sibTransId="{1B8EBC88-748B-4395-A18B-9ED132E0B082}"/>
    <dgm:cxn modelId="{182A6178-8E46-4CB2-8F1F-AA8430B74CF5}" type="presOf" srcId="{C5046D54-4912-4C80-A5E8-D41FFE41BC05}" destId="{11AF5A4A-F22E-4A3F-93A5-700738BB5DBE}" srcOrd="0" destOrd="0" presId="urn:microsoft.com/office/officeart/2005/8/layout/orgChart1"/>
    <dgm:cxn modelId="{1607A078-E86A-4A02-A935-B76E65884D33}" type="presOf" srcId="{AE504ABB-2599-44CF-B7A1-F3AC0CFAC71E}" destId="{4ABBD816-44CB-4947-B0FF-29E4307A687D}" srcOrd="0" destOrd="0" presId="urn:microsoft.com/office/officeart/2005/8/layout/orgChart1"/>
    <dgm:cxn modelId="{02429C7F-1E5B-4FA5-A84E-727D62AC3CDB}" srcId="{755BB426-0B44-4B81-B1D1-003AED216F35}" destId="{59F62E68-5CEC-4033-88DD-FF810E4E16AB}" srcOrd="0" destOrd="0" parTransId="{EBADB060-04D4-402E-BD15-8DE8507D9A8F}" sibTransId="{80699876-5931-4D88-85F9-EC0681A81490}"/>
    <dgm:cxn modelId="{C8458D82-40EC-44DC-AECA-6785F45DBD4B}" srcId="{2FDA7393-F21C-4256-B41D-D780708CE15E}" destId="{0BE262B2-ECED-4C8D-BA50-515D089166C0}" srcOrd="0" destOrd="0" parTransId="{FBEAABC1-EBBB-44F6-882D-F066C9E47731}" sibTransId="{8CDC942E-A92E-4A81-9923-787F9DD5542D}"/>
    <dgm:cxn modelId="{EAB9AF84-5944-4AE6-AA60-BC71DCEBC7D9}" srcId="{ED03F1FD-7888-4FBB-B7E0-B3DAA62A339B}" destId="{99AD840C-3839-424A-B93A-5529F7E464B3}" srcOrd="0" destOrd="0" parTransId="{96404D54-8595-4840-BD7D-72E27E1AA3C0}" sibTransId="{621FDA1C-D9B7-4A3E-A3A2-166DD2F290F7}"/>
    <dgm:cxn modelId="{4F99E084-DD98-4A9C-8740-25049CD2B9C6}" srcId="{B8333C57-931B-4DFE-AF07-646CE46CB6D0}" destId="{755BB426-0B44-4B81-B1D1-003AED216F35}" srcOrd="0" destOrd="0" parTransId="{5E7AB44A-4A96-4D65-98DA-8841EF495482}" sibTransId="{25858234-B95A-4CCF-9D99-141181FCA263}"/>
    <dgm:cxn modelId="{EAA0288A-A4DD-44E8-AB60-9F93C36FDD4F}" type="presOf" srcId="{59F62E68-5CEC-4033-88DD-FF810E4E16AB}" destId="{1CE07638-3D8E-4CC1-99E6-B8C9A75E95BC}" srcOrd="0" destOrd="0" presId="urn:microsoft.com/office/officeart/2005/8/layout/orgChart1"/>
    <dgm:cxn modelId="{99F7298D-D62E-414F-ADB4-93F87B53FFBF}" type="presOf" srcId="{99AD840C-3839-424A-B93A-5529F7E464B3}" destId="{9354799E-3C39-440A-A073-F2B3CE5A5685}" srcOrd="0" destOrd="0" presId="urn:microsoft.com/office/officeart/2005/8/layout/orgChart1"/>
    <dgm:cxn modelId="{30384C8F-F750-4981-A784-74C3AD88EAD1}" srcId="{6D1B44CE-E31E-4B55-8A49-B11BEB6E4727}" destId="{B3DF60A0-1FA1-4969-A814-625B4C6734B6}" srcOrd="0" destOrd="0" parTransId="{C706ACBA-417E-4481-952B-A8B034A8B0D1}" sibTransId="{DFF972C8-7FFC-4998-A952-57A7F7B280E5}"/>
    <dgm:cxn modelId="{FE47DF92-DC6B-49F0-A44B-FC1D3DE7CBE2}" type="presOf" srcId="{0BE262B2-ECED-4C8D-BA50-515D089166C0}" destId="{DE98812F-0E17-4CFD-BB35-66DA3C4BE1C7}" srcOrd="1" destOrd="0" presId="urn:microsoft.com/office/officeart/2005/8/layout/orgChart1"/>
    <dgm:cxn modelId="{CED0CB95-06FE-4AAF-9138-25F19AB687CB}" type="presOf" srcId="{FE934891-05B0-40DF-A958-B1838E199EE3}" destId="{35246A43-08B0-4F47-8901-0F34462265F6}" srcOrd="0" destOrd="0" presId="urn:microsoft.com/office/officeart/2005/8/layout/orgChart1"/>
    <dgm:cxn modelId="{4DA5D095-18A4-401C-BE22-C4BCBC93EF47}" type="presOf" srcId="{99AD840C-3839-424A-B93A-5529F7E464B3}" destId="{D75F3F5F-13F6-4653-AB84-484F50D557A6}" srcOrd="1" destOrd="0" presId="urn:microsoft.com/office/officeart/2005/8/layout/orgChart1"/>
    <dgm:cxn modelId="{7748FB95-B2A0-4579-A298-3EFA64863B74}" type="presOf" srcId="{DAB9EAF9-6222-4280-A210-CCBC1361D30E}" destId="{2CF9BCB0-3252-43AA-AD67-6C9C56EC9450}" srcOrd="0" destOrd="0" presId="urn:microsoft.com/office/officeart/2005/8/layout/orgChart1"/>
    <dgm:cxn modelId="{4718EA9F-5380-4ADA-A55D-8B11B53BF372}" type="presOf" srcId="{04DCEC47-A293-45EB-982D-3A653998C592}" destId="{09E77683-87ED-49D6-951F-DA0C7A83B0B6}" srcOrd="0" destOrd="0" presId="urn:microsoft.com/office/officeart/2005/8/layout/orgChart1"/>
    <dgm:cxn modelId="{DD860EA1-CAE3-4526-85EF-EE526241402A}" type="presOf" srcId="{ED03F1FD-7888-4FBB-B7E0-B3DAA62A339B}" destId="{2E174B46-3B76-4162-8031-68311D89D501}" srcOrd="0" destOrd="0" presId="urn:microsoft.com/office/officeart/2005/8/layout/orgChart1"/>
    <dgm:cxn modelId="{0A20FCA7-03DB-4045-99ED-8BC224EE2032}" type="presOf" srcId="{C5046D54-4912-4C80-A5E8-D41FFE41BC05}" destId="{FF3A924C-2F51-4FB0-A53D-70B7B4A66985}" srcOrd="1" destOrd="0" presId="urn:microsoft.com/office/officeart/2005/8/layout/orgChart1"/>
    <dgm:cxn modelId="{B6E56BA8-0B9E-48A6-9295-960599E4B130}" type="presOf" srcId="{2E49877E-EE45-4134-8861-8C1C31E6AAA0}" destId="{4BE4591F-F6AA-4B83-B54F-DAEC41FB3F18}" srcOrd="0" destOrd="0" presId="urn:microsoft.com/office/officeart/2005/8/layout/orgChart1"/>
    <dgm:cxn modelId="{7A00C5A8-F320-43CC-8ABD-4393313E60EA}" type="presOf" srcId="{C1E8CB3F-725D-4A9A-949B-CB2CDEAD54D1}" destId="{BA9F3CB4-6D92-433A-8673-2DB38CE8B7F0}" srcOrd="0" destOrd="0" presId="urn:microsoft.com/office/officeart/2005/8/layout/orgChart1"/>
    <dgm:cxn modelId="{2A795EB0-94E5-4628-95A8-C4DB7C78CE88}" type="presOf" srcId="{C84FE3CF-48C1-4BDB-AD4D-91C26DFE4B04}" destId="{DC90AABE-29E7-4D8E-944C-0B88EA9DE2F1}" srcOrd="1" destOrd="0" presId="urn:microsoft.com/office/officeart/2005/8/layout/orgChart1"/>
    <dgm:cxn modelId="{65CE1DB1-4545-47D7-8FA8-3ED92DDD6A8B}" type="presOf" srcId="{2FDA7393-F21C-4256-B41D-D780708CE15E}" destId="{AB8116F1-C34A-4A17-8F59-234646F5FBD8}" srcOrd="1" destOrd="0" presId="urn:microsoft.com/office/officeart/2005/8/layout/orgChart1"/>
    <dgm:cxn modelId="{634622B1-C727-4CF4-9647-A4BC06E555E0}" type="presOf" srcId="{9156292A-AF7F-439C-9FF9-C19C343E4B52}" destId="{87EBFFCC-C21B-4A5E-807C-EC05FEF85C66}" srcOrd="1" destOrd="0" presId="urn:microsoft.com/office/officeart/2005/8/layout/orgChart1"/>
    <dgm:cxn modelId="{69E2A6B6-FDAD-445D-BAEC-FD17189B8347}" type="presOf" srcId="{FBEAABC1-EBBB-44F6-882D-F066C9E47731}" destId="{CEF0EF1E-C9DF-44E9-84D5-B58059431D6B}" srcOrd="0" destOrd="0" presId="urn:microsoft.com/office/officeart/2005/8/layout/orgChart1"/>
    <dgm:cxn modelId="{0AFF32C2-6B59-49A1-BA91-170AF5AC1C38}" type="presOf" srcId="{1532CBF0-36D7-4117-801D-9BF6A83267A1}" destId="{A70BC3DA-09C1-43F8-A468-ECF0A86ECDAC}" srcOrd="1" destOrd="0" presId="urn:microsoft.com/office/officeart/2005/8/layout/orgChart1"/>
    <dgm:cxn modelId="{7D82C1C3-994D-4552-9FC9-FA9D2003A0F9}" srcId="{C5046D54-4912-4C80-A5E8-D41FFE41BC05}" destId="{9156292A-AF7F-439C-9FF9-C19C343E4B52}" srcOrd="0" destOrd="0" parTransId="{236E3A80-2D89-4A24-A38E-5BAD12AA046A}" sibTransId="{6EFFA5D4-27EA-44CF-BE93-3ABE1B59FBCC}"/>
    <dgm:cxn modelId="{816A6AC7-ABAB-4024-A39D-9F66D8CAE960}" srcId="{755BB426-0B44-4B81-B1D1-003AED216F35}" destId="{61FAF932-F3BC-44D4-BCB7-716A1BD7D2B4}" srcOrd="3" destOrd="0" parTransId="{6E3989F3-C46A-4BFD-B194-B3F1D445AB90}" sibTransId="{875A41B4-A4E3-4012-8730-C0FCA8E64921}"/>
    <dgm:cxn modelId="{5D2667D0-9BB7-4D40-A8DE-F8B4D62A1BB4}" type="presOf" srcId="{B8333C57-931B-4DFE-AF07-646CE46CB6D0}" destId="{EE296958-28FD-439E-9AA7-A6C9D6862F41}" srcOrd="0" destOrd="0" presId="urn:microsoft.com/office/officeart/2005/8/layout/orgChart1"/>
    <dgm:cxn modelId="{C64386D3-B584-42FC-B86A-421AF20018EC}" type="presOf" srcId="{6D1B44CE-E31E-4B55-8A49-B11BEB6E4727}" destId="{03F7E33B-A8E8-4D92-B570-972972E7841B}" srcOrd="1" destOrd="0" presId="urn:microsoft.com/office/officeart/2005/8/layout/orgChart1"/>
    <dgm:cxn modelId="{C9F2ABDA-8B52-45B2-83D6-B0DED61601ED}" type="presOf" srcId="{25F00A64-200C-41F1-B1B7-82B6357410A4}" destId="{8A788ABC-87C5-4F07-A25E-31F4AD9AD5CC}" srcOrd="0" destOrd="0" presId="urn:microsoft.com/office/officeart/2005/8/layout/orgChart1"/>
    <dgm:cxn modelId="{8FB935E6-A998-44E6-BBCF-F77A07020545}" type="presOf" srcId="{B3DF60A0-1FA1-4969-A814-625B4C6734B6}" destId="{22652D7B-578E-43D3-A4C5-EE9B0F8BED95}" srcOrd="1" destOrd="0" presId="urn:microsoft.com/office/officeart/2005/8/layout/orgChart1"/>
    <dgm:cxn modelId="{478A62EC-CAFC-4061-B643-D301BFC96B00}" type="presOf" srcId="{4487B846-59C2-4330-8136-C6E19F2E392C}" destId="{EE8ED8CD-82B5-4A7D-A6EF-565DE27DB426}" srcOrd="0" destOrd="0" presId="urn:microsoft.com/office/officeart/2005/8/layout/orgChart1"/>
    <dgm:cxn modelId="{2574BCEE-B26C-4060-87DF-E6C4132CC11A}" type="presOf" srcId="{25F00A64-200C-41F1-B1B7-82B6357410A4}" destId="{ED7990A3-9F87-4061-A62E-4270EC0ED2E2}" srcOrd="1" destOrd="0" presId="urn:microsoft.com/office/officeart/2005/8/layout/orgChart1"/>
    <dgm:cxn modelId="{701DFCF2-8110-41C3-8FC4-BF98A7CDB4C5}" type="presOf" srcId="{755BB426-0B44-4B81-B1D1-003AED216F35}" destId="{4E1D6A71-8F7E-4E01-9BEF-54774E4C446D}" srcOrd="1" destOrd="0" presId="urn:microsoft.com/office/officeart/2005/8/layout/orgChart1"/>
    <dgm:cxn modelId="{C46908CF-795A-4946-9F1B-B2A80DB4278E}" type="presParOf" srcId="{EE296958-28FD-439E-9AA7-A6C9D6862F41}" destId="{82D9FBD3-C702-4AF7-8444-2E1EC91F6BCE}" srcOrd="0" destOrd="0" presId="urn:microsoft.com/office/officeart/2005/8/layout/orgChart1"/>
    <dgm:cxn modelId="{FB8769CF-E83C-49D2-B9FD-3A58A4782561}" type="presParOf" srcId="{82D9FBD3-C702-4AF7-8444-2E1EC91F6BCE}" destId="{0B2E1E11-AD21-47F1-9B77-03562CEB973E}" srcOrd="0" destOrd="0" presId="urn:microsoft.com/office/officeart/2005/8/layout/orgChart1"/>
    <dgm:cxn modelId="{B2FE128D-0775-4DB3-856D-34B0CEAA690E}" type="presParOf" srcId="{0B2E1E11-AD21-47F1-9B77-03562CEB973E}" destId="{12B098D1-6D2F-46E7-B914-68FD6E0725C9}" srcOrd="0" destOrd="0" presId="urn:microsoft.com/office/officeart/2005/8/layout/orgChart1"/>
    <dgm:cxn modelId="{0A85B5E4-4A4C-470C-8717-B333BCA10255}" type="presParOf" srcId="{0B2E1E11-AD21-47F1-9B77-03562CEB973E}" destId="{4E1D6A71-8F7E-4E01-9BEF-54774E4C446D}" srcOrd="1" destOrd="0" presId="urn:microsoft.com/office/officeart/2005/8/layout/orgChart1"/>
    <dgm:cxn modelId="{75203736-B528-465F-99C5-9B06263AF661}" type="presParOf" srcId="{82D9FBD3-C702-4AF7-8444-2E1EC91F6BCE}" destId="{8A194C24-F484-4134-8295-75022E0D0A32}" srcOrd="1" destOrd="0" presId="urn:microsoft.com/office/officeart/2005/8/layout/orgChart1"/>
    <dgm:cxn modelId="{A0D10C19-543E-42CB-B15F-C1A48C2CFE8D}" type="presParOf" srcId="{8A194C24-F484-4134-8295-75022E0D0A32}" destId="{140C1551-55AB-4BDB-87ED-3DB3B0EEEFE1}" srcOrd="0" destOrd="0" presId="urn:microsoft.com/office/officeart/2005/8/layout/orgChart1"/>
    <dgm:cxn modelId="{416D5DD3-A9BC-4C85-875E-15392B3485C2}" type="presParOf" srcId="{8A194C24-F484-4134-8295-75022E0D0A32}" destId="{451540C2-0E0B-4AB6-A23E-0AD585B154D5}" srcOrd="1" destOrd="0" presId="urn:microsoft.com/office/officeart/2005/8/layout/orgChart1"/>
    <dgm:cxn modelId="{3EB7B199-BCFA-4677-BB0F-9A3C5663AA3B}" type="presParOf" srcId="{451540C2-0E0B-4AB6-A23E-0AD585B154D5}" destId="{6D967823-A422-4D19-A918-7D44082AD4D1}" srcOrd="0" destOrd="0" presId="urn:microsoft.com/office/officeart/2005/8/layout/orgChart1"/>
    <dgm:cxn modelId="{02B40674-5D38-456E-955E-ED222C006891}" type="presParOf" srcId="{6D967823-A422-4D19-A918-7D44082AD4D1}" destId="{1CE07638-3D8E-4CC1-99E6-B8C9A75E95BC}" srcOrd="0" destOrd="0" presId="urn:microsoft.com/office/officeart/2005/8/layout/orgChart1"/>
    <dgm:cxn modelId="{8D7AA804-4714-4F45-ABF4-14F9552B86E2}" type="presParOf" srcId="{6D967823-A422-4D19-A918-7D44082AD4D1}" destId="{97C39F57-03F4-4872-A219-EC38072501D4}" srcOrd="1" destOrd="0" presId="urn:microsoft.com/office/officeart/2005/8/layout/orgChart1"/>
    <dgm:cxn modelId="{F955B7EB-3F31-44B3-9DA1-96EE7F8B2E8F}" type="presParOf" srcId="{451540C2-0E0B-4AB6-A23E-0AD585B154D5}" destId="{612BE2B5-E462-4737-866F-AC29A88AE5F9}" srcOrd="1" destOrd="0" presId="urn:microsoft.com/office/officeart/2005/8/layout/orgChart1"/>
    <dgm:cxn modelId="{6A02B014-0E8E-4734-9CC6-6B4E79555A1E}" type="presParOf" srcId="{612BE2B5-E462-4737-866F-AC29A88AE5F9}" destId="{35246A43-08B0-4F47-8901-0F34462265F6}" srcOrd="0" destOrd="0" presId="urn:microsoft.com/office/officeart/2005/8/layout/orgChart1"/>
    <dgm:cxn modelId="{B2D80A0C-AC4D-42FA-B66D-30360957FEB2}" type="presParOf" srcId="{612BE2B5-E462-4737-866F-AC29A88AE5F9}" destId="{48686200-649F-4E27-8FE3-81136A3A246F}" srcOrd="1" destOrd="0" presId="urn:microsoft.com/office/officeart/2005/8/layout/orgChart1"/>
    <dgm:cxn modelId="{AFBE5414-0AD8-4B55-9437-7C82FD746C1E}" type="presParOf" srcId="{48686200-649F-4E27-8FE3-81136A3A246F}" destId="{13D908A4-03BD-4CA5-8DCA-0AAA13A0BE46}" srcOrd="0" destOrd="0" presId="urn:microsoft.com/office/officeart/2005/8/layout/orgChart1"/>
    <dgm:cxn modelId="{C3007845-0593-4AC9-8EF5-6728341FF44F}" type="presParOf" srcId="{13D908A4-03BD-4CA5-8DCA-0AAA13A0BE46}" destId="{0B338F8D-169C-4EE7-9DDA-FDC697872909}" srcOrd="0" destOrd="0" presId="urn:microsoft.com/office/officeart/2005/8/layout/orgChart1"/>
    <dgm:cxn modelId="{96B0290B-6B77-4347-BE65-8746EC2BAE5C}" type="presParOf" srcId="{13D908A4-03BD-4CA5-8DCA-0AAA13A0BE46}" destId="{32C85BB4-FC84-4805-8BE0-E3EBF3DC0063}" srcOrd="1" destOrd="0" presId="urn:microsoft.com/office/officeart/2005/8/layout/orgChart1"/>
    <dgm:cxn modelId="{3F70C74F-6BB6-4288-B2CF-0CE3F7535AB4}" type="presParOf" srcId="{48686200-649F-4E27-8FE3-81136A3A246F}" destId="{69EDDE15-0C63-42D3-82D8-DC4B09268B3B}" srcOrd="1" destOrd="0" presId="urn:microsoft.com/office/officeart/2005/8/layout/orgChart1"/>
    <dgm:cxn modelId="{1CB6D257-2E7A-4A6A-A398-4EFD49AD5A50}" type="presParOf" srcId="{48686200-649F-4E27-8FE3-81136A3A246F}" destId="{740AF6A5-5196-4D0C-B847-A6FCF18CDA95}" srcOrd="2" destOrd="0" presId="urn:microsoft.com/office/officeart/2005/8/layout/orgChart1"/>
    <dgm:cxn modelId="{4A882213-7705-4B2C-8204-5B88694B9287}" type="presParOf" srcId="{451540C2-0E0B-4AB6-A23E-0AD585B154D5}" destId="{AC5EF0B3-0244-4723-83E9-DC58B11E7670}" srcOrd="2" destOrd="0" presId="urn:microsoft.com/office/officeart/2005/8/layout/orgChart1"/>
    <dgm:cxn modelId="{CB17DD3C-0062-464A-A7E5-5EEAC543F240}" type="presParOf" srcId="{8A194C24-F484-4134-8295-75022E0D0A32}" destId="{BA9F3CB4-6D92-433A-8673-2DB38CE8B7F0}" srcOrd="2" destOrd="0" presId="urn:microsoft.com/office/officeart/2005/8/layout/orgChart1"/>
    <dgm:cxn modelId="{F2F23F56-F3D8-40C8-A111-4974F2DA0E5F}" type="presParOf" srcId="{8A194C24-F484-4134-8295-75022E0D0A32}" destId="{DAFA4EC6-C706-45B6-AB81-C7858CD32148}" srcOrd="3" destOrd="0" presId="urn:microsoft.com/office/officeart/2005/8/layout/orgChart1"/>
    <dgm:cxn modelId="{F9CF6518-5D7D-4533-9C71-0317E8516F2E}" type="presParOf" srcId="{DAFA4EC6-C706-45B6-AB81-C7858CD32148}" destId="{0769620F-075A-42B4-B4A0-CD7FFE3FEA80}" srcOrd="0" destOrd="0" presId="urn:microsoft.com/office/officeart/2005/8/layout/orgChart1"/>
    <dgm:cxn modelId="{19CD4D02-763A-4935-AE0B-4AA5839E3421}" type="presParOf" srcId="{0769620F-075A-42B4-B4A0-CD7FFE3FEA80}" destId="{2CF9BCB0-3252-43AA-AD67-6C9C56EC9450}" srcOrd="0" destOrd="0" presId="urn:microsoft.com/office/officeart/2005/8/layout/orgChart1"/>
    <dgm:cxn modelId="{A02D4F05-3A10-4C9A-8B55-A448243ACC55}" type="presParOf" srcId="{0769620F-075A-42B4-B4A0-CD7FFE3FEA80}" destId="{2DB02C6C-7840-4CD5-A552-61D4A6D16B12}" srcOrd="1" destOrd="0" presId="urn:microsoft.com/office/officeart/2005/8/layout/orgChart1"/>
    <dgm:cxn modelId="{444BC96E-FA47-4A66-91FB-73080188EDB2}" type="presParOf" srcId="{DAFA4EC6-C706-45B6-AB81-C7858CD32148}" destId="{817709E3-24FC-4955-A69A-04B09AE97D44}" srcOrd="1" destOrd="0" presId="urn:microsoft.com/office/officeart/2005/8/layout/orgChart1"/>
    <dgm:cxn modelId="{DEB05469-377A-4FE4-8189-7C75C40441C9}" type="presParOf" srcId="{817709E3-24FC-4955-A69A-04B09AE97D44}" destId="{450F74CD-5EF5-4279-9A58-5880D8A25E27}" srcOrd="0" destOrd="0" presId="urn:microsoft.com/office/officeart/2005/8/layout/orgChart1"/>
    <dgm:cxn modelId="{2AA4B9C6-1502-4D16-AEA0-87A68CAA1249}" type="presParOf" srcId="{817709E3-24FC-4955-A69A-04B09AE97D44}" destId="{1E1148BE-928B-47AA-92E2-D433474FE50B}" srcOrd="1" destOrd="0" presId="urn:microsoft.com/office/officeart/2005/8/layout/orgChart1"/>
    <dgm:cxn modelId="{21971E3E-B239-46A2-9B0F-AA56BE406209}" type="presParOf" srcId="{1E1148BE-928B-47AA-92E2-D433474FE50B}" destId="{F0761ACF-2307-4885-BFB4-B65248A57CB2}" srcOrd="0" destOrd="0" presId="urn:microsoft.com/office/officeart/2005/8/layout/orgChart1"/>
    <dgm:cxn modelId="{84ECF6BA-8BF5-40F5-95B9-ACADB6718CA9}" type="presParOf" srcId="{F0761ACF-2307-4885-BFB4-B65248A57CB2}" destId="{4ABBD816-44CB-4947-B0FF-29E4307A687D}" srcOrd="0" destOrd="0" presId="urn:microsoft.com/office/officeart/2005/8/layout/orgChart1"/>
    <dgm:cxn modelId="{A92F0404-A53A-45CE-8E42-54DD49F86991}" type="presParOf" srcId="{F0761ACF-2307-4885-BFB4-B65248A57CB2}" destId="{78034C1D-8A11-408A-A64D-3C69C5A79517}" srcOrd="1" destOrd="0" presId="urn:microsoft.com/office/officeart/2005/8/layout/orgChart1"/>
    <dgm:cxn modelId="{D6DF30E9-3A0F-4212-A6C2-78C972A0DEC3}" type="presParOf" srcId="{1E1148BE-928B-47AA-92E2-D433474FE50B}" destId="{697ECD83-0353-4E9E-B739-1071BC079104}" srcOrd="1" destOrd="0" presId="urn:microsoft.com/office/officeart/2005/8/layout/orgChart1"/>
    <dgm:cxn modelId="{EC607DA0-BFF9-4FC8-A73A-546A60825E01}" type="presParOf" srcId="{1E1148BE-928B-47AA-92E2-D433474FE50B}" destId="{5E95000C-324E-4674-ADFF-9A09E2C53C29}" srcOrd="2" destOrd="0" presId="urn:microsoft.com/office/officeart/2005/8/layout/orgChart1"/>
    <dgm:cxn modelId="{415B0814-1473-4521-9C54-05E1440325A4}" type="presParOf" srcId="{DAFA4EC6-C706-45B6-AB81-C7858CD32148}" destId="{D2C27FD2-6F4A-4370-95B6-8E5E0642264D}" srcOrd="2" destOrd="0" presId="urn:microsoft.com/office/officeart/2005/8/layout/orgChart1"/>
    <dgm:cxn modelId="{5284DA80-D414-4997-8DEE-75E990F10863}" type="presParOf" srcId="{8A194C24-F484-4134-8295-75022E0D0A32}" destId="{267429DA-A0C7-4CC4-8BF5-2DA2D145605A}" srcOrd="4" destOrd="0" presId="urn:microsoft.com/office/officeart/2005/8/layout/orgChart1"/>
    <dgm:cxn modelId="{8B4964D1-51E2-4E13-81DA-0515FA20E878}" type="presParOf" srcId="{8A194C24-F484-4134-8295-75022E0D0A32}" destId="{DF6F5B71-FB15-4576-9525-6FED2890D98A}" srcOrd="5" destOrd="0" presId="urn:microsoft.com/office/officeart/2005/8/layout/orgChart1"/>
    <dgm:cxn modelId="{50AA9F5A-595E-450B-AF43-0867C001EE79}" type="presParOf" srcId="{DF6F5B71-FB15-4576-9525-6FED2890D98A}" destId="{5483B3CD-1F15-4B90-94AA-445E3BEAAC5A}" srcOrd="0" destOrd="0" presId="urn:microsoft.com/office/officeart/2005/8/layout/orgChart1"/>
    <dgm:cxn modelId="{AE8AEDD3-F69C-4B40-9FCC-1E649F576314}" type="presParOf" srcId="{5483B3CD-1F15-4B90-94AA-445E3BEAAC5A}" destId="{E870E8EE-E211-4363-BA57-9625AD5DC43E}" srcOrd="0" destOrd="0" presId="urn:microsoft.com/office/officeart/2005/8/layout/orgChart1"/>
    <dgm:cxn modelId="{CB4FB9F9-2826-4868-A3A5-66BF21BF4466}" type="presParOf" srcId="{5483B3CD-1F15-4B90-94AA-445E3BEAAC5A}" destId="{AB8116F1-C34A-4A17-8F59-234646F5FBD8}" srcOrd="1" destOrd="0" presId="urn:microsoft.com/office/officeart/2005/8/layout/orgChart1"/>
    <dgm:cxn modelId="{B7D3BD25-5644-4F36-A7FF-9775AEF70361}" type="presParOf" srcId="{DF6F5B71-FB15-4576-9525-6FED2890D98A}" destId="{31826A7F-0698-408E-8BA4-A1A711F4B895}" srcOrd="1" destOrd="0" presId="urn:microsoft.com/office/officeart/2005/8/layout/orgChart1"/>
    <dgm:cxn modelId="{B82CD984-6EBB-4BEE-B9DC-495D98EBB1E0}" type="presParOf" srcId="{31826A7F-0698-408E-8BA4-A1A711F4B895}" destId="{CEF0EF1E-C9DF-44E9-84D5-B58059431D6B}" srcOrd="0" destOrd="0" presId="urn:microsoft.com/office/officeart/2005/8/layout/orgChart1"/>
    <dgm:cxn modelId="{E2DBAA90-6BE1-4FB5-B8AA-967477798FA7}" type="presParOf" srcId="{31826A7F-0698-408E-8BA4-A1A711F4B895}" destId="{67BC09C2-117C-44B6-963C-9591E5A0C393}" srcOrd="1" destOrd="0" presId="urn:microsoft.com/office/officeart/2005/8/layout/orgChart1"/>
    <dgm:cxn modelId="{9D945A5C-F1E0-4CCD-B824-5C86D743D638}" type="presParOf" srcId="{67BC09C2-117C-44B6-963C-9591E5A0C393}" destId="{650DDFE9-D594-4A1A-B7EF-FAFBA73619AC}" srcOrd="0" destOrd="0" presId="urn:microsoft.com/office/officeart/2005/8/layout/orgChart1"/>
    <dgm:cxn modelId="{A1E08E76-3731-4325-B19F-FFB98388EA39}" type="presParOf" srcId="{650DDFE9-D594-4A1A-B7EF-FAFBA73619AC}" destId="{578ADB05-8021-4D24-98AA-4CB57B0953B0}" srcOrd="0" destOrd="0" presId="urn:microsoft.com/office/officeart/2005/8/layout/orgChart1"/>
    <dgm:cxn modelId="{6CC0BA31-90C7-4D45-849F-36397E6DAA2B}" type="presParOf" srcId="{650DDFE9-D594-4A1A-B7EF-FAFBA73619AC}" destId="{DE98812F-0E17-4CFD-BB35-66DA3C4BE1C7}" srcOrd="1" destOrd="0" presId="urn:microsoft.com/office/officeart/2005/8/layout/orgChart1"/>
    <dgm:cxn modelId="{BAA5375B-3253-4CBE-A865-42AC7875EB50}" type="presParOf" srcId="{67BC09C2-117C-44B6-963C-9591E5A0C393}" destId="{8BC1A771-4010-4D7C-B6E1-F8B17A527E11}" srcOrd="1" destOrd="0" presId="urn:microsoft.com/office/officeart/2005/8/layout/orgChart1"/>
    <dgm:cxn modelId="{614A30AF-416C-4F53-9642-048857FBAA07}" type="presParOf" srcId="{67BC09C2-117C-44B6-963C-9591E5A0C393}" destId="{A8E3BDA5-B7A2-4EB2-9B6A-F979252EE7D3}" srcOrd="2" destOrd="0" presId="urn:microsoft.com/office/officeart/2005/8/layout/orgChart1"/>
    <dgm:cxn modelId="{D85CAF0E-0CDC-44B9-B638-D66AD2399B4B}" type="presParOf" srcId="{DF6F5B71-FB15-4576-9525-6FED2890D98A}" destId="{55998B51-33D5-47C8-A939-8D8F558AE4BC}" srcOrd="2" destOrd="0" presId="urn:microsoft.com/office/officeart/2005/8/layout/orgChart1"/>
    <dgm:cxn modelId="{1C51B1E6-6EDF-4E3E-9C03-72DC2A00EAEB}" type="presParOf" srcId="{8A194C24-F484-4134-8295-75022E0D0A32}" destId="{C4DD1506-9C0F-4B6D-98B2-D7FB462E034B}" srcOrd="6" destOrd="0" presId="urn:microsoft.com/office/officeart/2005/8/layout/orgChart1"/>
    <dgm:cxn modelId="{41AD0F1B-E218-45E0-B52A-9A54EA024380}" type="presParOf" srcId="{8A194C24-F484-4134-8295-75022E0D0A32}" destId="{A8ECE3B0-36B7-4CB4-9D89-450110D1207D}" srcOrd="7" destOrd="0" presId="urn:microsoft.com/office/officeart/2005/8/layout/orgChart1"/>
    <dgm:cxn modelId="{19D6F36B-E2E7-48D3-9B10-DC23BF6558B8}" type="presParOf" srcId="{A8ECE3B0-36B7-4CB4-9D89-450110D1207D}" destId="{ABBB31C5-6F5C-4C72-B0D7-9E694FCEDB2B}" srcOrd="0" destOrd="0" presId="urn:microsoft.com/office/officeart/2005/8/layout/orgChart1"/>
    <dgm:cxn modelId="{8ABC6489-AA67-4591-AFA0-C67CC803B814}" type="presParOf" srcId="{ABBB31C5-6F5C-4C72-B0D7-9E694FCEDB2B}" destId="{59A45FBB-C3E1-4298-912D-D9DB6D5E83BE}" srcOrd="0" destOrd="0" presId="urn:microsoft.com/office/officeart/2005/8/layout/orgChart1"/>
    <dgm:cxn modelId="{B56495C1-AC8F-4D98-869E-94C1315439DD}" type="presParOf" srcId="{ABBB31C5-6F5C-4C72-B0D7-9E694FCEDB2B}" destId="{D88A1455-EEF1-4E5A-93C9-B91C45BCA076}" srcOrd="1" destOrd="0" presId="urn:microsoft.com/office/officeart/2005/8/layout/orgChart1"/>
    <dgm:cxn modelId="{CF3BDD5B-61D4-4941-8F07-04196124F637}" type="presParOf" srcId="{A8ECE3B0-36B7-4CB4-9D89-450110D1207D}" destId="{BFCD0789-B3F5-4A01-A3B5-9986997A5C71}" srcOrd="1" destOrd="0" presId="urn:microsoft.com/office/officeart/2005/8/layout/orgChart1"/>
    <dgm:cxn modelId="{0F30310F-F5D9-4B16-BA56-A35A5C541F83}" type="presParOf" srcId="{BFCD0789-B3F5-4A01-A3B5-9986997A5C71}" destId="{97E658AC-062D-40CE-9D09-42DDF59ACF16}" srcOrd="0" destOrd="0" presId="urn:microsoft.com/office/officeart/2005/8/layout/orgChart1"/>
    <dgm:cxn modelId="{7382C8BE-1DDA-4790-9B1A-466E1DA41522}" type="presParOf" srcId="{BFCD0789-B3F5-4A01-A3B5-9986997A5C71}" destId="{2ACAF16C-6A6F-414B-B0AF-0F7983A97905}" srcOrd="1" destOrd="0" presId="urn:microsoft.com/office/officeart/2005/8/layout/orgChart1"/>
    <dgm:cxn modelId="{BCBCF3E2-DF94-49D1-AE91-FCF3539E6212}" type="presParOf" srcId="{2ACAF16C-6A6F-414B-B0AF-0F7983A97905}" destId="{1DA85736-0DBE-412D-9BEA-10FF6B2F6593}" srcOrd="0" destOrd="0" presId="urn:microsoft.com/office/officeart/2005/8/layout/orgChart1"/>
    <dgm:cxn modelId="{C4712656-BC1C-4233-AE5A-02352DDE2643}" type="presParOf" srcId="{1DA85736-0DBE-412D-9BEA-10FF6B2F6593}" destId="{DC73FC1F-13ED-4192-8B81-B273579500C7}" srcOrd="0" destOrd="0" presId="urn:microsoft.com/office/officeart/2005/8/layout/orgChart1"/>
    <dgm:cxn modelId="{2AB414B9-9164-49A0-A5C2-D72182DD6FE3}" type="presParOf" srcId="{1DA85736-0DBE-412D-9BEA-10FF6B2F6593}" destId="{A70BC3DA-09C1-43F8-A468-ECF0A86ECDAC}" srcOrd="1" destOrd="0" presId="urn:microsoft.com/office/officeart/2005/8/layout/orgChart1"/>
    <dgm:cxn modelId="{4534DBB5-A8A5-4A53-A78D-3C219899BA73}" type="presParOf" srcId="{2ACAF16C-6A6F-414B-B0AF-0F7983A97905}" destId="{7F63EEE5-5EFC-4902-8298-5F0BA53A80D7}" srcOrd="1" destOrd="0" presId="urn:microsoft.com/office/officeart/2005/8/layout/orgChart1"/>
    <dgm:cxn modelId="{F040BA75-E35C-43F2-BCE5-F1519904C24B}" type="presParOf" srcId="{2ACAF16C-6A6F-414B-B0AF-0F7983A97905}" destId="{7C8D9B82-E8C5-45C6-8FFB-C514CBA41864}" srcOrd="2" destOrd="0" presId="urn:microsoft.com/office/officeart/2005/8/layout/orgChart1"/>
    <dgm:cxn modelId="{88FB2B40-F1B4-48BC-8312-8D13DECA0B2F}" type="presParOf" srcId="{A8ECE3B0-36B7-4CB4-9D89-450110D1207D}" destId="{C3760CD6-67FB-48DA-86FF-BFC71E5B5FD3}" srcOrd="2" destOrd="0" presId="urn:microsoft.com/office/officeart/2005/8/layout/orgChart1"/>
    <dgm:cxn modelId="{E69E5EEE-B223-4F8E-8632-237AF3D590DE}" type="presParOf" srcId="{8A194C24-F484-4134-8295-75022E0D0A32}" destId="{05B61084-A1CE-4953-B9F2-65F91E25B51D}" srcOrd="8" destOrd="0" presId="urn:microsoft.com/office/officeart/2005/8/layout/orgChart1"/>
    <dgm:cxn modelId="{C5923060-9E90-4B69-A706-43EF99103365}" type="presParOf" srcId="{8A194C24-F484-4134-8295-75022E0D0A32}" destId="{659517A3-2EEA-4098-B5EE-C768939AF172}" srcOrd="9" destOrd="0" presId="urn:microsoft.com/office/officeart/2005/8/layout/orgChart1"/>
    <dgm:cxn modelId="{21B3BD58-69B6-4890-B071-BF77F3FB40DA}" type="presParOf" srcId="{659517A3-2EEA-4098-B5EE-C768939AF172}" destId="{A5A86116-962B-4712-BAB3-F7A019FAC3B8}" srcOrd="0" destOrd="0" presId="urn:microsoft.com/office/officeart/2005/8/layout/orgChart1"/>
    <dgm:cxn modelId="{CC33D629-D0D3-4C4C-81AC-D70922519EF4}" type="presParOf" srcId="{A5A86116-962B-4712-BAB3-F7A019FAC3B8}" destId="{6B4615F5-91CA-4B4C-B401-5BD37C002D10}" srcOrd="0" destOrd="0" presId="urn:microsoft.com/office/officeart/2005/8/layout/orgChart1"/>
    <dgm:cxn modelId="{A25FA653-B8F9-4B4D-AB80-B3D6EC906D20}" type="presParOf" srcId="{A5A86116-962B-4712-BAB3-F7A019FAC3B8}" destId="{DC90AABE-29E7-4D8E-944C-0B88EA9DE2F1}" srcOrd="1" destOrd="0" presId="urn:microsoft.com/office/officeart/2005/8/layout/orgChart1"/>
    <dgm:cxn modelId="{7D8836C7-8A08-4508-A054-3EB84503386C}" type="presParOf" srcId="{659517A3-2EEA-4098-B5EE-C768939AF172}" destId="{F6EF53B8-0447-4814-A46D-65826C3D31DF}" srcOrd="1" destOrd="0" presId="urn:microsoft.com/office/officeart/2005/8/layout/orgChart1"/>
    <dgm:cxn modelId="{5D0B6A14-1CD6-4B12-9C20-2B48795126C0}" type="presParOf" srcId="{F6EF53B8-0447-4814-A46D-65826C3D31DF}" destId="{EE8ED8CD-82B5-4A7D-A6EF-565DE27DB426}" srcOrd="0" destOrd="0" presId="urn:microsoft.com/office/officeart/2005/8/layout/orgChart1"/>
    <dgm:cxn modelId="{24B11D7C-C1CC-49DC-BFEB-689558DF176B}" type="presParOf" srcId="{F6EF53B8-0447-4814-A46D-65826C3D31DF}" destId="{2D8DE56E-12C4-4463-8D82-E849D001956D}" srcOrd="1" destOrd="0" presId="urn:microsoft.com/office/officeart/2005/8/layout/orgChart1"/>
    <dgm:cxn modelId="{7BE4C53B-3C7C-407F-84B8-ADDD1E353C97}" type="presParOf" srcId="{2D8DE56E-12C4-4463-8D82-E849D001956D}" destId="{D04DD413-BE82-4066-BE2D-D1648EB8C1A6}" srcOrd="0" destOrd="0" presId="urn:microsoft.com/office/officeart/2005/8/layout/orgChart1"/>
    <dgm:cxn modelId="{A75C96BF-29E1-4FCA-9512-DB62AE5655CE}" type="presParOf" srcId="{D04DD413-BE82-4066-BE2D-D1648EB8C1A6}" destId="{8A788ABC-87C5-4F07-A25E-31F4AD9AD5CC}" srcOrd="0" destOrd="0" presId="urn:microsoft.com/office/officeart/2005/8/layout/orgChart1"/>
    <dgm:cxn modelId="{8F013DB2-130A-41C5-9E2D-BC98A040A390}" type="presParOf" srcId="{D04DD413-BE82-4066-BE2D-D1648EB8C1A6}" destId="{ED7990A3-9F87-4061-A62E-4270EC0ED2E2}" srcOrd="1" destOrd="0" presId="urn:microsoft.com/office/officeart/2005/8/layout/orgChart1"/>
    <dgm:cxn modelId="{10F750E4-8F84-4352-84DB-353BBA02E937}" type="presParOf" srcId="{2D8DE56E-12C4-4463-8D82-E849D001956D}" destId="{D46015B3-50B4-4F3E-B838-6BB25DBED6F1}" srcOrd="1" destOrd="0" presId="urn:microsoft.com/office/officeart/2005/8/layout/orgChart1"/>
    <dgm:cxn modelId="{338EB817-77C7-4F4A-BF7F-31CFB3C6B519}" type="presParOf" srcId="{2D8DE56E-12C4-4463-8D82-E849D001956D}" destId="{3F760310-87AA-4C17-A127-89A330776EF8}" srcOrd="2" destOrd="0" presId="urn:microsoft.com/office/officeart/2005/8/layout/orgChart1"/>
    <dgm:cxn modelId="{4AC4D513-EEB9-4859-B734-11B9FBFCD50D}" type="presParOf" srcId="{659517A3-2EEA-4098-B5EE-C768939AF172}" destId="{0B5486C7-F714-4D18-A684-7C31B84D82E1}" srcOrd="2" destOrd="0" presId="urn:microsoft.com/office/officeart/2005/8/layout/orgChart1"/>
    <dgm:cxn modelId="{0C977FB7-7B2B-4FB6-8043-8EB9CFBC34F7}" type="presParOf" srcId="{8A194C24-F484-4134-8295-75022E0D0A32}" destId="{09E77683-87ED-49D6-951F-DA0C7A83B0B6}" srcOrd="10" destOrd="0" presId="urn:microsoft.com/office/officeart/2005/8/layout/orgChart1"/>
    <dgm:cxn modelId="{326B5165-D181-42E5-8C9A-7A20DD545B92}" type="presParOf" srcId="{8A194C24-F484-4134-8295-75022E0D0A32}" destId="{0912E369-C378-43E0-BC19-5422D4E2BC0B}" srcOrd="11" destOrd="0" presId="urn:microsoft.com/office/officeart/2005/8/layout/orgChart1"/>
    <dgm:cxn modelId="{CDDC9AD5-7F36-4976-A83B-21E83E8E5982}" type="presParOf" srcId="{0912E369-C378-43E0-BC19-5422D4E2BC0B}" destId="{D965AE38-340B-4CB5-8D86-08478217641A}" srcOrd="0" destOrd="0" presId="urn:microsoft.com/office/officeart/2005/8/layout/orgChart1"/>
    <dgm:cxn modelId="{6D2C8574-40FF-4A57-8422-4AFAA42ADE0C}" type="presParOf" srcId="{D965AE38-340B-4CB5-8D86-08478217641A}" destId="{11AF5A4A-F22E-4A3F-93A5-700738BB5DBE}" srcOrd="0" destOrd="0" presId="urn:microsoft.com/office/officeart/2005/8/layout/orgChart1"/>
    <dgm:cxn modelId="{C5349B0E-C22B-4059-87A3-EBC8F3695712}" type="presParOf" srcId="{D965AE38-340B-4CB5-8D86-08478217641A}" destId="{FF3A924C-2F51-4FB0-A53D-70B7B4A66985}" srcOrd="1" destOrd="0" presId="urn:microsoft.com/office/officeart/2005/8/layout/orgChart1"/>
    <dgm:cxn modelId="{0279DFE3-E674-40BD-B33E-5DA6375359F7}" type="presParOf" srcId="{0912E369-C378-43E0-BC19-5422D4E2BC0B}" destId="{A463B55A-9A30-42C3-B847-CE625E484128}" srcOrd="1" destOrd="0" presId="urn:microsoft.com/office/officeart/2005/8/layout/orgChart1"/>
    <dgm:cxn modelId="{9E0E921A-66B0-4352-ACCE-85158D1B24EE}" type="presParOf" srcId="{A463B55A-9A30-42C3-B847-CE625E484128}" destId="{77AFE76D-DF6B-4E9F-B60E-2CA25F215FBD}" srcOrd="0" destOrd="0" presId="urn:microsoft.com/office/officeart/2005/8/layout/orgChart1"/>
    <dgm:cxn modelId="{1A8C1076-0EA2-4A1A-A8CF-CCF84101176C}" type="presParOf" srcId="{A463B55A-9A30-42C3-B847-CE625E484128}" destId="{C887ACC0-98CF-4668-B3F3-0E473EECA217}" srcOrd="1" destOrd="0" presId="urn:microsoft.com/office/officeart/2005/8/layout/orgChart1"/>
    <dgm:cxn modelId="{5D211974-1715-43A6-99CA-B9EE41587131}" type="presParOf" srcId="{C887ACC0-98CF-4668-B3F3-0E473EECA217}" destId="{CF43FDCA-3582-40CD-8B6F-91A0B4F8E83E}" srcOrd="0" destOrd="0" presId="urn:microsoft.com/office/officeart/2005/8/layout/orgChart1"/>
    <dgm:cxn modelId="{2862CF68-D038-4B72-A782-A8E63962F457}" type="presParOf" srcId="{CF43FDCA-3582-40CD-8B6F-91A0B4F8E83E}" destId="{79287485-CBB9-4D7D-BC23-E8CB9CD6DE24}" srcOrd="0" destOrd="0" presId="urn:microsoft.com/office/officeart/2005/8/layout/orgChart1"/>
    <dgm:cxn modelId="{0C33DA5F-E567-4697-85F5-F5DF9845373B}" type="presParOf" srcId="{CF43FDCA-3582-40CD-8B6F-91A0B4F8E83E}" destId="{87EBFFCC-C21B-4A5E-807C-EC05FEF85C66}" srcOrd="1" destOrd="0" presId="urn:microsoft.com/office/officeart/2005/8/layout/orgChart1"/>
    <dgm:cxn modelId="{FE6D218B-60B3-4333-9569-757E74A530E7}" type="presParOf" srcId="{C887ACC0-98CF-4668-B3F3-0E473EECA217}" destId="{99C17029-A4D0-4459-8394-A83FE5F3CB2B}" srcOrd="1" destOrd="0" presId="urn:microsoft.com/office/officeart/2005/8/layout/orgChart1"/>
    <dgm:cxn modelId="{71FE8DC1-00E3-4073-BCF2-E7EF518D7035}" type="presParOf" srcId="{C887ACC0-98CF-4668-B3F3-0E473EECA217}" destId="{BA229A06-D725-461B-AF70-0D4C7D8B26B7}" srcOrd="2" destOrd="0" presId="urn:microsoft.com/office/officeart/2005/8/layout/orgChart1"/>
    <dgm:cxn modelId="{3D58D2ED-7313-4C52-B878-94FC9F593058}" type="presParOf" srcId="{0912E369-C378-43E0-BC19-5422D4E2BC0B}" destId="{BAA45439-E9EB-4EF1-98D7-985BD5B76C91}" srcOrd="2" destOrd="0" presId="urn:microsoft.com/office/officeart/2005/8/layout/orgChart1"/>
    <dgm:cxn modelId="{B0064D25-2B13-4F51-A07E-52602BD7732E}" type="presParOf" srcId="{8A194C24-F484-4134-8295-75022E0D0A32}" destId="{4BE4591F-F6AA-4B83-B54F-DAEC41FB3F18}" srcOrd="12" destOrd="0" presId="urn:microsoft.com/office/officeart/2005/8/layout/orgChart1"/>
    <dgm:cxn modelId="{2D5E868D-2CBF-4BC7-8C64-EA1D72E09106}" type="presParOf" srcId="{8A194C24-F484-4134-8295-75022E0D0A32}" destId="{33FB6FE3-CCC2-4853-926C-9C919D953338}" srcOrd="13" destOrd="0" presId="urn:microsoft.com/office/officeart/2005/8/layout/orgChart1"/>
    <dgm:cxn modelId="{21648324-7D98-4297-934B-D945E40418B3}" type="presParOf" srcId="{33FB6FE3-CCC2-4853-926C-9C919D953338}" destId="{65822FD3-54AB-4E5B-8E90-3BD71B9180D0}" srcOrd="0" destOrd="0" presId="urn:microsoft.com/office/officeart/2005/8/layout/orgChart1"/>
    <dgm:cxn modelId="{B3D95E2F-5BD8-4327-A8F6-0A57E9CDADD5}" type="presParOf" srcId="{65822FD3-54AB-4E5B-8E90-3BD71B9180D0}" destId="{F7603CCB-1408-4FB1-A57E-56B081E0BAB9}" srcOrd="0" destOrd="0" presId="urn:microsoft.com/office/officeart/2005/8/layout/orgChart1"/>
    <dgm:cxn modelId="{9020CA4E-2A71-479C-BF2A-BB2BC648777C}" type="presParOf" srcId="{65822FD3-54AB-4E5B-8E90-3BD71B9180D0}" destId="{03F7E33B-A8E8-4D92-B570-972972E7841B}" srcOrd="1" destOrd="0" presId="urn:microsoft.com/office/officeart/2005/8/layout/orgChart1"/>
    <dgm:cxn modelId="{F076DCDD-35A8-4AFE-BD26-0954A053ED52}" type="presParOf" srcId="{33FB6FE3-CCC2-4853-926C-9C919D953338}" destId="{330A8914-FFE6-4C06-A994-11D62568BB4E}" srcOrd="1" destOrd="0" presId="urn:microsoft.com/office/officeart/2005/8/layout/orgChart1"/>
    <dgm:cxn modelId="{8EE02332-C498-4BB3-849A-6C6C5DDCC326}" type="presParOf" srcId="{330A8914-FFE6-4C06-A994-11D62568BB4E}" destId="{08B388CC-81E6-4AFC-A2EA-EA3FE106C6AF}" srcOrd="0" destOrd="0" presId="urn:microsoft.com/office/officeart/2005/8/layout/orgChart1"/>
    <dgm:cxn modelId="{CA4E05BD-A1A2-495B-91A7-9AF184181090}" type="presParOf" srcId="{330A8914-FFE6-4C06-A994-11D62568BB4E}" destId="{59C1AAE8-5604-4B2E-9BED-81615F624CB8}" srcOrd="1" destOrd="0" presId="urn:microsoft.com/office/officeart/2005/8/layout/orgChart1"/>
    <dgm:cxn modelId="{F82F3B0F-FFE5-4BA6-B6BB-EA91106C82D8}" type="presParOf" srcId="{59C1AAE8-5604-4B2E-9BED-81615F624CB8}" destId="{D0AC6CB6-ABDE-4FE0-B9D4-CCCDF0C36D24}" srcOrd="0" destOrd="0" presId="urn:microsoft.com/office/officeart/2005/8/layout/orgChart1"/>
    <dgm:cxn modelId="{A5AD08B9-D924-4E81-9B59-9C5658FA8E62}" type="presParOf" srcId="{D0AC6CB6-ABDE-4FE0-B9D4-CCCDF0C36D24}" destId="{065E326C-8EF8-4EBB-928D-33FC1077E4AC}" srcOrd="0" destOrd="0" presId="urn:microsoft.com/office/officeart/2005/8/layout/orgChart1"/>
    <dgm:cxn modelId="{BDFAD1A6-135F-4D5D-A05C-557FD0643911}" type="presParOf" srcId="{D0AC6CB6-ABDE-4FE0-B9D4-CCCDF0C36D24}" destId="{22652D7B-578E-43D3-A4C5-EE9B0F8BED95}" srcOrd="1" destOrd="0" presId="urn:microsoft.com/office/officeart/2005/8/layout/orgChart1"/>
    <dgm:cxn modelId="{A5A23FC0-1C0E-4DA4-8851-2A75F82CDC8B}" type="presParOf" srcId="{59C1AAE8-5604-4B2E-9BED-81615F624CB8}" destId="{29216E90-E7E2-46E4-B090-CD23B73E0C63}" srcOrd="1" destOrd="0" presId="urn:microsoft.com/office/officeart/2005/8/layout/orgChart1"/>
    <dgm:cxn modelId="{0A2A2487-4EE6-46C1-8DA8-6EB72E7876BB}" type="presParOf" srcId="{59C1AAE8-5604-4B2E-9BED-81615F624CB8}" destId="{B4B4B3D7-03D6-45D6-B068-25A5D8AD2303}" srcOrd="2" destOrd="0" presId="urn:microsoft.com/office/officeart/2005/8/layout/orgChart1"/>
    <dgm:cxn modelId="{51621408-7A4C-4E27-93B5-B0FFBBFB5298}" type="presParOf" srcId="{33FB6FE3-CCC2-4853-926C-9C919D953338}" destId="{708F186F-E091-4E83-91EE-E717AFE4376B}" srcOrd="2" destOrd="0" presId="urn:microsoft.com/office/officeart/2005/8/layout/orgChart1"/>
    <dgm:cxn modelId="{49D7E085-8D9E-4ADF-BFF7-9D53D86351B4}" type="presParOf" srcId="{8A194C24-F484-4134-8295-75022E0D0A32}" destId="{D18D8A00-E29A-4300-9F99-F736C5FA910A}" srcOrd="14" destOrd="0" presId="urn:microsoft.com/office/officeart/2005/8/layout/orgChart1"/>
    <dgm:cxn modelId="{97C8A254-56D1-451C-840D-7FD08914C72C}" type="presParOf" srcId="{8A194C24-F484-4134-8295-75022E0D0A32}" destId="{52A4CE61-2D66-452B-A39A-DB2E604208B4}" srcOrd="15" destOrd="0" presId="urn:microsoft.com/office/officeart/2005/8/layout/orgChart1"/>
    <dgm:cxn modelId="{C928CF02-C6FC-4D40-BCAA-A4A175329A71}" type="presParOf" srcId="{52A4CE61-2D66-452B-A39A-DB2E604208B4}" destId="{60666653-A32D-4CD9-AEC3-A4117FB117FA}" srcOrd="0" destOrd="0" presId="urn:microsoft.com/office/officeart/2005/8/layout/orgChart1"/>
    <dgm:cxn modelId="{EAFA1151-3B7C-4E1F-8F98-24A4C160A170}" type="presParOf" srcId="{60666653-A32D-4CD9-AEC3-A4117FB117FA}" destId="{2E174B46-3B76-4162-8031-68311D89D501}" srcOrd="0" destOrd="0" presId="urn:microsoft.com/office/officeart/2005/8/layout/orgChart1"/>
    <dgm:cxn modelId="{0CD7379C-9D6B-4E31-AC2B-7E0FF44FFC4A}" type="presParOf" srcId="{60666653-A32D-4CD9-AEC3-A4117FB117FA}" destId="{E96AA65F-2302-40B6-99D6-7629AA63B0D3}" srcOrd="1" destOrd="0" presId="urn:microsoft.com/office/officeart/2005/8/layout/orgChart1"/>
    <dgm:cxn modelId="{0C0DE5AD-D011-4443-B534-4A409E1AB810}" type="presParOf" srcId="{52A4CE61-2D66-452B-A39A-DB2E604208B4}" destId="{EA99D0B1-2519-4BCD-8F36-74371AE1520F}" srcOrd="1" destOrd="0" presId="urn:microsoft.com/office/officeart/2005/8/layout/orgChart1"/>
    <dgm:cxn modelId="{CC3AB5CD-A603-47EC-8B4C-B12040BA8D9F}" type="presParOf" srcId="{EA99D0B1-2519-4BCD-8F36-74371AE1520F}" destId="{BC9F2497-A685-44D9-B062-71C877C8767C}" srcOrd="0" destOrd="0" presId="urn:microsoft.com/office/officeart/2005/8/layout/orgChart1"/>
    <dgm:cxn modelId="{4CEC2CC7-6BD1-405F-A967-83F8539BEB7D}" type="presParOf" srcId="{EA99D0B1-2519-4BCD-8F36-74371AE1520F}" destId="{F707C3F7-D58D-4281-B2B7-4255F34BFD2D}" srcOrd="1" destOrd="0" presId="urn:microsoft.com/office/officeart/2005/8/layout/orgChart1"/>
    <dgm:cxn modelId="{318492C7-A3E0-4B97-B804-FED4B6CBD31E}" type="presParOf" srcId="{F707C3F7-D58D-4281-B2B7-4255F34BFD2D}" destId="{CC12E9B3-E6AC-4643-97D8-998139DE2327}" srcOrd="0" destOrd="0" presId="urn:microsoft.com/office/officeart/2005/8/layout/orgChart1"/>
    <dgm:cxn modelId="{BB46D111-4F81-4A4F-8531-813221795DBE}" type="presParOf" srcId="{CC12E9B3-E6AC-4643-97D8-998139DE2327}" destId="{9354799E-3C39-440A-A073-F2B3CE5A5685}" srcOrd="0" destOrd="0" presId="urn:microsoft.com/office/officeart/2005/8/layout/orgChart1"/>
    <dgm:cxn modelId="{EA7C160D-EDD0-4B08-986C-3C1AC801A15B}" type="presParOf" srcId="{CC12E9B3-E6AC-4643-97D8-998139DE2327}" destId="{D75F3F5F-13F6-4653-AB84-484F50D557A6}" srcOrd="1" destOrd="0" presId="urn:microsoft.com/office/officeart/2005/8/layout/orgChart1"/>
    <dgm:cxn modelId="{EF453C2A-4919-4F24-BF9C-B78C0E472010}" type="presParOf" srcId="{F707C3F7-D58D-4281-B2B7-4255F34BFD2D}" destId="{BD8C6FEE-D7B9-469D-93E7-0EFFF091AEEA}" srcOrd="1" destOrd="0" presId="urn:microsoft.com/office/officeart/2005/8/layout/orgChart1"/>
    <dgm:cxn modelId="{2880DD5C-0FC9-470C-B6C2-3DF2FA8F42AE}" type="presParOf" srcId="{F707C3F7-D58D-4281-B2B7-4255F34BFD2D}" destId="{1B76414E-CD55-499B-9E2D-0A3B2223D3FE}" srcOrd="2" destOrd="0" presId="urn:microsoft.com/office/officeart/2005/8/layout/orgChart1"/>
    <dgm:cxn modelId="{F371C30D-F286-4BDB-BC97-14F41D9F0E97}" type="presParOf" srcId="{52A4CE61-2D66-452B-A39A-DB2E604208B4}" destId="{AC901F4C-5DEB-4E21-97A4-09EFC1C499CD}" srcOrd="2" destOrd="0" presId="urn:microsoft.com/office/officeart/2005/8/layout/orgChart1"/>
    <dgm:cxn modelId="{C1416155-54A0-4AB0-9675-1C802AE1BD86}" type="presParOf" srcId="{82D9FBD3-C702-4AF7-8444-2E1EC91F6BCE}" destId="{B643E88E-01FE-47D7-8463-101C3DBF154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751803-2CBA-4CFF-B941-192D9F392C3D}">
      <dsp:nvSpPr>
        <dsp:cNvPr id="0" name=""/>
        <dsp:cNvSpPr/>
      </dsp:nvSpPr>
      <dsp:spPr>
        <a:xfrm>
          <a:off x="5539328" y="1018929"/>
          <a:ext cx="4954121" cy="245658"/>
        </a:xfrm>
        <a:custGeom>
          <a:avLst/>
          <a:gdLst/>
          <a:ahLst/>
          <a:cxnLst/>
          <a:rect l="0" t="0" r="0" b="0"/>
          <a:pathLst>
            <a:path>
              <a:moveTo>
                <a:pt x="0" y="0"/>
              </a:moveTo>
              <a:lnTo>
                <a:pt x="0" y="97017"/>
              </a:lnTo>
              <a:lnTo>
                <a:pt x="3354027" y="97017"/>
              </a:lnTo>
              <a:lnTo>
                <a:pt x="3354027" y="194034"/>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FEEFEF86-D4ED-430D-8842-3D8F14FA1863}">
      <dsp:nvSpPr>
        <dsp:cNvPr id="0" name=""/>
        <dsp:cNvSpPr/>
      </dsp:nvSpPr>
      <dsp:spPr>
        <a:xfrm>
          <a:off x="5539328" y="1018929"/>
          <a:ext cx="3538658" cy="245658"/>
        </a:xfrm>
        <a:custGeom>
          <a:avLst/>
          <a:gdLst/>
          <a:ahLst/>
          <a:cxnLst/>
          <a:rect l="0" t="0" r="0" b="0"/>
          <a:pathLst>
            <a:path>
              <a:moveTo>
                <a:pt x="0" y="0"/>
              </a:moveTo>
              <a:lnTo>
                <a:pt x="0" y="97017"/>
              </a:lnTo>
              <a:lnTo>
                <a:pt x="2236018" y="97017"/>
              </a:lnTo>
              <a:lnTo>
                <a:pt x="2236018" y="194034"/>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06491772-E981-49C7-9054-6FCC54BF6275}">
      <dsp:nvSpPr>
        <dsp:cNvPr id="0" name=""/>
        <dsp:cNvSpPr/>
      </dsp:nvSpPr>
      <dsp:spPr>
        <a:xfrm>
          <a:off x="5539328" y="1018929"/>
          <a:ext cx="2123195" cy="245658"/>
        </a:xfrm>
        <a:custGeom>
          <a:avLst/>
          <a:gdLst/>
          <a:ahLst/>
          <a:cxnLst/>
          <a:rect l="0" t="0" r="0" b="0"/>
          <a:pathLst>
            <a:path>
              <a:moveTo>
                <a:pt x="0" y="0"/>
              </a:moveTo>
              <a:lnTo>
                <a:pt x="0" y="97017"/>
              </a:lnTo>
              <a:lnTo>
                <a:pt x="1118009" y="97017"/>
              </a:lnTo>
              <a:lnTo>
                <a:pt x="1118009" y="194034"/>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987F917F-F07D-4A30-B9AF-0A02BAC9C270}">
      <dsp:nvSpPr>
        <dsp:cNvPr id="0" name=""/>
        <dsp:cNvSpPr/>
      </dsp:nvSpPr>
      <dsp:spPr>
        <a:xfrm>
          <a:off x="5539328" y="1018929"/>
          <a:ext cx="707731" cy="245658"/>
        </a:xfrm>
        <a:custGeom>
          <a:avLst/>
          <a:gdLst/>
          <a:ahLst/>
          <a:cxnLst/>
          <a:rect l="0" t="0" r="0" b="0"/>
          <a:pathLst>
            <a:path>
              <a:moveTo>
                <a:pt x="45720" y="0"/>
              </a:moveTo>
              <a:lnTo>
                <a:pt x="45720" y="194034"/>
              </a:lnTo>
            </a:path>
          </a:pathLst>
        </a:custGeom>
        <a:noFill/>
        <a:ln w="12700" cap="flat" cmpd="sng" algn="ctr">
          <a:solidFill>
            <a:srgbClr val="4472C4">
              <a:shade val="6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A82BA522-B574-4799-A785-E84F40353554}">
      <dsp:nvSpPr>
        <dsp:cNvPr id="0" name=""/>
        <dsp:cNvSpPr/>
      </dsp:nvSpPr>
      <dsp:spPr>
        <a:xfrm>
          <a:off x="4363674" y="1849490"/>
          <a:ext cx="175470" cy="2199232"/>
        </a:xfrm>
        <a:custGeom>
          <a:avLst/>
          <a:gdLst/>
          <a:ahLst/>
          <a:cxnLst/>
          <a:rect l="0" t="0" r="0" b="0"/>
          <a:pathLst>
            <a:path>
              <a:moveTo>
                <a:pt x="0" y="0"/>
              </a:moveTo>
              <a:lnTo>
                <a:pt x="0" y="1737072"/>
              </a:lnTo>
              <a:lnTo>
                <a:pt x="138596" y="173707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00CB1A53-0AC3-4DB1-8791-0513067BF1AB}">
      <dsp:nvSpPr>
        <dsp:cNvPr id="0" name=""/>
        <dsp:cNvSpPr/>
      </dsp:nvSpPr>
      <dsp:spPr>
        <a:xfrm>
          <a:off x="4363674" y="1849490"/>
          <a:ext cx="175470" cy="1368671"/>
        </a:xfrm>
        <a:custGeom>
          <a:avLst/>
          <a:gdLst/>
          <a:ahLst/>
          <a:cxnLst/>
          <a:rect l="0" t="0" r="0" b="0"/>
          <a:pathLst>
            <a:path>
              <a:moveTo>
                <a:pt x="0" y="0"/>
              </a:moveTo>
              <a:lnTo>
                <a:pt x="0" y="1081050"/>
              </a:lnTo>
              <a:lnTo>
                <a:pt x="138596" y="1081050"/>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2949296A-B5C9-43D1-9C28-96220598E1BB}">
      <dsp:nvSpPr>
        <dsp:cNvPr id="0" name=""/>
        <dsp:cNvSpPr/>
      </dsp:nvSpPr>
      <dsp:spPr>
        <a:xfrm>
          <a:off x="4363674" y="1849490"/>
          <a:ext cx="175470" cy="538110"/>
        </a:xfrm>
        <a:custGeom>
          <a:avLst/>
          <a:gdLst/>
          <a:ahLst/>
          <a:cxnLst/>
          <a:rect l="0" t="0" r="0" b="0"/>
          <a:pathLst>
            <a:path>
              <a:moveTo>
                <a:pt x="0" y="0"/>
              </a:moveTo>
              <a:lnTo>
                <a:pt x="0" y="425028"/>
              </a:lnTo>
              <a:lnTo>
                <a:pt x="138596" y="425028"/>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95D64EDE-FE20-4809-BD2C-1D0F03728DA0}">
      <dsp:nvSpPr>
        <dsp:cNvPr id="0" name=""/>
        <dsp:cNvSpPr/>
      </dsp:nvSpPr>
      <dsp:spPr>
        <a:xfrm>
          <a:off x="4831596" y="1018929"/>
          <a:ext cx="707731" cy="245658"/>
        </a:xfrm>
        <a:custGeom>
          <a:avLst/>
          <a:gdLst/>
          <a:ahLst/>
          <a:cxnLst/>
          <a:rect l="0" t="0" r="0" b="0"/>
          <a:pathLst>
            <a:path>
              <a:moveTo>
                <a:pt x="2236018" y="0"/>
              </a:moveTo>
              <a:lnTo>
                <a:pt x="2236018" y="97017"/>
              </a:lnTo>
              <a:lnTo>
                <a:pt x="0" y="97017"/>
              </a:lnTo>
              <a:lnTo>
                <a:pt x="0" y="194034"/>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C2780276-9DFB-4981-AA61-E647C790244A}">
      <dsp:nvSpPr>
        <dsp:cNvPr id="0" name=""/>
        <dsp:cNvSpPr/>
      </dsp:nvSpPr>
      <dsp:spPr>
        <a:xfrm>
          <a:off x="3416133" y="1018929"/>
          <a:ext cx="2123195" cy="245658"/>
        </a:xfrm>
        <a:custGeom>
          <a:avLst/>
          <a:gdLst/>
          <a:ahLst/>
          <a:cxnLst/>
          <a:rect l="0" t="0" r="0" b="0"/>
          <a:pathLst>
            <a:path>
              <a:moveTo>
                <a:pt x="3354027" y="0"/>
              </a:moveTo>
              <a:lnTo>
                <a:pt x="3354027" y="97017"/>
              </a:lnTo>
              <a:lnTo>
                <a:pt x="0" y="97017"/>
              </a:lnTo>
              <a:lnTo>
                <a:pt x="0" y="194034"/>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2CA5C95D-8F65-484F-B4B9-DBED430675A5}">
      <dsp:nvSpPr>
        <dsp:cNvPr id="0" name=""/>
        <dsp:cNvSpPr/>
      </dsp:nvSpPr>
      <dsp:spPr>
        <a:xfrm>
          <a:off x="1954949" y="1849490"/>
          <a:ext cx="91440" cy="245658"/>
        </a:xfrm>
        <a:custGeom>
          <a:avLst/>
          <a:gdLst/>
          <a:ahLst/>
          <a:cxnLst/>
          <a:rect l="0" t="0" r="0" b="0"/>
          <a:pathLst>
            <a:path>
              <a:moveTo>
                <a:pt x="0" y="0"/>
              </a:moveTo>
              <a:lnTo>
                <a:pt x="0" y="425028"/>
              </a:lnTo>
              <a:lnTo>
                <a:pt x="138596" y="425028"/>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5E588833-E9AD-4EAC-A014-E1729A28B184}">
      <dsp:nvSpPr>
        <dsp:cNvPr id="0" name=""/>
        <dsp:cNvSpPr/>
      </dsp:nvSpPr>
      <dsp:spPr>
        <a:xfrm>
          <a:off x="2000669" y="1018929"/>
          <a:ext cx="3538658" cy="245658"/>
        </a:xfrm>
        <a:custGeom>
          <a:avLst/>
          <a:gdLst/>
          <a:ahLst/>
          <a:cxnLst/>
          <a:rect l="0" t="0" r="0" b="0"/>
          <a:pathLst>
            <a:path>
              <a:moveTo>
                <a:pt x="4472037" y="0"/>
              </a:moveTo>
              <a:lnTo>
                <a:pt x="4472037" y="97017"/>
              </a:lnTo>
              <a:lnTo>
                <a:pt x="0" y="97017"/>
              </a:lnTo>
              <a:lnTo>
                <a:pt x="0" y="194034"/>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689E98E5-2C5B-4F6E-9A41-A33417AD926F}">
      <dsp:nvSpPr>
        <dsp:cNvPr id="0" name=""/>
        <dsp:cNvSpPr/>
      </dsp:nvSpPr>
      <dsp:spPr>
        <a:xfrm>
          <a:off x="585206" y="1018929"/>
          <a:ext cx="4954121" cy="245658"/>
        </a:xfrm>
        <a:custGeom>
          <a:avLst/>
          <a:gdLst/>
          <a:ahLst/>
          <a:cxnLst/>
          <a:rect l="0" t="0" r="0" b="0"/>
          <a:pathLst>
            <a:path>
              <a:moveTo>
                <a:pt x="5590046" y="0"/>
              </a:moveTo>
              <a:lnTo>
                <a:pt x="5590046" y="97017"/>
              </a:lnTo>
              <a:lnTo>
                <a:pt x="0" y="97017"/>
              </a:lnTo>
              <a:lnTo>
                <a:pt x="0" y="194034"/>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7F7EC6A5-A033-4FAD-A364-9C5C641C0E4C}">
      <dsp:nvSpPr>
        <dsp:cNvPr id="0" name=""/>
        <dsp:cNvSpPr/>
      </dsp:nvSpPr>
      <dsp:spPr>
        <a:xfrm>
          <a:off x="4954426" y="434027"/>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Head of BU</a:t>
          </a:r>
        </a:p>
      </dsp:txBody>
      <dsp:txXfrm>
        <a:off x="4954426" y="434027"/>
        <a:ext cx="1169804" cy="584902"/>
      </dsp:txXfrm>
    </dsp:sp>
    <dsp:sp modelId="{74F378B5-1FBE-4FF1-9DE5-FD86453EA15D}">
      <dsp:nvSpPr>
        <dsp:cNvPr id="0" name=""/>
        <dsp:cNvSpPr/>
      </dsp:nvSpPr>
      <dsp:spPr>
        <a:xfrm>
          <a:off x="304" y="1264588"/>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VP CFO</a:t>
          </a:r>
        </a:p>
      </dsp:txBody>
      <dsp:txXfrm>
        <a:off x="304" y="1264588"/>
        <a:ext cx="1169804" cy="584902"/>
      </dsp:txXfrm>
    </dsp:sp>
    <dsp:sp modelId="{66174F84-0F7C-4B48-8299-515485997EFA}">
      <dsp:nvSpPr>
        <dsp:cNvPr id="0" name=""/>
        <dsp:cNvSpPr/>
      </dsp:nvSpPr>
      <dsp:spPr>
        <a:xfrm>
          <a:off x="1415767" y="1264588"/>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VP Sales</a:t>
          </a:r>
        </a:p>
      </dsp:txBody>
      <dsp:txXfrm>
        <a:off x="1415767" y="1264588"/>
        <a:ext cx="1169804" cy="584902"/>
      </dsp:txXfrm>
    </dsp:sp>
    <dsp:sp modelId="{E05E95A7-87CA-4652-BAB3-5F66A21A724F}">
      <dsp:nvSpPr>
        <dsp:cNvPr id="0" name=""/>
        <dsp:cNvSpPr/>
      </dsp:nvSpPr>
      <dsp:spPr>
        <a:xfrm>
          <a:off x="1415767" y="2095149"/>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Sr. Dir. C&amp;P</a:t>
          </a:r>
        </a:p>
      </dsp:txBody>
      <dsp:txXfrm>
        <a:off x="1415767" y="2095149"/>
        <a:ext cx="1169804" cy="584902"/>
      </dsp:txXfrm>
    </dsp:sp>
    <dsp:sp modelId="{70E366FE-10AA-4F61-A0EB-0CDF93C1C001}">
      <dsp:nvSpPr>
        <dsp:cNvPr id="0" name=""/>
        <dsp:cNvSpPr/>
      </dsp:nvSpPr>
      <dsp:spPr>
        <a:xfrm>
          <a:off x="2831231" y="1264588"/>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VP HR</a:t>
          </a:r>
        </a:p>
      </dsp:txBody>
      <dsp:txXfrm>
        <a:off x="2831231" y="1264588"/>
        <a:ext cx="1169804" cy="584902"/>
      </dsp:txXfrm>
    </dsp:sp>
    <dsp:sp modelId="{7E1B6050-4D69-425B-AFD1-B9A5C14767BD}">
      <dsp:nvSpPr>
        <dsp:cNvPr id="0" name=""/>
        <dsp:cNvSpPr/>
      </dsp:nvSpPr>
      <dsp:spPr>
        <a:xfrm>
          <a:off x="4246694" y="1264588"/>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SVP, Category 1</a:t>
          </a:r>
        </a:p>
      </dsp:txBody>
      <dsp:txXfrm>
        <a:off x="4246694" y="1264588"/>
        <a:ext cx="1169804" cy="584902"/>
      </dsp:txXfrm>
    </dsp:sp>
    <dsp:sp modelId="{5C133488-D3E7-4E0A-9073-B1804DFB3939}">
      <dsp:nvSpPr>
        <dsp:cNvPr id="0" name=""/>
        <dsp:cNvSpPr/>
      </dsp:nvSpPr>
      <dsp:spPr>
        <a:xfrm>
          <a:off x="4539145" y="2095149"/>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VP Marketing </a:t>
          </a:r>
        </a:p>
      </dsp:txBody>
      <dsp:txXfrm>
        <a:off x="4539145" y="2095149"/>
        <a:ext cx="1169804" cy="584902"/>
      </dsp:txXfrm>
    </dsp:sp>
    <dsp:sp modelId="{1D3FD48F-EB5C-4EA5-8DD4-E6646C98F94D}">
      <dsp:nvSpPr>
        <dsp:cNvPr id="0" name=""/>
        <dsp:cNvSpPr/>
      </dsp:nvSpPr>
      <dsp:spPr>
        <a:xfrm>
          <a:off x="4539145" y="2925710"/>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VP R&amp;D </a:t>
          </a:r>
        </a:p>
      </dsp:txBody>
      <dsp:txXfrm>
        <a:off x="4539145" y="2925710"/>
        <a:ext cx="1169804" cy="584902"/>
      </dsp:txXfrm>
    </dsp:sp>
    <dsp:sp modelId="{8012B608-AFDC-4E0B-BEF0-FEB903FB26BC}">
      <dsp:nvSpPr>
        <dsp:cNvPr id="0" name=""/>
        <dsp:cNvSpPr/>
      </dsp:nvSpPr>
      <dsp:spPr>
        <a:xfrm>
          <a:off x="4539145" y="3756271"/>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VP Supply Chain</a:t>
          </a:r>
        </a:p>
      </dsp:txBody>
      <dsp:txXfrm>
        <a:off x="4539145" y="3756271"/>
        <a:ext cx="1169804" cy="584902"/>
      </dsp:txXfrm>
    </dsp:sp>
    <dsp:sp modelId="{6B0F8DD1-3B00-4C47-8F66-DCC7C8C52D6A}">
      <dsp:nvSpPr>
        <dsp:cNvPr id="0" name=""/>
        <dsp:cNvSpPr/>
      </dsp:nvSpPr>
      <dsp:spPr>
        <a:xfrm>
          <a:off x="5662157" y="1264588"/>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VP Marketing, Category 2             </a:t>
          </a:r>
        </a:p>
      </dsp:txBody>
      <dsp:txXfrm>
        <a:off x="5662157" y="1264588"/>
        <a:ext cx="1169804" cy="584902"/>
      </dsp:txXfrm>
    </dsp:sp>
    <dsp:sp modelId="{BCC07681-17A1-4F66-94F4-52E2D49AD784}">
      <dsp:nvSpPr>
        <dsp:cNvPr id="0" name=""/>
        <dsp:cNvSpPr/>
      </dsp:nvSpPr>
      <dsp:spPr>
        <a:xfrm>
          <a:off x="7077621" y="1264588"/>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VP R&amp;D, Category 2</a:t>
          </a:r>
        </a:p>
      </dsp:txBody>
      <dsp:txXfrm>
        <a:off x="7077621" y="1264588"/>
        <a:ext cx="1169804" cy="584902"/>
      </dsp:txXfrm>
    </dsp:sp>
    <dsp:sp modelId="{FE86EEC6-CA86-4FEC-93D7-5D13DBCE5948}">
      <dsp:nvSpPr>
        <dsp:cNvPr id="0" name=""/>
        <dsp:cNvSpPr/>
      </dsp:nvSpPr>
      <dsp:spPr>
        <a:xfrm>
          <a:off x="8493084" y="1264588"/>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VP Supply Chain, Category 2</a:t>
          </a:r>
        </a:p>
      </dsp:txBody>
      <dsp:txXfrm>
        <a:off x="8493084" y="1264588"/>
        <a:ext cx="1169804" cy="584902"/>
      </dsp:txXfrm>
    </dsp:sp>
    <dsp:sp modelId="{C2CB7AC8-6D6D-42F0-809F-2AF28BAFB1E7}">
      <dsp:nvSpPr>
        <dsp:cNvPr id="0" name=""/>
        <dsp:cNvSpPr/>
      </dsp:nvSpPr>
      <dsp:spPr>
        <a:xfrm>
          <a:off x="9908548" y="1264588"/>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SVP International BD</a:t>
          </a:r>
        </a:p>
      </dsp:txBody>
      <dsp:txXfrm>
        <a:off x="9908548" y="1264588"/>
        <a:ext cx="1169804" cy="5849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9F2497-A685-44D9-B062-71C877C8767C}">
      <dsp:nvSpPr>
        <dsp:cNvPr id="0" name=""/>
        <dsp:cNvSpPr/>
      </dsp:nvSpPr>
      <dsp:spPr>
        <a:xfrm>
          <a:off x="9724722"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D18D8A00-E29A-4300-9F99-F736C5FA910A}">
      <dsp:nvSpPr>
        <dsp:cNvPr id="0" name=""/>
        <dsp:cNvSpPr/>
      </dsp:nvSpPr>
      <dsp:spPr>
        <a:xfrm>
          <a:off x="5157664" y="1357999"/>
          <a:ext cx="4612778" cy="228732"/>
        </a:xfrm>
        <a:custGeom>
          <a:avLst/>
          <a:gdLst/>
          <a:ahLst/>
          <a:cxnLst/>
          <a:rect l="0" t="0" r="0" b="0"/>
          <a:pathLst>
            <a:path>
              <a:moveTo>
                <a:pt x="0" y="0"/>
              </a:moveTo>
              <a:lnTo>
                <a:pt x="0" y="114366"/>
              </a:lnTo>
              <a:lnTo>
                <a:pt x="4612778" y="114366"/>
              </a:lnTo>
              <a:lnTo>
                <a:pt x="4612778"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08B388CC-81E6-4AFC-A2EA-EA3FE106C6AF}">
      <dsp:nvSpPr>
        <dsp:cNvPr id="0" name=""/>
        <dsp:cNvSpPr/>
      </dsp:nvSpPr>
      <dsp:spPr>
        <a:xfrm>
          <a:off x="8406785"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4BE4591F-F6AA-4B83-B54F-DAEC41FB3F18}">
      <dsp:nvSpPr>
        <dsp:cNvPr id="0" name=""/>
        <dsp:cNvSpPr/>
      </dsp:nvSpPr>
      <dsp:spPr>
        <a:xfrm>
          <a:off x="5157664" y="1357999"/>
          <a:ext cx="3294841" cy="228732"/>
        </a:xfrm>
        <a:custGeom>
          <a:avLst/>
          <a:gdLst/>
          <a:ahLst/>
          <a:cxnLst/>
          <a:rect l="0" t="0" r="0" b="0"/>
          <a:pathLst>
            <a:path>
              <a:moveTo>
                <a:pt x="0" y="0"/>
              </a:moveTo>
              <a:lnTo>
                <a:pt x="0" y="114366"/>
              </a:lnTo>
              <a:lnTo>
                <a:pt x="3294841" y="114366"/>
              </a:lnTo>
              <a:lnTo>
                <a:pt x="3294841"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77AFE76D-DF6B-4E9F-B60E-2CA25F215FBD}">
      <dsp:nvSpPr>
        <dsp:cNvPr id="0" name=""/>
        <dsp:cNvSpPr/>
      </dsp:nvSpPr>
      <dsp:spPr>
        <a:xfrm>
          <a:off x="7088849"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09E77683-87ED-49D6-951F-DA0C7A83B0B6}">
      <dsp:nvSpPr>
        <dsp:cNvPr id="0" name=""/>
        <dsp:cNvSpPr/>
      </dsp:nvSpPr>
      <dsp:spPr>
        <a:xfrm>
          <a:off x="5157664" y="1357999"/>
          <a:ext cx="1976905" cy="228732"/>
        </a:xfrm>
        <a:custGeom>
          <a:avLst/>
          <a:gdLst/>
          <a:ahLst/>
          <a:cxnLst/>
          <a:rect l="0" t="0" r="0" b="0"/>
          <a:pathLst>
            <a:path>
              <a:moveTo>
                <a:pt x="0" y="0"/>
              </a:moveTo>
              <a:lnTo>
                <a:pt x="0" y="114366"/>
              </a:lnTo>
              <a:lnTo>
                <a:pt x="1976905" y="114366"/>
              </a:lnTo>
              <a:lnTo>
                <a:pt x="1976905"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EE8ED8CD-82B5-4A7D-A6EF-565DE27DB426}">
      <dsp:nvSpPr>
        <dsp:cNvPr id="0" name=""/>
        <dsp:cNvSpPr/>
      </dsp:nvSpPr>
      <dsp:spPr>
        <a:xfrm>
          <a:off x="5770912"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05B61084-A1CE-4953-B9F2-65F91E25B51D}">
      <dsp:nvSpPr>
        <dsp:cNvPr id="0" name=""/>
        <dsp:cNvSpPr/>
      </dsp:nvSpPr>
      <dsp:spPr>
        <a:xfrm>
          <a:off x="5157664" y="1357999"/>
          <a:ext cx="658968" cy="228732"/>
        </a:xfrm>
        <a:custGeom>
          <a:avLst/>
          <a:gdLst/>
          <a:ahLst/>
          <a:cxnLst/>
          <a:rect l="0" t="0" r="0" b="0"/>
          <a:pathLst>
            <a:path>
              <a:moveTo>
                <a:pt x="0" y="0"/>
              </a:moveTo>
              <a:lnTo>
                <a:pt x="0" y="114366"/>
              </a:lnTo>
              <a:lnTo>
                <a:pt x="658968" y="114366"/>
              </a:lnTo>
              <a:lnTo>
                <a:pt x="658968"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97E658AC-062D-40CE-9D09-42DDF59ACF16}">
      <dsp:nvSpPr>
        <dsp:cNvPr id="0" name=""/>
        <dsp:cNvSpPr/>
      </dsp:nvSpPr>
      <dsp:spPr>
        <a:xfrm>
          <a:off x="4452975"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C4DD1506-9C0F-4B6D-98B2-D7FB462E034B}">
      <dsp:nvSpPr>
        <dsp:cNvPr id="0" name=""/>
        <dsp:cNvSpPr/>
      </dsp:nvSpPr>
      <dsp:spPr>
        <a:xfrm>
          <a:off x="4498695" y="1357999"/>
          <a:ext cx="658968" cy="228732"/>
        </a:xfrm>
        <a:custGeom>
          <a:avLst/>
          <a:gdLst/>
          <a:ahLst/>
          <a:cxnLst/>
          <a:rect l="0" t="0" r="0" b="0"/>
          <a:pathLst>
            <a:path>
              <a:moveTo>
                <a:pt x="658968" y="0"/>
              </a:moveTo>
              <a:lnTo>
                <a:pt x="658968" y="114366"/>
              </a:lnTo>
              <a:lnTo>
                <a:pt x="0" y="114366"/>
              </a:lnTo>
              <a:lnTo>
                <a:pt x="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CEF0EF1E-C9DF-44E9-84D5-B58059431D6B}">
      <dsp:nvSpPr>
        <dsp:cNvPr id="0" name=""/>
        <dsp:cNvSpPr/>
      </dsp:nvSpPr>
      <dsp:spPr>
        <a:xfrm>
          <a:off x="3135038"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267429DA-A0C7-4CC4-8BF5-2DA2D145605A}">
      <dsp:nvSpPr>
        <dsp:cNvPr id="0" name=""/>
        <dsp:cNvSpPr/>
      </dsp:nvSpPr>
      <dsp:spPr>
        <a:xfrm>
          <a:off x="3180758" y="1357999"/>
          <a:ext cx="1976905" cy="228732"/>
        </a:xfrm>
        <a:custGeom>
          <a:avLst/>
          <a:gdLst/>
          <a:ahLst/>
          <a:cxnLst/>
          <a:rect l="0" t="0" r="0" b="0"/>
          <a:pathLst>
            <a:path>
              <a:moveTo>
                <a:pt x="1976905" y="0"/>
              </a:moveTo>
              <a:lnTo>
                <a:pt x="1976905" y="114366"/>
              </a:lnTo>
              <a:lnTo>
                <a:pt x="0" y="114366"/>
              </a:lnTo>
              <a:lnTo>
                <a:pt x="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450F74CD-5EF5-4279-9A58-5880D8A25E27}">
      <dsp:nvSpPr>
        <dsp:cNvPr id="0" name=""/>
        <dsp:cNvSpPr/>
      </dsp:nvSpPr>
      <dsp:spPr>
        <a:xfrm>
          <a:off x="1817102"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BA9F3CB4-6D92-433A-8673-2DB38CE8B7F0}">
      <dsp:nvSpPr>
        <dsp:cNvPr id="0" name=""/>
        <dsp:cNvSpPr/>
      </dsp:nvSpPr>
      <dsp:spPr>
        <a:xfrm>
          <a:off x="1862822" y="1357999"/>
          <a:ext cx="3294841" cy="228732"/>
        </a:xfrm>
        <a:custGeom>
          <a:avLst/>
          <a:gdLst/>
          <a:ahLst/>
          <a:cxnLst/>
          <a:rect l="0" t="0" r="0" b="0"/>
          <a:pathLst>
            <a:path>
              <a:moveTo>
                <a:pt x="3294841" y="0"/>
              </a:moveTo>
              <a:lnTo>
                <a:pt x="3294841" y="114366"/>
              </a:lnTo>
              <a:lnTo>
                <a:pt x="0" y="114366"/>
              </a:lnTo>
              <a:lnTo>
                <a:pt x="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35246A43-08B0-4F47-8901-0F34462265F6}">
      <dsp:nvSpPr>
        <dsp:cNvPr id="0" name=""/>
        <dsp:cNvSpPr/>
      </dsp:nvSpPr>
      <dsp:spPr>
        <a:xfrm>
          <a:off x="499165"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140C1551-55AB-4BDB-87ED-3DB3B0EEEFE1}">
      <dsp:nvSpPr>
        <dsp:cNvPr id="0" name=""/>
        <dsp:cNvSpPr/>
      </dsp:nvSpPr>
      <dsp:spPr>
        <a:xfrm>
          <a:off x="544885" y="1357999"/>
          <a:ext cx="4612778" cy="228732"/>
        </a:xfrm>
        <a:custGeom>
          <a:avLst/>
          <a:gdLst/>
          <a:ahLst/>
          <a:cxnLst/>
          <a:rect l="0" t="0" r="0" b="0"/>
          <a:pathLst>
            <a:path>
              <a:moveTo>
                <a:pt x="4612778" y="0"/>
              </a:moveTo>
              <a:lnTo>
                <a:pt x="4612778" y="114366"/>
              </a:lnTo>
              <a:lnTo>
                <a:pt x="0" y="114366"/>
              </a:lnTo>
              <a:lnTo>
                <a:pt x="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12B098D1-6D2F-46E7-B914-68FD6E0725C9}">
      <dsp:nvSpPr>
        <dsp:cNvPr id="0" name=""/>
        <dsp:cNvSpPr/>
      </dsp:nvSpPr>
      <dsp:spPr>
        <a:xfrm>
          <a:off x="4613062" y="81339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VP of Brand </a:t>
          </a:r>
          <a:r>
            <a:rPr lang="en-US" sz="1200" kern="1200" dirty="0" err="1">
              <a:solidFill>
                <a:srgbClr val="FFFFFF"/>
              </a:solidFill>
              <a:latin typeface="Roboto"/>
              <a:ea typeface="+mn-ea"/>
              <a:cs typeface="+mn-cs"/>
            </a:rPr>
            <a:t>Mgmt</a:t>
          </a:r>
          <a:endParaRPr lang="en-US" sz="1200" kern="1200" dirty="0">
            <a:solidFill>
              <a:srgbClr val="FFFFFF"/>
            </a:solidFill>
            <a:latin typeface="Roboto"/>
            <a:ea typeface="+mn-ea"/>
            <a:cs typeface="+mn-cs"/>
          </a:endParaRPr>
        </a:p>
      </dsp:txBody>
      <dsp:txXfrm>
        <a:off x="4613062" y="813397"/>
        <a:ext cx="1089203" cy="544601"/>
      </dsp:txXfrm>
    </dsp:sp>
    <dsp:sp modelId="{1CE07638-3D8E-4CC1-99E6-B8C9A75E95BC}">
      <dsp:nvSpPr>
        <dsp:cNvPr id="0" name=""/>
        <dsp:cNvSpPr/>
      </dsp:nvSpPr>
      <dsp:spPr>
        <a:xfrm>
          <a:off x="283"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Sr. Director, Brand A</a:t>
          </a:r>
        </a:p>
      </dsp:txBody>
      <dsp:txXfrm>
        <a:off x="283" y="1586732"/>
        <a:ext cx="1089203" cy="544601"/>
      </dsp:txXfrm>
    </dsp:sp>
    <dsp:sp modelId="{0B338F8D-169C-4EE7-9DDA-FDC697872909}">
      <dsp:nvSpPr>
        <dsp:cNvPr id="0" name=""/>
        <dsp:cNvSpPr/>
      </dsp:nvSpPr>
      <dsp:spPr>
        <a:xfrm>
          <a:off x="283"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8 HC</a:t>
          </a:r>
        </a:p>
      </dsp:txBody>
      <dsp:txXfrm>
        <a:off x="283" y="2360067"/>
        <a:ext cx="1089203" cy="544601"/>
      </dsp:txXfrm>
    </dsp:sp>
    <dsp:sp modelId="{2CF9BCB0-3252-43AA-AD67-6C9C56EC9450}">
      <dsp:nvSpPr>
        <dsp:cNvPr id="0" name=""/>
        <dsp:cNvSpPr/>
      </dsp:nvSpPr>
      <dsp:spPr>
        <a:xfrm>
          <a:off x="1318220"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Sr. Director, Brand B</a:t>
          </a:r>
        </a:p>
      </dsp:txBody>
      <dsp:txXfrm>
        <a:off x="1318220" y="1586732"/>
        <a:ext cx="1089203" cy="544601"/>
      </dsp:txXfrm>
    </dsp:sp>
    <dsp:sp modelId="{4ABBD816-44CB-4947-B0FF-29E4307A687D}">
      <dsp:nvSpPr>
        <dsp:cNvPr id="0" name=""/>
        <dsp:cNvSpPr/>
      </dsp:nvSpPr>
      <dsp:spPr>
        <a:xfrm>
          <a:off x="1318220"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7 HC</a:t>
          </a:r>
        </a:p>
      </dsp:txBody>
      <dsp:txXfrm>
        <a:off x="1318220" y="2360067"/>
        <a:ext cx="1089203" cy="544601"/>
      </dsp:txXfrm>
    </dsp:sp>
    <dsp:sp modelId="{E870E8EE-E211-4363-BA57-9625AD5DC43E}">
      <dsp:nvSpPr>
        <dsp:cNvPr id="0" name=""/>
        <dsp:cNvSpPr/>
      </dsp:nvSpPr>
      <dsp:spPr>
        <a:xfrm>
          <a:off x="2636156"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Director,      Brand C</a:t>
          </a:r>
        </a:p>
      </dsp:txBody>
      <dsp:txXfrm>
        <a:off x="2636156" y="1586732"/>
        <a:ext cx="1089203" cy="544601"/>
      </dsp:txXfrm>
    </dsp:sp>
    <dsp:sp modelId="{578ADB05-8021-4D24-98AA-4CB57B0953B0}">
      <dsp:nvSpPr>
        <dsp:cNvPr id="0" name=""/>
        <dsp:cNvSpPr/>
      </dsp:nvSpPr>
      <dsp:spPr>
        <a:xfrm>
          <a:off x="2636156"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6 HC</a:t>
          </a:r>
        </a:p>
      </dsp:txBody>
      <dsp:txXfrm>
        <a:off x="2636156" y="2360067"/>
        <a:ext cx="1089203" cy="544601"/>
      </dsp:txXfrm>
    </dsp:sp>
    <dsp:sp modelId="{59A45FBB-C3E1-4298-912D-D9DB6D5E83BE}">
      <dsp:nvSpPr>
        <dsp:cNvPr id="0" name=""/>
        <dsp:cNvSpPr/>
      </dsp:nvSpPr>
      <dsp:spPr>
        <a:xfrm>
          <a:off x="3954093"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Director,    Brand D</a:t>
          </a:r>
        </a:p>
      </dsp:txBody>
      <dsp:txXfrm>
        <a:off x="3954093" y="1586732"/>
        <a:ext cx="1089203" cy="544601"/>
      </dsp:txXfrm>
    </dsp:sp>
    <dsp:sp modelId="{DC73FC1F-13ED-4192-8B81-B273579500C7}">
      <dsp:nvSpPr>
        <dsp:cNvPr id="0" name=""/>
        <dsp:cNvSpPr/>
      </dsp:nvSpPr>
      <dsp:spPr>
        <a:xfrm>
          <a:off x="3954093"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4 HC</a:t>
          </a:r>
        </a:p>
      </dsp:txBody>
      <dsp:txXfrm>
        <a:off x="3954093" y="2360067"/>
        <a:ext cx="1089203" cy="544601"/>
      </dsp:txXfrm>
    </dsp:sp>
    <dsp:sp modelId="{6B4615F5-91CA-4B4C-B401-5BD37C002D10}">
      <dsp:nvSpPr>
        <dsp:cNvPr id="0" name=""/>
        <dsp:cNvSpPr/>
      </dsp:nvSpPr>
      <dsp:spPr>
        <a:xfrm>
          <a:off x="5272030"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Director,     Brand E</a:t>
          </a:r>
        </a:p>
      </dsp:txBody>
      <dsp:txXfrm>
        <a:off x="5272030" y="1586732"/>
        <a:ext cx="1089203" cy="544601"/>
      </dsp:txXfrm>
    </dsp:sp>
    <dsp:sp modelId="{8A788ABC-87C5-4F07-A25E-31F4AD9AD5CC}">
      <dsp:nvSpPr>
        <dsp:cNvPr id="0" name=""/>
        <dsp:cNvSpPr/>
      </dsp:nvSpPr>
      <dsp:spPr>
        <a:xfrm>
          <a:off x="5272030"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8 HC</a:t>
          </a:r>
        </a:p>
      </dsp:txBody>
      <dsp:txXfrm>
        <a:off x="5272030" y="2360067"/>
        <a:ext cx="1089203" cy="544601"/>
      </dsp:txXfrm>
    </dsp:sp>
    <dsp:sp modelId="{11AF5A4A-F22E-4A3F-93A5-700738BB5DBE}">
      <dsp:nvSpPr>
        <dsp:cNvPr id="0" name=""/>
        <dsp:cNvSpPr/>
      </dsp:nvSpPr>
      <dsp:spPr>
        <a:xfrm>
          <a:off x="6589967"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Sr. Director, Brand F</a:t>
          </a:r>
        </a:p>
      </dsp:txBody>
      <dsp:txXfrm>
        <a:off x="6589967" y="1586732"/>
        <a:ext cx="1089203" cy="544601"/>
      </dsp:txXfrm>
    </dsp:sp>
    <dsp:sp modelId="{79287485-CBB9-4D7D-BC23-E8CB9CD6DE24}">
      <dsp:nvSpPr>
        <dsp:cNvPr id="0" name=""/>
        <dsp:cNvSpPr/>
      </dsp:nvSpPr>
      <dsp:spPr>
        <a:xfrm>
          <a:off x="6589967"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5 HC</a:t>
          </a:r>
        </a:p>
      </dsp:txBody>
      <dsp:txXfrm>
        <a:off x="6589967" y="2360067"/>
        <a:ext cx="1089203" cy="544601"/>
      </dsp:txXfrm>
    </dsp:sp>
    <dsp:sp modelId="{F7603CCB-1408-4FB1-A57E-56B081E0BAB9}">
      <dsp:nvSpPr>
        <dsp:cNvPr id="0" name=""/>
        <dsp:cNvSpPr/>
      </dsp:nvSpPr>
      <dsp:spPr>
        <a:xfrm>
          <a:off x="7907903"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Director,      Next 4</a:t>
          </a:r>
        </a:p>
      </dsp:txBody>
      <dsp:txXfrm>
        <a:off x="7907903" y="1586732"/>
        <a:ext cx="1089203" cy="544601"/>
      </dsp:txXfrm>
    </dsp:sp>
    <dsp:sp modelId="{065E326C-8EF8-4EBB-928D-33FC1077E4AC}">
      <dsp:nvSpPr>
        <dsp:cNvPr id="0" name=""/>
        <dsp:cNvSpPr/>
      </dsp:nvSpPr>
      <dsp:spPr>
        <a:xfrm>
          <a:off x="7907903"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3 HC</a:t>
          </a:r>
        </a:p>
      </dsp:txBody>
      <dsp:txXfrm>
        <a:off x="7907903" y="2360067"/>
        <a:ext cx="1089203" cy="544601"/>
      </dsp:txXfrm>
    </dsp:sp>
    <dsp:sp modelId="{2E174B46-3B76-4162-8031-68311D89D501}">
      <dsp:nvSpPr>
        <dsp:cNvPr id="0" name=""/>
        <dsp:cNvSpPr/>
      </dsp:nvSpPr>
      <dsp:spPr>
        <a:xfrm>
          <a:off x="9225840"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NA Sr. </a:t>
          </a:r>
          <a:r>
            <a:rPr lang="en-US" sz="1200" kern="1200" dirty="0" err="1">
              <a:solidFill>
                <a:srgbClr val="FFFFFF"/>
              </a:solidFill>
              <a:latin typeface="Roboto"/>
              <a:ea typeface="+mn-ea"/>
              <a:cs typeface="+mn-cs"/>
            </a:rPr>
            <a:t>Mgr</a:t>
          </a:r>
          <a:endParaRPr lang="en-US" sz="1200" kern="1200" dirty="0">
            <a:solidFill>
              <a:srgbClr val="FFFFFF"/>
            </a:solidFill>
            <a:latin typeface="Roboto"/>
            <a:ea typeface="+mn-ea"/>
            <a:cs typeface="+mn-cs"/>
          </a:endParaRPr>
        </a:p>
      </dsp:txBody>
      <dsp:txXfrm>
        <a:off x="9225840" y="1586732"/>
        <a:ext cx="1089203" cy="544601"/>
      </dsp:txXfrm>
    </dsp:sp>
    <dsp:sp modelId="{9354799E-3C39-440A-A073-F2B3CE5A5685}">
      <dsp:nvSpPr>
        <dsp:cNvPr id="0" name=""/>
        <dsp:cNvSpPr/>
      </dsp:nvSpPr>
      <dsp:spPr>
        <a:xfrm>
          <a:off x="9225840"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2 HC</a:t>
          </a:r>
        </a:p>
      </dsp:txBody>
      <dsp:txXfrm>
        <a:off x="9225840" y="2360067"/>
        <a:ext cx="1089203" cy="544601"/>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F29D7AD-502E-464C-93A2-5D27E5FB5EFB}"/>
              </a:ext>
            </a:extLst>
          </p:cNvPr>
          <p:cNvSpPr/>
          <p:nvPr/>
        </p:nvSpPr>
        <p:spPr>
          <a:xfrm>
            <a:off x="0" y="253040"/>
            <a:ext cx="557048" cy="557048"/>
          </a:xfrm>
          <a:prstGeom prst="rect">
            <a:avLst/>
          </a:prstGeom>
          <a:solidFill>
            <a:srgbClr val="B20B2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dirty="0">
              <a:latin typeface="Lato Light" panose="020F0402020204030203" pitchFamily="34" charset="0"/>
              <a:cs typeface="Lato Light" panose="020F0402020204030203" pitchFamily="34" charset="0"/>
            </a:endParaRPr>
          </a:p>
        </p:txBody>
      </p:sp>
      <p:sp>
        <p:nvSpPr>
          <p:cNvPr id="9" name="Holder 4">
            <a:extLst>
              <a:ext uri="{FF2B5EF4-FFF2-40B4-BE49-F238E27FC236}">
                <a16:creationId xmlns:a16="http://schemas.microsoft.com/office/drawing/2014/main" id="{2B37DAE3-CD0A-2649-B6D2-CDF2BE26185F}"/>
              </a:ext>
            </a:extLst>
          </p:cNvPr>
          <p:cNvSpPr>
            <a:spLocks noGrp="1"/>
          </p:cNvSpPr>
          <p:nvPr>
            <p:ph type="ftr" sz="quarter" idx="3"/>
          </p:nvPr>
        </p:nvSpPr>
        <p:spPr>
          <a:xfrm>
            <a:off x="7771314" y="6437073"/>
            <a:ext cx="2812112" cy="266146"/>
          </a:xfrm>
          <a:prstGeom prst="rect">
            <a:avLst/>
          </a:prstGeom>
        </p:spPr>
        <p:txBody>
          <a:bodyPr wrap="square" lIns="0" tIns="0" rIns="0" bIns="0" anchor="ctr">
            <a:noAutofit/>
          </a:bodyPr>
          <a:lstStyle>
            <a:lvl1pPr algn="r">
              <a:defRPr sz="900" b="0" i="0">
                <a:solidFill>
                  <a:schemeClr val="accent3"/>
                </a:solidFill>
                <a:latin typeface="Lato Light" panose="020F0402020204030203" pitchFamily="34" charset="0"/>
                <a:cs typeface="Lato Light" panose="020F0402020204030203" pitchFamily="34" charset="0"/>
              </a:defRPr>
            </a:lvl1pPr>
          </a:lstStyle>
          <a:p>
            <a:r>
              <a:rPr lang="en-US" dirty="0"/>
              <a:t>©2021  |  All rights reserved.</a:t>
            </a:r>
          </a:p>
        </p:txBody>
      </p:sp>
      <p:sp>
        <p:nvSpPr>
          <p:cNvPr id="10" name="Text Placeholder 13">
            <a:extLst>
              <a:ext uri="{FF2B5EF4-FFF2-40B4-BE49-F238E27FC236}">
                <a16:creationId xmlns:a16="http://schemas.microsoft.com/office/drawing/2014/main" id="{74E1E285-7CC1-6B41-95D3-A862C60AC9BA}"/>
              </a:ext>
            </a:extLst>
          </p:cNvPr>
          <p:cNvSpPr>
            <a:spLocks noGrp="1"/>
          </p:cNvSpPr>
          <p:nvPr>
            <p:ph type="body" sz="quarter" idx="10" hasCustomPrompt="1"/>
          </p:nvPr>
        </p:nvSpPr>
        <p:spPr>
          <a:xfrm>
            <a:off x="726539" y="308795"/>
            <a:ext cx="11303879" cy="456878"/>
          </a:xfrm>
          <a:prstGeom prst="rect">
            <a:avLst/>
          </a:prstGeom>
        </p:spPr>
        <p:txBody>
          <a:bodyPr/>
          <a:lstStyle>
            <a:lvl1pPr marL="0" indent="0">
              <a:buNone/>
              <a:defRPr sz="2400" b="1" i="0" spc="0">
                <a:latin typeface="Helvetica Neue Condensed" panose="02000503000000020004" pitchFamily="2" charset="0"/>
                <a:ea typeface="Helvetica Neue Condensed" panose="02000503000000020004" pitchFamily="2" charset="0"/>
                <a:cs typeface="Helvetica Neue Condensed" panose="02000503000000020004" pitchFamily="2" charset="0"/>
              </a:defRPr>
            </a:lvl1pPr>
          </a:lstStyle>
          <a:p>
            <a:pPr lvl="0"/>
            <a:r>
              <a:rPr lang="en-US" dirty="0"/>
              <a:t>EDIT MASTER TEXT STYLES</a:t>
            </a:r>
          </a:p>
        </p:txBody>
      </p:sp>
      <p:sp>
        <p:nvSpPr>
          <p:cNvPr id="5" name="Slide Number Placeholder 1">
            <a:extLst>
              <a:ext uri="{FF2B5EF4-FFF2-40B4-BE49-F238E27FC236}">
                <a16:creationId xmlns:a16="http://schemas.microsoft.com/office/drawing/2014/main" id="{042A2C85-AD88-CE4C-B1E6-BC302FC3CC48}"/>
              </a:ext>
            </a:extLst>
          </p:cNvPr>
          <p:cNvSpPr>
            <a:spLocks noGrp="1"/>
          </p:cNvSpPr>
          <p:nvPr>
            <p:ph type="sldNum" sz="quarter" idx="4"/>
          </p:nvPr>
        </p:nvSpPr>
        <p:spPr>
          <a:xfrm>
            <a:off x="6205" y="253040"/>
            <a:ext cx="557048" cy="557048"/>
          </a:xfrm>
          <a:prstGeom prst="rect">
            <a:avLst/>
          </a:prstGeom>
        </p:spPr>
        <p:txBody>
          <a:bodyPr vert="horz" lIns="91440" tIns="45720" rIns="91440" bIns="45720" rtlCol="0" anchor="ctr"/>
          <a:lstStyle>
            <a:lvl1pPr algn="ctr">
              <a:defRPr sz="18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5F806934-C460-1C47-AF5D-CC9E191BC089}" type="slidenum">
              <a:rPr lang="en-US" smtClean="0"/>
              <a:pPr/>
              <a:t>‹#›</a:t>
            </a:fld>
            <a:endParaRPr lang="en-US"/>
          </a:p>
        </p:txBody>
      </p:sp>
      <p:sp>
        <p:nvSpPr>
          <p:cNvPr id="6" name="Rectangle 5">
            <a:extLst>
              <a:ext uri="{FF2B5EF4-FFF2-40B4-BE49-F238E27FC236}">
                <a16:creationId xmlns:a16="http://schemas.microsoft.com/office/drawing/2014/main" id="{FF1655D3-270D-BF46-B17F-FE13DA1A654D}"/>
              </a:ext>
            </a:extLst>
          </p:cNvPr>
          <p:cNvSpPr/>
          <p:nvPr userDrawn="1"/>
        </p:nvSpPr>
        <p:spPr>
          <a:xfrm>
            <a:off x="-1024568" y="661361"/>
            <a:ext cx="627961" cy="62796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BA53409-D4C9-1C4F-9A83-39138C782DC6}"/>
              </a:ext>
            </a:extLst>
          </p:cNvPr>
          <p:cNvSpPr/>
          <p:nvPr userDrawn="1"/>
        </p:nvSpPr>
        <p:spPr>
          <a:xfrm>
            <a:off x="-1024569" y="1327044"/>
            <a:ext cx="627961" cy="6279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CF34876-C770-224F-AF2B-D1631CBB483D}"/>
              </a:ext>
            </a:extLst>
          </p:cNvPr>
          <p:cNvSpPr/>
          <p:nvPr userDrawn="1"/>
        </p:nvSpPr>
        <p:spPr>
          <a:xfrm>
            <a:off x="-1024570" y="1992727"/>
            <a:ext cx="627961" cy="62796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CCD3BB-386A-D449-BCB5-14ABB1C49CB7}"/>
              </a:ext>
            </a:extLst>
          </p:cNvPr>
          <p:cNvSpPr/>
          <p:nvPr userDrawn="1"/>
        </p:nvSpPr>
        <p:spPr>
          <a:xfrm>
            <a:off x="-1024571" y="2658410"/>
            <a:ext cx="627961" cy="62796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A72F881-A696-194C-A29D-DDFD8DEB6D82}"/>
              </a:ext>
            </a:extLst>
          </p:cNvPr>
          <p:cNvSpPr/>
          <p:nvPr userDrawn="1"/>
        </p:nvSpPr>
        <p:spPr>
          <a:xfrm>
            <a:off x="-1024572" y="3324093"/>
            <a:ext cx="627961" cy="62796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6660961-5289-7041-8895-C739435E0CAD}"/>
              </a:ext>
            </a:extLst>
          </p:cNvPr>
          <p:cNvSpPr/>
          <p:nvPr userDrawn="1"/>
        </p:nvSpPr>
        <p:spPr>
          <a:xfrm>
            <a:off x="-1024573" y="3989776"/>
            <a:ext cx="627961" cy="62796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DF9B56C-2076-684A-9CB4-CB2773303818}"/>
              </a:ext>
            </a:extLst>
          </p:cNvPr>
          <p:cNvSpPr/>
          <p:nvPr userDrawn="1"/>
        </p:nvSpPr>
        <p:spPr>
          <a:xfrm>
            <a:off x="-1024573" y="4655459"/>
            <a:ext cx="627961" cy="62796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C3BD27E-D250-EC4D-9C10-5455018DA7FC}"/>
              </a:ext>
            </a:extLst>
          </p:cNvPr>
          <p:cNvSpPr/>
          <p:nvPr userDrawn="1"/>
        </p:nvSpPr>
        <p:spPr>
          <a:xfrm>
            <a:off x="-1024573" y="5321144"/>
            <a:ext cx="627961" cy="6279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9735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F29D7AD-502E-464C-93A2-5D27E5FB5EFB}"/>
              </a:ext>
            </a:extLst>
          </p:cNvPr>
          <p:cNvSpPr/>
          <p:nvPr/>
        </p:nvSpPr>
        <p:spPr>
          <a:xfrm>
            <a:off x="0" y="253040"/>
            <a:ext cx="557048" cy="557048"/>
          </a:xfrm>
          <a:prstGeom prst="rect">
            <a:avLst/>
          </a:prstGeom>
          <a:solidFill>
            <a:srgbClr val="B20B2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dirty="0">
              <a:latin typeface="Lato Light" panose="020F0402020204030203" pitchFamily="34" charset="0"/>
              <a:cs typeface="Lato Light" panose="020F0402020204030203" pitchFamily="34" charset="0"/>
            </a:endParaRPr>
          </a:p>
        </p:txBody>
      </p:sp>
      <p:sp>
        <p:nvSpPr>
          <p:cNvPr id="9" name="Holder 4">
            <a:extLst>
              <a:ext uri="{FF2B5EF4-FFF2-40B4-BE49-F238E27FC236}">
                <a16:creationId xmlns:a16="http://schemas.microsoft.com/office/drawing/2014/main" id="{2B37DAE3-CD0A-2649-B6D2-CDF2BE26185F}"/>
              </a:ext>
            </a:extLst>
          </p:cNvPr>
          <p:cNvSpPr>
            <a:spLocks noGrp="1"/>
          </p:cNvSpPr>
          <p:nvPr>
            <p:ph type="ftr" sz="quarter" idx="3"/>
          </p:nvPr>
        </p:nvSpPr>
        <p:spPr>
          <a:xfrm>
            <a:off x="7771314" y="6437073"/>
            <a:ext cx="2812112" cy="266146"/>
          </a:xfrm>
          <a:prstGeom prst="rect">
            <a:avLst/>
          </a:prstGeom>
        </p:spPr>
        <p:txBody>
          <a:bodyPr wrap="square" lIns="0" tIns="0" rIns="0" bIns="0" anchor="ctr">
            <a:noAutofit/>
          </a:bodyPr>
          <a:lstStyle>
            <a:lvl1pPr algn="r">
              <a:defRPr sz="900" b="0" i="0">
                <a:solidFill>
                  <a:schemeClr val="accent3"/>
                </a:solidFill>
                <a:latin typeface="Lato Light" panose="020F0402020204030203" pitchFamily="34" charset="0"/>
                <a:cs typeface="Lato Light" panose="020F0402020204030203" pitchFamily="34" charset="0"/>
              </a:defRPr>
            </a:lvl1pPr>
          </a:lstStyle>
          <a:p>
            <a:r>
              <a:rPr lang="en-US" dirty="0"/>
              <a:t>©2021  |  All rights reserved.</a:t>
            </a:r>
          </a:p>
        </p:txBody>
      </p:sp>
      <p:grpSp>
        <p:nvGrpSpPr>
          <p:cNvPr id="5" name="Group 4">
            <a:extLst>
              <a:ext uri="{FF2B5EF4-FFF2-40B4-BE49-F238E27FC236}">
                <a16:creationId xmlns:a16="http://schemas.microsoft.com/office/drawing/2014/main" id="{1E17D7D7-70D7-6846-8645-1C9B0E2CEF23}"/>
              </a:ext>
            </a:extLst>
          </p:cNvPr>
          <p:cNvGrpSpPr/>
          <p:nvPr/>
        </p:nvGrpSpPr>
        <p:grpSpPr>
          <a:xfrm>
            <a:off x="1738745" y="-2"/>
            <a:ext cx="8714509" cy="3519967"/>
            <a:chOff x="1738745" y="-2"/>
            <a:chExt cx="8714509" cy="3519967"/>
          </a:xfrm>
        </p:grpSpPr>
        <p:sp>
          <p:nvSpPr>
            <p:cNvPr id="6" name="Rounded Rectangle 5">
              <a:extLst>
                <a:ext uri="{FF2B5EF4-FFF2-40B4-BE49-F238E27FC236}">
                  <a16:creationId xmlns:a16="http://schemas.microsoft.com/office/drawing/2014/main" id="{AC7CCE62-F4C1-324F-96BD-0E2E2B755488}"/>
                </a:ext>
              </a:extLst>
            </p:cNvPr>
            <p:cNvSpPr/>
            <p:nvPr/>
          </p:nvSpPr>
          <p:spPr>
            <a:xfrm>
              <a:off x="1738745" y="1594183"/>
              <a:ext cx="8714509" cy="1925782"/>
            </a:xfrm>
            <a:prstGeom prst="roundRect">
              <a:avLst/>
            </a:prstGeom>
            <a:solidFill>
              <a:srgbClr val="C00000"/>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0190CB11-1EE1-D34F-8305-118ADBA9BBB8}"/>
                </a:ext>
              </a:extLst>
            </p:cNvPr>
            <p:cNvSpPr/>
            <p:nvPr/>
          </p:nvSpPr>
          <p:spPr>
            <a:xfrm>
              <a:off x="1932708" y="1760438"/>
              <a:ext cx="8326582" cy="1593272"/>
            </a:xfrm>
            <a:prstGeom prst="round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4BB8F81-A1DC-CA4C-B32F-67901248F7EE}"/>
                </a:ext>
              </a:extLst>
            </p:cNvPr>
            <p:cNvSpPr txBox="1"/>
            <p:nvPr/>
          </p:nvSpPr>
          <p:spPr>
            <a:xfrm>
              <a:off x="2085108" y="2099874"/>
              <a:ext cx="8021782" cy="914400"/>
            </a:xfrm>
            <a:prstGeom prst="rect">
              <a:avLst/>
            </a:prstGeom>
            <a:noFill/>
          </p:spPr>
          <p:txBody>
            <a:bodyPr wrap="none" rtlCol="0" anchor="ctr">
              <a:noAutofit/>
            </a:bodyPr>
            <a:lstStyle/>
            <a:p>
              <a:pPr algn="ctr"/>
              <a:r>
                <a:rPr lang="en-US" sz="9600" dirty="0">
                  <a:solidFill>
                    <a:schemeClr val="bg1"/>
                  </a:solidFill>
                  <a:latin typeface="Lato Light" panose="020F0402020204030203" pitchFamily="34" charset="0"/>
                  <a:cs typeface="Lato Light" panose="020F0402020204030203" pitchFamily="34" charset="0"/>
                </a:rPr>
                <a:t>THANK YOU</a:t>
              </a:r>
            </a:p>
          </p:txBody>
        </p:sp>
        <p:sp>
          <p:nvSpPr>
            <p:cNvPr id="12" name="Oval 11">
              <a:extLst>
                <a:ext uri="{FF2B5EF4-FFF2-40B4-BE49-F238E27FC236}">
                  <a16:creationId xmlns:a16="http://schemas.microsoft.com/office/drawing/2014/main" id="{317FBE28-926F-E04C-A0A2-820752C6AABD}"/>
                </a:ext>
              </a:extLst>
            </p:cNvPr>
            <p:cNvSpPr/>
            <p:nvPr/>
          </p:nvSpPr>
          <p:spPr>
            <a:xfrm>
              <a:off x="3188409" y="1671053"/>
              <a:ext cx="266967" cy="266967"/>
            </a:xfrm>
            <a:prstGeom prst="ellipse">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2438561-9587-7442-B749-6989386546F4}"/>
                </a:ext>
              </a:extLst>
            </p:cNvPr>
            <p:cNvSpPr/>
            <p:nvPr/>
          </p:nvSpPr>
          <p:spPr>
            <a:xfrm>
              <a:off x="8736625" y="1666652"/>
              <a:ext cx="266967" cy="266967"/>
            </a:xfrm>
            <a:prstGeom prst="ellipse">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79B90EDF-5605-0D43-9555-746EF8C6C50F}"/>
                </a:ext>
              </a:extLst>
            </p:cNvPr>
            <p:cNvGrpSpPr/>
            <p:nvPr/>
          </p:nvGrpSpPr>
          <p:grpSpPr>
            <a:xfrm rot="10800000">
              <a:off x="3266189" y="-1"/>
              <a:ext cx="111406" cy="1756064"/>
              <a:chOff x="4306598" y="-4401"/>
              <a:chExt cx="111406" cy="2766605"/>
            </a:xfrm>
          </p:grpSpPr>
          <p:cxnSp>
            <p:nvCxnSpPr>
              <p:cNvPr id="19" name="Straight Connector 18">
                <a:extLst>
                  <a:ext uri="{FF2B5EF4-FFF2-40B4-BE49-F238E27FC236}">
                    <a16:creationId xmlns:a16="http://schemas.microsoft.com/office/drawing/2014/main" id="{18F893FE-0871-2440-8A8C-917B0678B975}"/>
                  </a:ext>
                </a:extLst>
              </p:cNvPr>
              <p:cNvCxnSpPr>
                <a:cxnSpLocks/>
              </p:cNvCxnSpPr>
              <p:nvPr/>
            </p:nvCxnSpPr>
            <p:spPr>
              <a:xfrm flipH="1" flipV="1">
                <a:off x="4359122" y="-4401"/>
                <a:ext cx="1" cy="2542979"/>
              </a:xfrm>
              <a:prstGeom prst="line">
                <a:avLst/>
              </a:prstGeom>
              <a:ln w="63500" cap="rnd">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72FA2E0-81CF-4E40-8E9F-59FD5EF10293}"/>
                  </a:ext>
                </a:extLst>
              </p:cNvPr>
              <p:cNvCxnSpPr>
                <a:cxnSpLocks/>
              </p:cNvCxnSpPr>
              <p:nvPr/>
            </p:nvCxnSpPr>
            <p:spPr>
              <a:xfrm flipH="1" flipV="1">
                <a:off x="4418003" y="219225"/>
                <a:ext cx="1" cy="2542979"/>
              </a:xfrm>
              <a:prstGeom prst="line">
                <a:avLst/>
              </a:prstGeom>
              <a:ln w="63500" cap="rnd">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1761226-82EE-F14B-A376-560AF92ECE27}"/>
                  </a:ext>
                </a:extLst>
              </p:cNvPr>
              <p:cNvCxnSpPr>
                <a:cxnSpLocks/>
              </p:cNvCxnSpPr>
              <p:nvPr/>
            </p:nvCxnSpPr>
            <p:spPr>
              <a:xfrm flipH="1" flipV="1">
                <a:off x="4306598" y="219224"/>
                <a:ext cx="1" cy="2542979"/>
              </a:xfrm>
              <a:prstGeom prst="line">
                <a:avLst/>
              </a:prstGeom>
              <a:ln w="63500" cap="rnd">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F3979866-49E2-7042-BFC9-44A55257C6B1}"/>
                </a:ext>
              </a:extLst>
            </p:cNvPr>
            <p:cNvGrpSpPr/>
            <p:nvPr/>
          </p:nvGrpSpPr>
          <p:grpSpPr>
            <a:xfrm rot="10800000">
              <a:off x="8814407" y="-2"/>
              <a:ext cx="111406" cy="1756065"/>
              <a:chOff x="4306598" y="-4401"/>
              <a:chExt cx="111406" cy="2766605"/>
            </a:xfrm>
          </p:grpSpPr>
          <p:cxnSp>
            <p:nvCxnSpPr>
              <p:cNvPr id="16" name="Straight Connector 15">
                <a:extLst>
                  <a:ext uri="{FF2B5EF4-FFF2-40B4-BE49-F238E27FC236}">
                    <a16:creationId xmlns:a16="http://schemas.microsoft.com/office/drawing/2014/main" id="{60B01B97-9F3B-2640-A3D7-3CA5CB77EC41}"/>
                  </a:ext>
                </a:extLst>
              </p:cNvPr>
              <p:cNvCxnSpPr>
                <a:cxnSpLocks/>
              </p:cNvCxnSpPr>
              <p:nvPr/>
            </p:nvCxnSpPr>
            <p:spPr>
              <a:xfrm flipH="1" flipV="1">
                <a:off x="4359122" y="-4401"/>
                <a:ext cx="1" cy="2542979"/>
              </a:xfrm>
              <a:prstGeom prst="line">
                <a:avLst/>
              </a:prstGeom>
              <a:ln w="63500" cap="rnd">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D383399-A24D-654F-A97A-9421037D8BF9}"/>
                  </a:ext>
                </a:extLst>
              </p:cNvPr>
              <p:cNvCxnSpPr>
                <a:cxnSpLocks/>
              </p:cNvCxnSpPr>
              <p:nvPr/>
            </p:nvCxnSpPr>
            <p:spPr>
              <a:xfrm flipH="1" flipV="1">
                <a:off x="4418003" y="219225"/>
                <a:ext cx="1" cy="2542979"/>
              </a:xfrm>
              <a:prstGeom prst="line">
                <a:avLst/>
              </a:prstGeom>
              <a:ln w="63500" cap="rnd">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60E964A-9500-4346-8C31-28C835054303}"/>
                  </a:ext>
                </a:extLst>
              </p:cNvPr>
              <p:cNvCxnSpPr>
                <a:cxnSpLocks/>
              </p:cNvCxnSpPr>
              <p:nvPr/>
            </p:nvCxnSpPr>
            <p:spPr>
              <a:xfrm flipH="1" flipV="1">
                <a:off x="4306598" y="219224"/>
                <a:ext cx="1" cy="2542979"/>
              </a:xfrm>
              <a:prstGeom prst="line">
                <a:avLst/>
              </a:prstGeom>
              <a:ln w="63500" cap="rnd">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grpSp>
      </p:grpSp>
      <p:sp>
        <p:nvSpPr>
          <p:cNvPr id="22" name="Slide Number Placeholder 1">
            <a:extLst>
              <a:ext uri="{FF2B5EF4-FFF2-40B4-BE49-F238E27FC236}">
                <a16:creationId xmlns:a16="http://schemas.microsoft.com/office/drawing/2014/main" id="{0C3BCB17-8A33-7948-9292-9D84396B454C}"/>
              </a:ext>
            </a:extLst>
          </p:cNvPr>
          <p:cNvSpPr>
            <a:spLocks noGrp="1"/>
          </p:cNvSpPr>
          <p:nvPr>
            <p:ph type="sldNum" sz="quarter" idx="4"/>
          </p:nvPr>
        </p:nvSpPr>
        <p:spPr>
          <a:xfrm>
            <a:off x="6205" y="253040"/>
            <a:ext cx="557048" cy="557048"/>
          </a:xfrm>
          <a:prstGeom prst="rect">
            <a:avLst/>
          </a:prstGeom>
        </p:spPr>
        <p:txBody>
          <a:bodyPr vert="horz" lIns="91440" tIns="45720" rIns="91440" bIns="45720" rtlCol="0" anchor="ctr"/>
          <a:lstStyle>
            <a:lvl1pPr algn="ctr">
              <a:defRPr sz="18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5F806934-C460-1C47-AF5D-CC9E191BC089}" type="slidenum">
              <a:rPr lang="en-US" smtClean="0"/>
              <a:pPr/>
              <a:t>‹#›</a:t>
            </a:fld>
            <a:endParaRPr lang="en-US"/>
          </a:p>
        </p:txBody>
      </p:sp>
    </p:spTree>
    <p:extLst>
      <p:ext uri="{BB962C8B-B14F-4D97-AF65-F5344CB8AC3E}">
        <p14:creationId xmlns:p14="http://schemas.microsoft.com/office/powerpoint/2010/main" val="604886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4" name="object 6">
            <a:extLst>
              <a:ext uri="{FF2B5EF4-FFF2-40B4-BE49-F238E27FC236}">
                <a16:creationId xmlns:a16="http://schemas.microsoft.com/office/drawing/2014/main" id="{E4EEB865-C597-2445-9285-CDA6A3D5AB31}"/>
              </a:ext>
            </a:extLst>
          </p:cNvPr>
          <p:cNvSpPr txBox="1"/>
          <p:nvPr/>
        </p:nvSpPr>
        <p:spPr>
          <a:xfrm>
            <a:off x="9015435" y="6592160"/>
            <a:ext cx="936092" cy="108192"/>
          </a:xfrm>
          <a:prstGeom prst="rect">
            <a:avLst/>
          </a:prstGeom>
        </p:spPr>
        <p:txBody>
          <a:bodyPr vert="horz" wrap="square" lIns="0" tIns="8086" rIns="0" bIns="0" rtlCol="0" anchor="t">
            <a:spAutoFit/>
          </a:bodyPr>
          <a:lstStyle/>
          <a:p>
            <a:pPr marL="7620" algn="r">
              <a:spcBef>
                <a:spcPts val="64"/>
              </a:spcBef>
            </a:pPr>
            <a:r>
              <a:rPr lang="en-US" sz="650" spc="97"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C</a:t>
            </a:r>
            <a:r>
              <a:rPr lang="en-US" sz="650" spc="85"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E</a:t>
            </a:r>
            <a:r>
              <a:rPr lang="en-US" sz="650" spc="82"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O</a:t>
            </a:r>
            <a:r>
              <a:rPr lang="en-US" sz="650"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W</a:t>
            </a:r>
            <a:r>
              <a:rPr sz="650" spc="-82"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 </a:t>
            </a:r>
            <a:r>
              <a:rPr sz="650" spc="97"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ORKS</a:t>
            </a:r>
            <a:r>
              <a:rPr sz="650"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a:t>
            </a:r>
            <a:r>
              <a:rPr sz="650" spc="-85"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 </a:t>
            </a:r>
            <a:r>
              <a:rPr sz="650"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C</a:t>
            </a:r>
            <a:r>
              <a:rPr sz="650" spc="-85"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 </a:t>
            </a:r>
            <a:r>
              <a:rPr sz="650" spc="97"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O</a:t>
            </a:r>
            <a:r>
              <a:rPr sz="650"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M</a:t>
            </a:r>
            <a:r>
              <a:rPr lang="en-US" sz="650" spc="-73"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 </a:t>
            </a:r>
            <a:endParaRPr lang="en-US" sz="65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object 7">
            <a:extLst>
              <a:ext uri="{FF2B5EF4-FFF2-40B4-BE49-F238E27FC236}">
                <a16:creationId xmlns:a16="http://schemas.microsoft.com/office/drawing/2014/main" id="{FA5EF913-B86C-6242-8B5D-C6C9597B1E86}"/>
              </a:ext>
            </a:extLst>
          </p:cNvPr>
          <p:cNvSpPr txBox="1"/>
          <p:nvPr/>
        </p:nvSpPr>
        <p:spPr>
          <a:xfrm>
            <a:off x="9986494" y="6601350"/>
            <a:ext cx="1711816" cy="108192"/>
          </a:xfrm>
          <a:prstGeom prst="rect">
            <a:avLst/>
          </a:prstGeom>
        </p:spPr>
        <p:txBody>
          <a:bodyPr vert="horz" wrap="square" lIns="0" tIns="8086" rIns="0" bIns="0" rtlCol="0">
            <a:spAutoFit/>
          </a:bodyPr>
          <a:lstStyle/>
          <a:p>
            <a:pPr marL="7701" algn="r">
              <a:spcBef>
                <a:spcPts val="64"/>
              </a:spcBef>
            </a:pPr>
            <a:r>
              <a:rPr sz="650" spc="97"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©2021</a:t>
            </a:r>
            <a:r>
              <a:rPr lang="en-US" sz="650" spc="97"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 |</a:t>
            </a:r>
            <a:r>
              <a:rPr sz="650"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 </a:t>
            </a:r>
            <a:r>
              <a:rPr sz="650" spc="3"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 </a:t>
            </a:r>
            <a:r>
              <a:rPr sz="650" spc="97"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AL</a:t>
            </a:r>
            <a:r>
              <a:rPr sz="650"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L </a:t>
            </a:r>
            <a:r>
              <a:rPr sz="650" spc="6"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 </a:t>
            </a:r>
            <a:r>
              <a:rPr sz="650" spc="97"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RIG</a:t>
            </a:r>
            <a:r>
              <a:rPr sz="650"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H</a:t>
            </a:r>
            <a:r>
              <a:rPr sz="650" spc="-73"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 </a:t>
            </a:r>
            <a:r>
              <a:rPr sz="650"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T</a:t>
            </a:r>
            <a:r>
              <a:rPr sz="650" spc="-73"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 </a:t>
            </a:r>
            <a:r>
              <a:rPr sz="650"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S </a:t>
            </a:r>
            <a:r>
              <a:rPr sz="650" spc="24"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 </a:t>
            </a:r>
            <a:r>
              <a:rPr sz="650" spc="97"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RESE</a:t>
            </a:r>
            <a:r>
              <a:rPr sz="650" spc="82"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R</a:t>
            </a:r>
            <a:r>
              <a:rPr sz="650" spc="97"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VE</a:t>
            </a:r>
            <a:r>
              <a:rPr lang="en-US" sz="650" spc="97"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D</a:t>
            </a:r>
            <a:endParaRPr sz="650"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7" name="Picture 6">
            <a:extLst>
              <a:ext uri="{FF2B5EF4-FFF2-40B4-BE49-F238E27FC236}">
                <a16:creationId xmlns:a16="http://schemas.microsoft.com/office/drawing/2014/main" id="{9F19D081-78BD-EC41-8DAE-A6616CD18E8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9209505" y="483198"/>
            <a:ext cx="2386805" cy="468000"/>
          </a:xfrm>
          <a:prstGeom prst="rect">
            <a:avLst/>
          </a:prstGeom>
        </p:spPr>
      </p:pic>
      <p:sp>
        <p:nvSpPr>
          <p:cNvPr id="9" name="Text Placeholder 8">
            <a:extLst>
              <a:ext uri="{FF2B5EF4-FFF2-40B4-BE49-F238E27FC236}">
                <a16:creationId xmlns:a16="http://schemas.microsoft.com/office/drawing/2014/main" id="{D553E9E2-639D-094E-A95E-575A9BF2EAB1}"/>
              </a:ext>
            </a:extLst>
          </p:cNvPr>
          <p:cNvSpPr>
            <a:spLocks noGrp="1"/>
          </p:cNvSpPr>
          <p:nvPr>
            <p:ph type="body" sz="quarter" idx="10" hasCustomPrompt="1"/>
          </p:nvPr>
        </p:nvSpPr>
        <p:spPr>
          <a:xfrm>
            <a:off x="421930" y="4914976"/>
            <a:ext cx="10859342" cy="736678"/>
          </a:xfrm>
          <a:prstGeom prst="rect">
            <a:avLst/>
          </a:prstGeom>
        </p:spPr>
        <p:txBody>
          <a:bodyPr/>
          <a:lstStyle>
            <a:lvl1pPr marL="0" indent="0">
              <a:buNone/>
              <a:defRPr sz="5400" b="0" i="0" spc="300">
                <a:latin typeface="Helvetica Neue Medium" panose="02000503000000020004" pitchFamily="2" charset="0"/>
                <a:ea typeface="Helvetica Neue Medium" panose="02000503000000020004" pitchFamily="2" charset="0"/>
                <a:cs typeface="Helvetica Neue Medium" panose="02000503000000020004" pitchFamily="2" charset="0"/>
              </a:defRPr>
            </a:lvl1pPr>
            <a:lvl2pPr marL="457200" indent="0">
              <a:buNone/>
              <a:defRPr/>
            </a:lvl2pPr>
          </a:lstStyle>
          <a:p>
            <a:pPr lvl="0"/>
            <a:r>
              <a:rPr lang="en-US" dirty="0"/>
              <a:t>EDIT MASTER TEXT STYLES</a:t>
            </a:r>
          </a:p>
        </p:txBody>
      </p:sp>
      <p:sp>
        <p:nvSpPr>
          <p:cNvPr id="10" name="Text Placeholder 8">
            <a:extLst>
              <a:ext uri="{FF2B5EF4-FFF2-40B4-BE49-F238E27FC236}">
                <a16:creationId xmlns:a16="http://schemas.microsoft.com/office/drawing/2014/main" id="{C83D274A-0A49-2645-9EDC-0D1F7791BA76}"/>
              </a:ext>
            </a:extLst>
          </p:cNvPr>
          <p:cNvSpPr>
            <a:spLocks noGrp="1"/>
          </p:cNvSpPr>
          <p:nvPr>
            <p:ph type="body" sz="quarter" idx="11" hasCustomPrompt="1"/>
          </p:nvPr>
        </p:nvSpPr>
        <p:spPr>
          <a:xfrm>
            <a:off x="421930" y="5651654"/>
            <a:ext cx="10859342" cy="736678"/>
          </a:xfrm>
          <a:prstGeom prst="rect">
            <a:avLst/>
          </a:prstGeom>
        </p:spPr>
        <p:txBody>
          <a:bodyPr/>
          <a:lstStyle>
            <a:lvl1pPr marL="0" indent="0">
              <a:buNone/>
              <a:defRPr sz="2000" b="0" i="0" spc="300">
                <a:latin typeface="Helvetica Neue Light" panose="02000403000000020004" pitchFamily="2" charset="0"/>
                <a:ea typeface="Helvetica Neue Light" panose="02000403000000020004" pitchFamily="2" charset="0"/>
                <a:cs typeface="Helvetica Neue Medium" panose="02000503000000020004" pitchFamily="2" charset="0"/>
              </a:defRPr>
            </a:lvl1pPr>
            <a:lvl2pPr marL="457200" indent="0">
              <a:buNone/>
              <a:defRPr/>
            </a:lvl2pPr>
          </a:lstStyle>
          <a:p>
            <a:pPr lvl="0"/>
            <a:r>
              <a:rPr lang="en-US" dirty="0"/>
              <a:t>EDIT MASTER TEXT STYLES</a:t>
            </a:r>
          </a:p>
        </p:txBody>
      </p:sp>
    </p:spTree>
    <p:extLst>
      <p:ext uri="{BB962C8B-B14F-4D97-AF65-F5344CB8AC3E}">
        <p14:creationId xmlns:p14="http://schemas.microsoft.com/office/powerpoint/2010/main" val="3625795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4" name="object 6">
            <a:extLst>
              <a:ext uri="{FF2B5EF4-FFF2-40B4-BE49-F238E27FC236}">
                <a16:creationId xmlns:a16="http://schemas.microsoft.com/office/drawing/2014/main" id="{E4EEB865-C597-2445-9285-CDA6A3D5AB31}"/>
              </a:ext>
            </a:extLst>
          </p:cNvPr>
          <p:cNvSpPr txBox="1"/>
          <p:nvPr/>
        </p:nvSpPr>
        <p:spPr>
          <a:xfrm>
            <a:off x="9015435" y="6592160"/>
            <a:ext cx="936092" cy="108192"/>
          </a:xfrm>
          <a:prstGeom prst="rect">
            <a:avLst/>
          </a:prstGeom>
        </p:spPr>
        <p:txBody>
          <a:bodyPr vert="horz" wrap="square" lIns="0" tIns="8086" rIns="0" bIns="0" rtlCol="0" anchor="t">
            <a:spAutoFit/>
          </a:bodyPr>
          <a:lstStyle/>
          <a:p>
            <a:pPr marL="7620" algn="r">
              <a:spcBef>
                <a:spcPts val="64"/>
              </a:spcBef>
            </a:pPr>
            <a:r>
              <a:rPr lang="en-US" sz="650" spc="97"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C</a:t>
            </a:r>
            <a:r>
              <a:rPr lang="en-US" sz="650" spc="85"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E</a:t>
            </a:r>
            <a:r>
              <a:rPr lang="en-US" sz="650" spc="82"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O</a:t>
            </a:r>
            <a:r>
              <a:rPr lang="en-US" sz="650"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W</a:t>
            </a:r>
            <a:r>
              <a:rPr sz="650" spc="-82"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 </a:t>
            </a:r>
            <a:r>
              <a:rPr sz="650" spc="97"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ORKS</a:t>
            </a:r>
            <a:r>
              <a:rPr sz="650"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a:t>
            </a:r>
            <a:r>
              <a:rPr sz="650" spc="-85"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 </a:t>
            </a:r>
            <a:r>
              <a:rPr sz="650"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C</a:t>
            </a:r>
            <a:r>
              <a:rPr sz="650" spc="-85"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 </a:t>
            </a:r>
            <a:r>
              <a:rPr sz="650" spc="97"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O</a:t>
            </a:r>
            <a:r>
              <a:rPr sz="650"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M</a:t>
            </a:r>
            <a:r>
              <a:rPr lang="en-US" sz="650" spc="-73" dirty="0">
                <a:solidFill>
                  <a:srgbClr val="161D1A"/>
                </a:solidFill>
                <a:latin typeface="Helvetica Neue" panose="02000503000000020004" pitchFamily="2" charset="0"/>
                <a:ea typeface="Helvetica Neue" panose="02000503000000020004" pitchFamily="2" charset="0"/>
                <a:cs typeface="Helvetica Neue" panose="02000503000000020004" pitchFamily="2" charset="0"/>
              </a:rPr>
              <a:t> </a:t>
            </a:r>
            <a:endParaRPr lang="en-US" sz="65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object 7">
            <a:extLst>
              <a:ext uri="{FF2B5EF4-FFF2-40B4-BE49-F238E27FC236}">
                <a16:creationId xmlns:a16="http://schemas.microsoft.com/office/drawing/2014/main" id="{FA5EF913-B86C-6242-8B5D-C6C9597B1E86}"/>
              </a:ext>
            </a:extLst>
          </p:cNvPr>
          <p:cNvSpPr txBox="1"/>
          <p:nvPr/>
        </p:nvSpPr>
        <p:spPr>
          <a:xfrm>
            <a:off x="9986494" y="6601350"/>
            <a:ext cx="1711816" cy="108192"/>
          </a:xfrm>
          <a:prstGeom prst="rect">
            <a:avLst/>
          </a:prstGeom>
        </p:spPr>
        <p:txBody>
          <a:bodyPr vert="horz" wrap="square" lIns="0" tIns="8086" rIns="0" bIns="0" rtlCol="0">
            <a:spAutoFit/>
          </a:bodyPr>
          <a:lstStyle/>
          <a:p>
            <a:pPr marL="7701" algn="r">
              <a:spcBef>
                <a:spcPts val="64"/>
              </a:spcBef>
            </a:pPr>
            <a:r>
              <a:rPr sz="650" spc="97"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©2021</a:t>
            </a:r>
            <a:r>
              <a:rPr lang="en-US" sz="650" spc="97"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 |</a:t>
            </a:r>
            <a:r>
              <a:rPr sz="650"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 </a:t>
            </a:r>
            <a:r>
              <a:rPr sz="650" spc="3"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 </a:t>
            </a:r>
            <a:r>
              <a:rPr sz="650" spc="97"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AL</a:t>
            </a:r>
            <a:r>
              <a:rPr sz="650"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L </a:t>
            </a:r>
            <a:r>
              <a:rPr sz="650" spc="6"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 </a:t>
            </a:r>
            <a:r>
              <a:rPr sz="650" spc="97"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RIG</a:t>
            </a:r>
            <a:r>
              <a:rPr sz="650"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H</a:t>
            </a:r>
            <a:r>
              <a:rPr sz="650" spc="-73"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 </a:t>
            </a:r>
            <a:r>
              <a:rPr sz="650"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T</a:t>
            </a:r>
            <a:r>
              <a:rPr sz="650" spc="-73"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 </a:t>
            </a:r>
            <a:r>
              <a:rPr sz="650"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S </a:t>
            </a:r>
            <a:r>
              <a:rPr sz="650" spc="24"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 </a:t>
            </a:r>
            <a:r>
              <a:rPr sz="650" spc="97"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RESE</a:t>
            </a:r>
            <a:r>
              <a:rPr sz="650" spc="82"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R</a:t>
            </a:r>
            <a:r>
              <a:rPr sz="650" spc="97"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VE</a:t>
            </a:r>
            <a:r>
              <a:rPr lang="en-US" sz="650" spc="97"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D</a:t>
            </a:r>
            <a:endParaRPr sz="650"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9" name="Text Placeholder 8">
            <a:extLst>
              <a:ext uri="{FF2B5EF4-FFF2-40B4-BE49-F238E27FC236}">
                <a16:creationId xmlns:a16="http://schemas.microsoft.com/office/drawing/2014/main" id="{D553E9E2-639D-094E-A95E-575A9BF2EAB1}"/>
              </a:ext>
            </a:extLst>
          </p:cNvPr>
          <p:cNvSpPr>
            <a:spLocks noGrp="1"/>
          </p:cNvSpPr>
          <p:nvPr>
            <p:ph type="body" sz="quarter" idx="10" hasCustomPrompt="1"/>
          </p:nvPr>
        </p:nvSpPr>
        <p:spPr>
          <a:xfrm>
            <a:off x="421930" y="4914976"/>
            <a:ext cx="10859342" cy="736678"/>
          </a:xfrm>
          <a:prstGeom prst="rect">
            <a:avLst/>
          </a:prstGeom>
        </p:spPr>
        <p:txBody>
          <a:bodyPr/>
          <a:lstStyle>
            <a:lvl1pPr marL="0" indent="0">
              <a:buNone/>
              <a:defRPr sz="5400" b="0" i="0" spc="300">
                <a:latin typeface="Helvetica Neue Medium" panose="02000503000000020004" pitchFamily="2" charset="0"/>
                <a:ea typeface="Helvetica Neue Medium" panose="02000503000000020004" pitchFamily="2" charset="0"/>
                <a:cs typeface="Helvetica Neue Medium" panose="02000503000000020004" pitchFamily="2" charset="0"/>
              </a:defRPr>
            </a:lvl1pPr>
            <a:lvl2pPr marL="457200" indent="0">
              <a:buNone/>
              <a:defRPr/>
            </a:lvl2pPr>
          </a:lstStyle>
          <a:p>
            <a:pPr lvl="0"/>
            <a:r>
              <a:rPr lang="en-US" dirty="0"/>
              <a:t>EDIT MASTER TEXT STYLES</a:t>
            </a:r>
          </a:p>
        </p:txBody>
      </p:sp>
      <p:sp>
        <p:nvSpPr>
          <p:cNvPr id="10" name="Text Placeholder 8">
            <a:extLst>
              <a:ext uri="{FF2B5EF4-FFF2-40B4-BE49-F238E27FC236}">
                <a16:creationId xmlns:a16="http://schemas.microsoft.com/office/drawing/2014/main" id="{C83D274A-0A49-2645-9EDC-0D1F7791BA76}"/>
              </a:ext>
            </a:extLst>
          </p:cNvPr>
          <p:cNvSpPr>
            <a:spLocks noGrp="1"/>
          </p:cNvSpPr>
          <p:nvPr>
            <p:ph type="body" sz="quarter" idx="11" hasCustomPrompt="1"/>
          </p:nvPr>
        </p:nvSpPr>
        <p:spPr>
          <a:xfrm>
            <a:off x="421930" y="5651654"/>
            <a:ext cx="10859342" cy="736678"/>
          </a:xfrm>
          <a:prstGeom prst="rect">
            <a:avLst/>
          </a:prstGeom>
        </p:spPr>
        <p:txBody>
          <a:bodyPr/>
          <a:lstStyle>
            <a:lvl1pPr marL="0" indent="0">
              <a:buNone/>
              <a:defRPr sz="2000" b="0" i="0" spc="300">
                <a:latin typeface="Helvetica Neue Light" panose="02000403000000020004" pitchFamily="2" charset="0"/>
                <a:ea typeface="Helvetica Neue Light" panose="02000403000000020004" pitchFamily="2" charset="0"/>
                <a:cs typeface="Helvetica Neue Medium" panose="02000503000000020004" pitchFamily="2" charset="0"/>
              </a:defRPr>
            </a:lvl1pPr>
            <a:lvl2pPr marL="457200" indent="0">
              <a:buNone/>
              <a:defRPr/>
            </a:lvl2pPr>
          </a:lstStyle>
          <a:p>
            <a:pPr lvl="0"/>
            <a:r>
              <a:rPr lang="en-US" dirty="0"/>
              <a:t>EDIT MASTER TEXT STYLES</a:t>
            </a:r>
          </a:p>
        </p:txBody>
      </p:sp>
      <p:sp>
        <p:nvSpPr>
          <p:cNvPr id="8" name="TextBox 7">
            <a:extLst>
              <a:ext uri="{FF2B5EF4-FFF2-40B4-BE49-F238E27FC236}">
                <a16:creationId xmlns:a16="http://schemas.microsoft.com/office/drawing/2014/main" id="{7DB748F5-71EA-084C-B04B-3A0B19102F01}"/>
              </a:ext>
            </a:extLst>
          </p:cNvPr>
          <p:cNvSpPr txBox="1"/>
          <p:nvPr/>
        </p:nvSpPr>
        <p:spPr>
          <a:xfrm>
            <a:off x="4819973" y="511444"/>
            <a:ext cx="0" cy="0"/>
          </a:xfrm>
          <a:prstGeom prst="rect">
            <a:avLst/>
          </a:prstGeom>
          <a:noFill/>
        </p:spPr>
        <p:txBody>
          <a:bodyPr wrap="none" rtlCol="0">
            <a:noAutofit/>
          </a:bodyPr>
          <a:lstStyle/>
          <a:p>
            <a:pPr algn="l"/>
            <a:endParaRPr lang="en-US" sz="1600" dirty="0">
              <a:latin typeface="Lato Light" panose="020F0402020204030203" pitchFamily="34" charset="0"/>
              <a:cs typeface="Lato Light" panose="020F0402020204030203" pitchFamily="34" charset="0"/>
            </a:endParaRPr>
          </a:p>
        </p:txBody>
      </p:sp>
      <p:pic>
        <p:nvPicPr>
          <p:cNvPr id="11" name="Picture 10">
            <a:extLst>
              <a:ext uri="{FF2B5EF4-FFF2-40B4-BE49-F238E27FC236}">
                <a16:creationId xmlns:a16="http://schemas.microsoft.com/office/drawing/2014/main" id="{06B8F761-0675-774D-BBA2-DCB4CD087A0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2192000" cy="4464000"/>
          </a:xfrm>
          <a:prstGeom prst="rect">
            <a:avLst/>
          </a:prstGeom>
        </p:spPr>
      </p:pic>
      <p:sp>
        <p:nvSpPr>
          <p:cNvPr id="12" name="Rectangle 11">
            <a:extLst>
              <a:ext uri="{FF2B5EF4-FFF2-40B4-BE49-F238E27FC236}">
                <a16:creationId xmlns:a16="http://schemas.microsoft.com/office/drawing/2014/main" id="{F608A909-B0C2-A04A-A160-5A84D835095C}"/>
              </a:ext>
            </a:extLst>
          </p:cNvPr>
          <p:cNvSpPr/>
          <p:nvPr/>
        </p:nvSpPr>
        <p:spPr>
          <a:xfrm>
            <a:off x="0" y="-6398"/>
            <a:ext cx="12192000" cy="4465607"/>
          </a:xfrm>
          <a:prstGeom prst="rect">
            <a:avLst/>
          </a:prstGeom>
          <a:solidFill>
            <a:schemeClr val="bg1">
              <a:lumMod val="85000"/>
              <a:alpha val="5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Lato Light" panose="020F0402020204030203" pitchFamily="34" charset="0"/>
              <a:cs typeface="Lato Light" panose="020F0402020204030203" pitchFamily="34" charset="0"/>
            </a:endParaRPr>
          </a:p>
        </p:txBody>
      </p:sp>
      <p:sp>
        <p:nvSpPr>
          <p:cNvPr id="13" name="Rectangle 12">
            <a:extLst>
              <a:ext uri="{FF2B5EF4-FFF2-40B4-BE49-F238E27FC236}">
                <a16:creationId xmlns:a16="http://schemas.microsoft.com/office/drawing/2014/main" id="{799B21ED-7389-5649-9B11-B1A8E81DAAA5}"/>
              </a:ext>
            </a:extLst>
          </p:cNvPr>
          <p:cNvSpPr>
            <a:spLocks noChangeAspect="1"/>
          </p:cNvSpPr>
          <p:nvPr/>
        </p:nvSpPr>
        <p:spPr>
          <a:xfrm>
            <a:off x="-2" y="1109602"/>
            <a:ext cx="1116000" cy="1116000"/>
          </a:xfrm>
          <a:prstGeom prst="rect">
            <a:avLst/>
          </a:prstGeom>
          <a:solidFill>
            <a:srgbClr val="B20B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7D093B7-7B0C-A949-BDA4-4C677D1CFFF3}"/>
              </a:ext>
            </a:extLst>
          </p:cNvPr>
          <p:cNvSpPr>
            <a:spLocks noChangeAspect="1"/>
          </p:cNvSpPr>
          <p:nvPr/>
        </p:nvSpPr>
        <p:spPr>
          <a:xfrm>
            <a:off x="1115999" y="2227209"/>
            <a:ext cx="1116000" cy="1116000"/>
          </a:xfrm>
          <a:prstGeom prst="rect">
            <a:avLst/>
          </a:prstGeom>
          <a:solidFill>
            <a:schemeClr val="accent5">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775894A-3FA7-BE48-99AC-A366B034E2E2}"/>
              </a:ext>
            </a:extLst>
          </p:cNvPr>
          <p:cNvSpPr>
            <a:spLocks noChangeAspect="1"/>
          </p:cNvSpPr>
          <p:nvPr/>
        </p:nvSpPr>
        <p:spPr>
          <a:xfrm>
            <a:off x="0" y="3343209"/>
            <a:ext cx="1116000" cy="1116030"/>
          </a:xfrm>
          <a:prstGeom prst="rect">
            <a:avLst/>
          </a:prstGeom>
          <a:solidFill>
            <a:srgbClr val="FFAB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6C620C9-E1CE-9E42-A9EF-EFC611E705CF}"/>
              </a:ext>
            </a:extLst>
          </p:cNvPr>
          <p:cNvSpPr>
            <a:spLocks noChangeAspect="1"/>
          </p:cNvSpPr>
          <p:nvPr/>
        </p:nvSpPr>
        <p:spPr>
          <a:xfrm>
            <a:off x="2231999" y="1104811"/>
            <a:ext cx="1116000" cy="11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443B625-ED3B-FD4F-A3F6-64D4E2C9014C}"/>
              </a:ext>
            </a:extLst>
          </p:cNvPr>
          <p:cNvSpPr>
            <a:spLocks noChangeAspect="1"/>
          </p:cNvSpPr>
          <p:nvPr/>
        </p:nvSpPr>
        <p:spPr>
          <a:xfrm>
            <a:off x="0" y="-6398"/>
            <a:ext cx="1116000" cy="11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 name="Rectangle 17">
            <a:extLst>
              <a:ext uri="{FF2B5EF4-FFF2-40B4-BE49-F238E27FC236}">
                <a16:creationId xmlns:a16="http://schemas.microsoft.com/office/drawing/2014/main" id="{6928723D-ED5D-BB46-AB8C-8B3220A5E942}"/>
              </a:ext>
            </a:extLst>
          </p:cNvPr>
          <p:cNvSpPr>
            <a:spLocks noChangeAspect="1"/>
          </p:cNvSpPr>
          <p:nvPr/>
        </p:nvSpPr>
        <p:spPr>
          <a:xfrm>
            <a:off x="3347999" y="-12796"/>
            <a:ext cx="1116000" cy="1116000"/>
          </a:xfrm>
          <a:prstGeom prst="rect">
            <a:avLst/>
          </a:prstGeom>
          <a:solidFill>
            <a:schemeClr val="bg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9F8CAB0-BD9B-1B4F-9A2F-06BF541B5FAB}"/>
              </a:ext>
            </a:extLst>
          </p:cNvPr>
          <p:cNvSpPr>
            <a:spLocks noChangeAspect="1"/>
          </p:cNvSpPr>
          <p:nvPr/>
        </p:nvSpPr>
        <p:spPr>
          <a:xfrm>
            <a:off x="3347999" y="3343209"/>
            <a:ext cx="1116000" cy="11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0" name="Rectangle 19">
            <a:extLst>
              <a:ext uri="{FF2B5EF4-FFF2-40B4-BE49-F238E27FC236}">
                <a16:creationId xmlns:a16="http://schemas.microsoft.com/office/drawing/2014/main" id="{17A47999-8CDA-8F48-8364-FEB2A1E7A376}"/>
              </a:ext>
            </a:extLst>
          </p:cNvPr>
          <p:cNvSpPr>
            <a:spLocks noChangeAspect="1"/>
          </p:cNvSpPr>
          <p:nvPr/>
        </p:nvSpPr>
        <p:spPr>
          <a:xfrm>
            <a:off x="6449620" y="2220811"/>
            <a:ext cx="1116000" cy="1116000"/>
          </a:xfrm>
          <a:prstGeom prst="rect">
            <a:avLst/>
          </a:prstGeom>
          <a:solidFill>
            <a:schemeClr val="bg1">
              <a:alpha val="5165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 name="Rectangle 20">
            <a:extLst>
              <a:ext uri="{FF2B5EF4-FFF2-40B4-BE49-F238E27FC236}">
                <a16:creationId xmlns:a16="http://schemas.microsoft.com/office/drawing/2014/main" id="{1939CA84-A1FA-D04C-B67A-CF4825DC0055}"/>
              </a:ext>
            </a:extLst>
          </p:cNvPr>
          <p:cNvSpPr/>
          <p:nvPr/>
        </p:nvSpPr>
        <p:spPr>
          <a:xfrm>
            <a:off x="7565620" y="1098413"/>
            <a:ext cx="1133970" cy="1116000"/>
          </a:xfrm>
          <a:prstGeom prst="rect">
            <a:avLst/>
          </a:prstGeom>
          <a:solidFill>
            <a:schemeClr val="accent5">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FF0C9D0E-56D2-7B4B-87CB-B3EF6C5C3088}"/>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9209505" y="483198"/>
            <a:ext cx="2386805" cy="468000"/>
          </a:xfrm>
          <a:prstGeom prst="rect">
            <a:avLst/>
          </a:prstGeom>
        </p:spPr>
      </p:pic>
    </p:spTree>
    <p:extLst>
      <p:ext uri="{BB962C8B-B14F-4D97-AF65-F5344CB8AC3E}">
        <p14:creationId xmlns:p14="http://schemas.microsoft.com/office/powerpoint/2010/main" val="127899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F29D7AD-502E-464C-93A2-5D27E5FB5EFB}"/>
              </a:ext>
            </a:extLst>
          </p:cNvPr>
          <p:cNvSpPr/>
          <p:nvPr/>
        </p:nvSpPr>
        <p:spPr>
          <a:xfrm>
            <a:off x="0" y="253040"/>
            <a:ext cx="557048" cy="557048"/>
          </a:xfrm>
          <a:prstGeom prst="rect">
            <a:avLst/>
          </a:prstGeom>
          <a:solidFill>
            <a:srgbClr val="B20B2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dirty="0">
              <a:latin typeface="Lato Light" panose="020F0402020204030203" pitchFamily="34" charset="0"/>
              <a:cs typeface="Lato Light" panose="020F0402020204030203" pitchFamily="34" charset="0"/>
            </a:endParaRPr>
          </a:p>
        </p:txBody>
      </p:sp>
      <p:sp>
        <p:nvSpPr>
          <p:cNvPr id="9" name="Holder 4">
            <a:extLst>
              <a:ext uri="{FF2B5EF4-FFF2-40B4-BE49-F238E27FC236}">
                <a16:creationId xmlns:a16="http://schemas.microsoft.com/office/drawing/2014/main" id="{2B37DAE3-CD0A-2649-B6D2-CDF2BE26185F}"/>
              </a:ext>
            </a:extLst>
          </p:cNvPr>
          <p:cNvSpPr>
            <a:spLocks noGrp="1"/>
          </p:cNvSpPr>
          <p:nvPr>
            <p:ph type="ftr" sz="quarter" idx="3"/>
          </p:nvPr>
        </p:nvSpPr>
        <p:spPr>
          <a:xfrm>
            <a:off x="7771314" y="6437073"/>
            <a:ext cx="2812112" cy="266146"/>
          </a:xfrm>
          <a:prstGeom prst="rect">
            <a:avLst/>
          </a:prstGeom>
        </p:spPr>
        <p:txBody>
          <a:bodyPr wrap="square" lIns="0" tIns="0" rIns="0" bIns="0" anchor="ctr">
            <a:noAutofit/>
          </a:bodyPr>
          <a:lstStyle>
            <a:lvl1pPr algn="r">
              <a:defRPr sz="900" b="0" i="0">
                <a:solidFill>
                  <a:schemeClr val="accent3"/>
                </a:solidFill>
                <a:latin typeface="Lato Light" panose="020F0402020204030203" pitchFamily="34" charset="0"/>
                <a:cs typeface="Lato Light" panose="020F0402020204030203" pitchFamily="34" charset="0"/>
              </a:defRPr>
            </a:lvl1pPr>
          </a:lstStyle>
          <a:p>
            <a:r>
              <a:rPr lang="en-US" dirty="0"/>
              <a:t>©2021  |  All rights reserved.</a:t>
            </a:r>
          </a:p>
        </p:txBody>
      </p:sp>
      <p:sp>
        <p:nvSpPr>
          <p:cNvPr id="10" name="Text Placeholder 13">
            <a:extLst>
              <a:ext uri="{FF2B5EF4-FFF2-40B4-BE49-F238E27FC236}">
                <a16:creationId xmlns:a16="http://schemas.microsoft.com/office/drawing/2014/main" id="{74E1E285-7CC1-6B41-95D3-A862C60AC9BA}"/>
              </a:ext>
            </a:extLst>
          </p:cNvPr>
          <p:cNvSpPr>
            <a:spLocks noGrp="1"/>
          </p:cNvSpPr>
          <p:nvPr>
            <p:ph type="body" sz="quarter" idx="10" hasCustomPrompt="1"/>
          </p:nvPr>
        </p:nvSpPr>
        <p:spPr>
          <a:xfrm>
            <a:off x="726539" y="308795"/>
            <a:ext cx="11303879" cy="456878"/>
          </a:xfrm>
          <a:prstGeom prst="rect">
            <a:avLst/>
          </a:prstGeom>
        </p:spPr>
        <p:txBody>
          <a:bodyPr/>
          <a:lstStyle>
            <a:lvl1pPr marL="0" indent="0">
              <a:buNone/>
              <a:defRPr sz="2400" b="1" i="0" spc="0">
                <a:latin typeface="Helvetica Neue Condensed" panose="02000503000000020004" pitchFamily="2" charset="0"/>
                <a:ea typeface="Helvetica Neue Condensed" panose="02000503000000020004" pitchFamily="2" charset="0"/>
                <a:cs typeface="Helvetica Neue Condensed" panose="02000503000000020004" pitchFamily="2" charset="0"/>
              </a:defRPr>
            </a:lvl1pPr>
          </a:lstStyle>
          <a:p>
            <a:pPr lvl="0"/>
            <a:r>
              <a:rPr lang="en-US" dirty="0"/>
              <a:t>EDIT MASTER TEXT STYLES</a:t>
            </a:r>
          </a:p>
        </p:txBody>
      </p:sp>
      <p:sp>
        <p:nvSpPr>
          <p:cNvPr id="5" name="Slide Number Placeholder 1">
            <a:extLst>
              <a:ext uri="{FF2B5EF4-FFF2-40B4-BE49-F238E27FC236}">
                <a16:creationId xmlns:a16="http://schemas.microsoft.com/office/drawing/2014/main" id="{042A2C85-AD88-CE4C-B1E6-BC302FC3CC48}"/>
              </a:ext>
            </a:extLst>
          </p:cNvPr>
          <p:cNvSpPr>
            <a:spLocks noGrp="1"/>
          </p:cNvSpPr>
          <p:nvPr>
            <p:ph type="sldNum" sz="quarter" idx="4"/>
          </p:nvPr>
        </p:nvSpPr>
        <p:spPr>
          <a:xfrm>
            <a:off x="6205" y="253040"/>
            <a:ext cx="557048" cy="557048"/>
          </a:xfrm>
          <a:prstGeom prst="rect">
            <a:avLst/>
          </a:prstGeom>
        </p:spPr>
        <p:txBody>
          <a:bodyPr vert="horz" lIns="91440" tIns="45720" rIns="91440" bIns="45720" rtlCol="0" anchor="ctr"/>
          <a:lstStyle>
            <a:lvl1pPr algn="ctr">
              <a:defRPr sz="18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5F806934-C460-1C47-AF5D-CC9E191BC089}" type="slidenum">
              <a:rPr lang="en-US" smtClean="0"/>
              <a:pPr/>
              <a:t>‹#›</a:t>
            </a:fld>
            <a:endParaRPr lang="en-US"/>
          </a:p>
        </p:txBody>
      </p:sp>
      <p:sp>
        <p:nvSpPr>
          <p:cNvPr id="6" name="Rectangle 5">
            <a:extLst>
              <a:ext uri="{FF2B5EF4-FFF2-40B4-BE49-F238E27FC236}">
                <a16:creationId xmlns:a16="http://schemas.microsoft.com/office/drawing/2014/main" id="{FF1655D3-270D-BF46-B17F-FE13DA1A654D}"/>
              </a:ext>
            </a:extLst>
          </p:cNvPr>
          <p:cNvSpPr/>
          <p:nvPr userDrawn="1"/>
        </p:nvSpPr>
        <p:spPr>
          <a:xfrm>
            <a:off x="-1024568" y="661361"/>
            <a:ext cx="627961" cy="62796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BA53409-D4C9-1C4F-9A83-39138C782DC6}"/>
              </a:ext>
            </a:extLst>
          </p:cNvPr>
          <p:cNvSpPr/>
          <p:nvPr userDrawn="1"/>
        </p:nvSpPr>
        <p:spPr>
          <a:xfrm>
            <a:off x="-1024569" y="1327044"/>
            <a:ext cx="627961" cy="6279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CF34876-C770-224F-AF2B-D1631CBB483D}"/>
              </a:ext>
            </a:extLst>
          </p:cNvPr>
          <p:cNvSpPr/>
          <p:nvPr userDrawn="1"/>
        </p:nvSpPr>
        <p:spPr>
          <a:xfrm>
            <a:off x="-1024570" y="1992727"/>
            <a:ext cx="627961" cy="62796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CCD3BB-386A-D449-BCB5-14ABB1C49CB7}"/>
              </a:ext>
            </a:extLst>
          </p:cNvPr>
          <p:cNvSpPr/>
          <p:nvPr userDrawn="1"/>
        </p:nvSpPr>
        <p:spPr>
          <a:xfrm>
            <a:off x="-1024571" y="2658410"/>
            <a:ext cx="627961" cy="62796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A72F881-A696-194C-A29D-DDFD8DEB6D82}"/>
              </a:ext>
            </a:extLst>
          </p:cNvPr>
          <p:cNvSpPr/>
          <p:nvPr userDrawn="1"/>
        </p:nvSpPr>
        <p:spPr>
          <a:xfrm>
            <a:off x="-1024572" y="3324093"/>
            <a:ext cx="627961" cy="62796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6660961-5289-7041-8895-C739435E0CAD}"/>
              </a:ext>
            </a:extLst>
          </p:cNvPr>
          <p:cNvSpPr/>
          <p:nvPr userDrawn="1"/>
        </p:nvSpPr>
        <p:spPr>
          <a:xfrm>
            <a:off x="-1024573" y="3989776"/>
            <a:ext cx="627961" cy="62796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DF9B56C-2076-684A-9CB4-CB2773303818}"/>
              </a:ext>
            </a:extLst>
          </p:cNvPr>
          <p:cNvSpPr/>
          <p:nvPr userDrawn="1"/>
        </p:nvSpPr>
        <p:spPr>
          <a:xfrm>
            <a:off x="-1024573" y="4655459"/>
            <a:ext cx="627961" cy="62796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C3BD27E-D250-EC4D-9C10-5455018DA7FC}"/>
              </a:ext>
            </a:extLst>
          </p:cNvPr>
          <p:cNvSpPr/>
          <p:nvPr userDrawn="1"/>
        </p:nvSpPr>
        <p:spPr>
          <a:xfrm>
            <a:off x="-1024573" y="5321144"/>
            <a:ext cx="627961" cy="6279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786737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 close up of a logo&#10;&#10;Description automatically generated with low confidence">
            <a:extLst>
              <a:ext uri="{FF2B5EF4-FFF2-40B4-BE49-F238E27FC236}">
                <a16:creationId xmlns:a16="http://schemas.microsoft.com/office/drawing/2014/main" id="{CE016DFB-081C-F94C-8C6E-6B46B745DFB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775881" y="6494836"/>
            <a:ext cx="1086530" cy="129600"/>
          </a:xfrm>
          <a:prstGeom prst="rect">
            <a:avLst/>
          </a:prstGeom>
        </p:spPr>
      </p:pic>
      <p:sp>
        <p:nvSpPr>
          <p:cNvPr id="9" name="Holder 4">
            <a:extLst>
              <a:ext uri="{FF2B5EF4-FFF2-40B4-BE49-F238E27FC236}">
                <a16:creationId xmlns:a16="http://schemas.microsoft.com/office/drawing/2014/main" id="{3EE912C5-1EE9-EB4F-A87C-78C990A8E423}"/>
              </a:ext>
            </a:extLst>
          </p:cNvPr>
          <p:cNvSpPr>
            <a:spLocks noGrp="1"/>
          </p:cNvSpPr>
          <p:nvPr>
            <p:ph type="ftr" sz="quarter" idx="3"/>
          </p:nvPr>
        </p:nvSpPr>
        <p:spPr>
          <a:xfrm>
            <a:off x="7771314" y="6437073"/>
            <a:ext cx="2812112" cy="266146"/>
          </a:xfrm>
          <a:prstGeom prst="rect">
            <a:avLst/>
          </a:prstGeom>
        </p:spPr>
        <p:txBody>
          <a:bodyPr wrap="square" lIns="0" tIns="0" rIns="0" bIns="0" anchor="ctr">
            <a:noAutofit/>
          </a:bodyPr>
          <a:lstStyle>
            <a:lvl1pPr algn="r">
              <a:defRPr sz="900" b="0" i="0">
                <a:solidFill>
                  <a:schemeClr val="accent3"/>
                </a:solidFill>
                <a:latin typeface="Lato Light" panose="020F0402020204030203" pitchFamily="34" charset="0"/>
                <a:cs typeface="Lato Light" panose="020F0402020204030203" pitchFamily="34" charset="0"/>
              </a:defRPr>
            </a:lvl1pPr>
          </a:lstStyle>
          <a:p>
            <a:r>
              <a:rPr lang="en-US" dirty="0"/>
              <a:t>©2021  |  All rights reserved.</a:t>
            </a:r>
          </a:p>
        </p:txBody>
      </p:sp>
    </p:spTree>
    <p:extLst>
      <p:ext uri="{BB962C8B-B14F-4D97-AF65-F5344CB8AC3E}">
        <p14:creationId xmlns:p14="http://schemas.microsoft.com/office/powerpoint/2010/main" val="2994182786"/>
      </p:ext>
    </p:extLst>
  </p:cSld>
  <p:clrMap bg1="lt1" tx1="dk1" bg2="lt2" tx2="dk2" accent1="accent1" accent2="accent2" accent3="accent3" accent4="accent4" accent5="accent5" accent6="accent6" hlink="hlink" folHlink="folHlink"/>
  <p:sldLayoutIdLst>
    <p:sldLayoutId id="2147483651" r:id="rId1"/>
    <p:sldLayoutId id="214748366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8018766"/>
      </p:ext>
    </p:extLst>
  </p:cSld>
  <p:clrMap bg1="lt1" tx1="dk1" bg2="lt2" tx2="dk2" accent1="accent1" accent2="accent2" accent3="accent3" accent4="accent4" accent5="accent5" accent6="accent6" hlink="hlink" folHlink="folHlink"/>
  <p:sldLayoutIdLst>
    <p:sldLayoutId id="2147483655" r:id="rId1"/>
    <p:sldLayoutId id="2147483661" r:id="rId2"/>
    <p:sldLayoutId id="2147483664"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80BFDA0-91DE-A640-8915-7F515AA63549}"/>
              </a:ext>
            </a:extLst>
          </p:cNvPr>
          <p:cNvSpPr/>
          <p:nvPr userDrawn="1"/>
        </p:nvSpPr>
        <p:spPr>
          <a:xfrm>
            <a:off x="0" y="253040"/>
            <a:ext cx="557048" cy="557048"/>
          </a:xfrm>
          <a:prstGeom prst="rect">
            <a:avLst/>
          </a:prstGeom>
          <a:solidFill>
            <a:srgbClr val="B20B2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800" dirty="0">
              <a:latin typeface="Lato Light" panose="020F0402020204030203" pitchFamily="34" charset="0"/>
              <a:cs typeface="Lato Light" panose="020F0402020204030203" pitchFamily="34" charset="0"/>
            </a:endParaRPr>
          </a:p>
        </p:txBody>
      </p:sp>
      <p:pic>
        <p:nvPicPr>
          <p:cNvPr id="9" name="Picture 8" descr="A close up of a logo&#10;&#10;Description automatically generated with low confidence">
            <a:extLst>
              <a:ext uri="{FF2B5EF4-FFF2-40B4-BE49-F238E27FC236}">
                <a16:creationId xmlns:a16="http://schemas.microsoft.com/office/drawing/2014/main" id="{242C77BD-D25D-F042-AF58-F1246B5F9BF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775881" y="6494836"/>
            <a:ext cx="1086530" cy="129600"/>
          </a:xfrm>
          <a:prstGeom prst="rect">
            <a:avLst/>
          </a:prstGeom>
        </p:spPr>
      </p:pic>
      <p:sp>
        <p:nvSpPr>
          <p:cNvPr id="10" name="Slide Number Placeholder 9">
            <a:extLst>
              <a:ext uri="{FF2B5EF4-FFF2-40B4-BE49-F238E27FC236}">
                <a16:creationId xmlns:a16="http://schemas.microsoft.com/office/drawing/2014/main" id="{BAB10290-0841-2C40-A98A-6A5302DC7FC5}"/>
              </a:ext>
            </a:extLst>
          </p:cNvPr>
          <p:cNvSpPr>
            <a:spLocks noGrp="1"/>
          </p:cNvSpPr>
          <p:nvPr>
            <p:ph type="sldNum" sz="quarter" idx="4"/>
          </p:nvPr>
        </p:nvSpPr>
        <p:spPr>
          <a:xfrm>
            <a:off x="0" y="253040"/>
            <a:ext cx="557048" cy="557048"/>
          </a:xfrm>
          <a:prstGeom prst="rect">
            <a:avLst/>
          </a:prstGeom>
        </p:spPr>
        <p:txBody>
          <a:bodyPr vert="horz" lIns="91440" tIns="45720" rIns="91440" bIns="45720" rtlCol="0" anchor="ctr"/>
          <a:lstStyle>
            <a:lvl1pPr algn="ctr">
              <a:defRPr sz="18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80526E42-365B-084B-AE2E-48443FD530E0}" type="slidenum">
              <a:rPr lang="en-US" smtClean="0"/>
              <a:pPr/>
              <a:t>‹#›</a:t>
            </a:fld>
            <a:endParaRPr lang="en-US"/>
          </a:p>
        </p:txBody>
      </p:sp>
    </p:spTree>
    <p:extLst>
      <p:ext uri="{BB962C8B-B14F-4D97-AF65-F5344CB8AC3E}">
        <p14:creationId xmlns:p14="http://schemas.microsoft.com/office/powerpoint/2010/main" val="3854426567"/>
      </p:ext>
    </p:extLst>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svg"/><Relationship Id="rId12" Type="http://schemas.openxmlformats.org/officeDocument/2006/relationships/image" Target="../media/image19.emf"/><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2F96596-1A88-9BFA-07CF-6109ED957F9A}"/>
              </a:ext>
            </a:extLst>
          </p:cNvPr>
          <p:cNvSpPr>
            <a:spLocks noGrp="1"/>
          </p:cNvSpPr>
          <p:nvPr>
            <p:ph type="body" sz="quarter" idx="10"/>
          </p:nvPr>
        </p:nvSpPr>
        <p:spPr/>
        <p:txBody>
          <a:bodyPr/>
          <a:lstStyle/>
          <a:p>
            <a:r>
              <a:rPr lang="en-US" dirty="0"/>
              <a:t>ORG SIMPLIFICATION</a:t>
            </a:r>
          </a:p>
        </p:txBody>
      </p:sp>
      <p:sp>
        <p:nvSpPr>
          <p:cNvPr id="3" name="Text Placeholder 2">
            <a:extLst>
              <a:ext uri="{FF2B5EF4-FFF2-40B4-BE49-F238E27FC236}">
                <a16:creationId xmlns:a16="http://schemas.microsoft.com/office/drawing/2014/main" id="{07BCB0D0-1155-33D4-3125-EBC637034D47}"/>
              </a:ext>
            </a:extLst>
          </p:cNvPr>
          <p:cNvSpPr>
            <a:spLocks noGrp="1"/>
          </p:cNvSpPr>
          <p:nvPr>
            <p:ph type="body" sz="quarter" idx="11"/>
          </p:nvPr>
        </p:nvSpPr>
        <p:spPr/>
        <p:txBody>
          <a:bodyPr/>
          <a:lstStyle/>
          <a:p>
            <a:r>
              <a:rPr lang="en-US" dirty="0"/>
              <a:t>@ Global CPG</a:t>
            </a:r>
          </a:p>
        </p:txBody>
      </p:sp>
    </p:spTree>
    <p:extLst>
      <p:ext uri="{BB962C8B-B14F-4D97-AF65-F5344CB8AC3E}">
        <p14:creationId xmlns:p14="http://schemas.microsoft.com/office/powerpoint/2010/main" val="276073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54624AF-E0E4-DF53-7AB6-B5201FB50CD5}"/>
              </a:ext>
            </a:extLst>
          </p:cNvPr>
          <p:cNvSpPr>
            <a:spLocks noGrp="1"/>
          </p:cNvSpPr>
          <p:nvPr>
            <p:ph type="body" sz="quarter" idx="10"/>
          </p:nvPr>
        </p:nvSpPr>
        <p:spPr/>
        <p:txBody>
          <a:bodyPr/>
          <a:lstStyle/>
          <a:p>
            <a:r>
              <a:rPr lang="en-US" dirty="0"/>
              <a:t>Value-Driven Organization Design Makes You Lean and Strong *</a:t>
            </a:r>
          </a:p>
        </p:txBody>
      </p:sp>
      <p:sp>
        <p:nvSpPr>
          <p:cNvPr id="3" name="Rectangle 2">
            <a:extLst>
              <a:ext uri="{FF2B5EF4-FFF2-40B4-BE49-F238E27FC236}">
                <a16:creationId xmlns:a16="http://schemas.microsoft.com/office/drawing/2014/main" id="{2E25698A-1C2F-AA18-1AB5-9D05C3D8F867}"/>
              </a:ext>
            </a:extLst>
          </p:cNvPr>
          <p:cNvSpPr/>
          <p:nvPr/>
        </p:nvSpPr>
        <p:spPr>
          <a:xfrm>
            <a:off x="726539" y="2496292"/>
            <a:ext cx="6420889" cy="1527455"/>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E3FCD24-842D-309D-8555-77CD893AB0E4}"/>
              </a:ext>
            </a:extLst>
          </p:cNvPr>
          <p:cNvSpPr/>
          <p:nvPr/>
        </p:nvSpPr>
        <p:spPr>
          <a:xfrm>
            <a:off x="5959366" y="1562100"/>
            <a:ext cx="5549462" cy="4660823"/>
          </a:xfrm>
          <a:prstGeom prst="rect">
            <a:avLst/>
          </a:prstGeom>
          <a:solidFill>
            <a:srgbClr val="288FC2"/>
          </a:solidFill>
          <a:ln>
            <a:solidFill>
              <a:srgbClr val="288F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3E5D5033-1768-E03C-B763-43E27F364C11}"/>
              </a:ext>
            </a:extLst>
          </p:cNvPr>
          <p:cNvGrpSpPr/>
          <p:nvPr/>
        </p:nvGrpSpPr>
        <p:grpSpPr>
          <a:xfrm>
            <a:off x="6658454" y="2079524"/>
            <a:ext cx="4339745" cy="3571975"/>
            <a:chOff x="7028486" y="2358193"/>
            <a:chExt cx="3877924" cy="2854072"/>
          </a:xfrm>
        </p:grpSpPr>
        <p:sp>
          <p:nvSpPr>
            <p:cNvPr id="6" name="TextBox 5">
              <a:extLst>
                <a:ext uri="{FF2B5EF4-FFF2-40B4-BE49-F238E27FC236}">
                  <a16:creationId xmlns:a16="http://schemas.microsoft.com/office/drawing/2014/main" id="{D7387C04-D45D-1444-E4C1-8E5B741D2ED6}"/>
                </a:ext>
              </a:extLst>
            </p:cNvPr>
            <p:cNvSpPr txBox="1"/>
            <p:nvPr/>
          </p:nvSpPr>
          <p:spPr>
            <a:xfrm>
              <a:off x="7028486" y="3100754"/>
              <a:ext cx="3877924" cy="626389"/>
            </a:xfrm>
            <a:prstGeom prst="rect">
              <a:avLst/>
            </a:prstGeom>
            <a:noFill/>
            <a:ln w="25400">
              <a:noFill/>
            </a:ln>
            <a:effectLst/>
          </p:spPr>
          <p:txBody>
            <a:bodyPr wrap="square" lIns="91440" tIns="91440" rIns="91440" bIns="91440" rtlCol="0" anchor="ctr">
              <a:noAutofit/>
            </a:bodyPr>
            <a:lstStyle/>
            <a:p>
              <a:pPr>
                <a:spcAft>
                  <a:spcPts val="1200"/>
                </a:spcAft>
              </a:pPr>
              <a:r>
                <a:rPr lang="en-US" sz="1400" b="1" dirty="0">
                  <a:solidFill>
                    <a:schemeClr val="bg1"/>
                  </a:solidFill>
                  <a:latin typeface="Lato" panose="020F0502020204030203" pitchFamily="34" charset="77"/>
                  <a:cs typeface="Lato Light" panose="020F0402020204030203" pitchFamily="34" charset="0"/>
                </a:rPr>
                <a:t>OPERATING MODEL &amp; INTERDEPENDENCE </a:t>
              </a:r>
              <a:br>
                <a:rPr lang="en-US" sz="1400" b="1" dirty="0">
                  <a:solidFill>
                    <a:schemeClr val="bg1"/>
                  </a:solidFill>
                  <a:latin typeface="Lato" panose="020F0502020204030203" pitchFamily="34" charset="77"/>
                  <a:cs typeface="Lato Light" panose="020F0402020204030203" pitchFamily="34" charset="0"/>
                </a:rPr>
              </a:br>
              <a:r>
                <a:rPr lang="en-US" sz="1200" dirty="0">
                  <a:solidFill>
                    <a:schemeClr val="bg1"/>
                  </a:solidFill>
                  <a:latin typeface="Lato Light" panose="020F0302020204030203" pitchFamily="34" charset="77"/>
                  <a:cs typeface="Lato Light" panose="020F0402020204030203" pitchFamily="34" charset="0"/>
                </a:rPr>
                <a:t>Ensure the end-product WORKS </a:t>
              </a:r>
              <a:endParaRPr lang="en-US" sz="1400" dirty="0">
                <a:solidFill>
                  <a:schemeClr val="bg1"/>
                </a:solidFill>
                <a:latin typeface="Lato Light" panose="020F0402020204030203" pitchFamily="34" charset="0"/>
              </a:endParaRPr>
            </a:p>
          </p:txBody>
        </p:sp>
        <p:sp>
          <p:nvSpPr>
            <p:cNvPr id="7" name="TextBox 6">
              <a:extLst>
                <a:ext uri="{FF2B5EF4-FFF2-40B4-BE49-F238E27FC236}">
                  <a16:creationId xmlns:a16="http://schemas.microsoft.com/office/drawing/2014/main" id="{6D18A546-CDC2-E64D-E14B-8909766E916D}"/>
                </a:ext>
              </a:extLst>
            </p:cNvPr>
            <p:cNvSpPr txBox="1"/>
            <p:nvPr/>
          </p:nvSpPr>
          <p:spPr>
            <a:xfrm>
              <a:off x="7028486" y="2358193"/>
              <a:ext cx="3877924" cy="626389"/>
            </a:xfrm>
            <a:prstGeom prst="rect">
              <a:avLst/>
            </a:prstGeom>
            <a:noFill/>
            <a:ln w="25400">
              <a:noFill/>
            </a:ln>
            <a:effectLst/>
          </p:spPr>
          <p:txBody>
            <a:bodyPr wrap="square" lIns="91440" tIns="91440" rIns="91440" bIns="91440" rtlCol="0" anchor="ctr">
              <a:noAutofit/>
            </a:bodyPr>
            <a:lstStyle>
              <a:defPPr>
                <a:defRPr lang="en-US"/>
              </a:defPPr>
              <a:lvl1pPr algn="ctr">
                <a:spcAft>
                  <a:spcPts val="1200"/>
                </a:spcAft>
                <a:defRPr>
                  <a:solidFill>
                    <a:schemeClr val="bg1"/>
                  </a:solidFill>
                  <a:latin typeface="Lato Light" panose="020F0402020204030203" pitchFamily="34" charset="0"/>
                  <a:cs typeface="Lato Light" panose="020F0402020204030203" pitchFamily="34" charset="0"/>
                </a:defRPr>
              </a:lvl1pPr>
            </a:lstStyle>
            <a:p>
              <a:pPr algn="l"/>
              <a:r>
                <a:rPr lang="en-US" sz="1400" b="1" dirty="0">
                  <a:latin typeface="Lato" panose="020F0502020204030203" pitchFamily="34" charset="77"/>
                </a:rPr>
                <a:t>OUTCOME: </a:t>
              </a:r>
            </a:p>
            <a:p>
              <a:pPr algn="l"/>
              <a:r>
                <a:rPr lang="en-US" sz="1400" b="1" dirty="0">
                  <a:latin typeface="Lato" panose="020F0502020204030203" pitchFamily="34" charset="77"/>
                </a:rPr>
                <a:t>OPTIMIZE HEAD COUNT TO VALUE</a:t>
              </a:r>
              <a:br>
                <a:rPr lang="en-US" sz="1400" dirty="0"/>
              </a:br>
              <a:r>
                <a:rPr lang="en-US" sz="1200" dirty="0"/>
                <a:t>Not Just an Exercise in Reduction </a:t>
              </a:r>
            </a:p>
          </p:txBody>
        </p:sp>
        <p:sp>
          <p:nvSpPr>
            <p:cNvPr id="8" name="TextBox 7">
              <a:extLst>
                <a:ext uri="{FF2B5EF4-FFF2-40B4-BE49-F238E27FC236}">
                  <a16:creationId xmlns:a16="http://schemas.microsoft.com/office/drawing/2014/main" id="{0DDFD83B-8DB2-BA97-34FF-B158354BF3B7}"/>
                </a:ext>
              </a:extLst>
            </p:cNvPr>
            <p:cNvSpPr txBox="1"/>
            <p:nvPr/>
          </p:nvSpPr>
          <p:spPr>
            <a:xfrm>
              <a:off x="7028486" y="3843315"/>
              <a:ext cx="3877924" cy="626389"/>
            </a:xfrm>
            <a:prstGeom prst="rect">
              <a:avLst/>
            </a:prstGeom>
            <a:noFill/>
            <a:ln w="25400">
              <a:noFill/>
            </a:ln>
            <a:effectLst/>
          </p:spPr>
          <p:txBody>
            <a:bodyPr wrap="square" lIns="91440" tIns="91440" rIns="91440" bIns="91440" rtlCol="0" anchor="ctr">
              <a:noAutofit/>
            </a:bodyPr>
            <a:lstStyle/>
            <a:p>
              <a:pPr>
                <a:spcAft>
                  <a:spcPts val="1200"/>
                </a:spcAft>
              </a:pPr>
              <a:r>
                <a:rPr lang="en-US" sz="1400" b="1" dirty="0">
                  <a:solidFill>
                    <a:schemeClr val="bg1"/>
                  </a:solidFill>
                  <a:latin typeface="Lato" panose="020F0502020204030203" pitchFamily="34" charset="77"/>
                  <a:cs typeface="Lato Light" panose="020F0402020204030203" pitchFamily="34" charset="0"/>
                </a:rPr>
                <a:t>STRUCTURALLY STRENGTHEN</a:t>
              </a:r>
              <a:br>
                <a:rPr lang="en-US" sz="1200" b="1" dirty="0">
                  <a:solidFill>
                    <a:schemeClr val="bg1"/>
                  </a:solidFill>
                  <a:latin typeface="Lato Light" panose="020F0402020204030203" pitchFamily="34" charset="0"/>
                  <a:cs typeface="Lato Light" panose="020F0402020204030203" pitchFamily="34" charset="0"/>
                </a:rPr>
              </a:br>
              <a:r>
                <a:rPr lang="en-US" sz="1200" dirty="0">
                  <a:solidFill>
                    <a:schemeClr val="bg1"/>
                  </a:solidFill>
                  <a:latin typeface="Lato Light" panose="020F0402020204030203" pitchFamily="34" charset="0"/>
                  <a:cs typeface="Lato Light" panose="020F0402020204030203" pitchFamily="34" charset="0"/>
                </a:rPr>
                <a:t>Enable Growth </a:t>
              </a:r>
              <a:r>
                <a:rPr lang="en-US" sz="1200" b="1" dirty="0">
                  <a:solidFill>
                    <a:schemeClr val="bg1"/>
                  </a:solidFill>
                  <a:latin typeface="Lato Light" panose="020F0402020204030203" pitchFamily="34" charset="0"/>
                  <a:cs typeface="Lato Light" panose="020F0402020204030203" pitchFamily="34" charset="0"/>
                </a:rPr>
                <a:t>AND</a:t>
              </a:r>
              <a:r>
                <a:rPr lang="en-US" sz="1200" dirty="0">
                  <a:solidFill>
                    <a:schemeClr val="bg1"/>
                  </a:solidFill>
                  <a:latin typeface="Lato Light" panose="020F0402020204030203" pitchFamily="34" charset="0"/>
                  <a:cs typeface="Lato Light" panose="020F0402020204030203" pitchFamily="34" charset="0"/>
                </a:rPr>
                <a:t> Reduce Cost</a:t>
              </a:r>
              <a:endParaRPr lang="en-US" sz="1400" b="1" dirty="0">
                <a:solidFill>
                  <a:schemeClr val="bg1"/>
                </a:solidFill>
                <a:latin typeface="Lato" panose="020F0502020204030203" pitchFamily="34" charset="77"/>
                <a:cs typeface="Lato Light" panose="020F0402020204030203" pitchFamily="34" charset="0"/>
              </a:endParaRPr>
            </a:p>
          </p:txBody>
        </p:sp>
        <p:sp>
          <p:nvSpPr>
            <p:cNvPr id="9" name="TextBox 8">
              <a:extLst>
                <a:ext uri="{FF2B5EF4-FFF2-40B4-BE49-F238E27FC236}">
                  <a16:creationId xmlns:a16="http://schemas.microsoft.com/office/drawing/2014/main" id="{51B9DCC7-BB59-BC6C-B256-1D9B88AC6E3F}"/>
                </a:ext>
              </a:extLst>
            </p:cNvPr>
            <p:cNvSpPr txBox="1"/>
            <p:nvPr/>
          </p:nvSpPr>
          <p:spPr>
            <a:xfrm>
              <a:off x="7028486" y="4585876"/>
              <a:ext cx="3877924" cy="626389"/>
            </a:xfrm>
            <a:prstGeom prst="rect">
              <a:avLst/>
            </a:prstGeom>
            <a:noFill/>
            <a:ln w="25400">
              <a:noFill/>
            </a:ln>
            <a:effectLst/>
          </p:spPr>
          <p:txBody>
            <a:bodyPr wrap="square" lIns="91440" tIns="91440" rIns="91440" bIns="91440" rtlCol="0" anchor="ctr">
              <a:noAutofit/>
            </a:bodyPr>
            <a:lstStyle/>
            <a:p>
              <a:pPr>
                <a:spcAft>
                  <a:spcPts val="1200"/>
                </a:spcAft>
              </a:pPr>
              <a:r>
                <a:rPr lang="en-US" sz="1400" b="1">
                  <a:solidFill>
                    <a:schemeClr val="bg1"/>
                  </a:solidFill>
                  <a:latin typeface="Lato" panose="020F0502020204030203" pitchFamily="34" charset="77"/>
                  <a:cs typeface="Lato Light" panose="020F0402020204030203" pitchFamily="34" charset="0"/>
                </a:rPr>
                <a:t>PRESERVE TALENT &amp; KNOWLEDGE</a:t>
              </a:r>
              <a:br>
                <a:rPr lang="en-US" sz="1200" b="1">
                  <a:solidFill>
                    <a:schemeClr val="bg1"/>
                  </a:solidFill>
                  <a:latin typeface="Lato Light" panose="020F0402020204030203" pitchFamily="34" charset="0"/>
                  <a:cs typeface="Lato Light" panose="020F0402020204030203" pitchFamily="34" charset="0"/>
                </a:rPr>
              </a:br>
              <a:r>
                <a:rPr lang="en-US" sz="1200">
                  <a:solidFill>
                    <a:schemeClr val="bg1"/>
                  </a:solidFill>
                  <a:latin typeface="Lato Light" panose="020F0402020204030203" pitchFamily="34" charset="0"/>
                  <a:cs typeface="Lato Light" panose="020F0402020204030203" pitchFamily="34" charset="0"/>
                </a:rPr>
                <a:t>Carry forward the best bits of Legacy</a:t>
              </a:r>
              <a:endParaRPr lang="en-US" sz="1400" b="1">
                <a:solidFill>
                  <a:schemeClr val="bg1"/>
                </a:solidFill>
                <a:latin typeface="Lato" panose="020F0502020204030203" pitchFamily="34" charset="77"/>
                <a:cs typeface="Lato Light" panose="020F0402020204030203" pitchFamily="34" charset="0"/>
              </a:endParaRPr>
            </a:p>
          </p:txBody>
        </p:sp>
      </p:grpSp>
      <p:sp>
        <p:nvSpPr>
          <p:cNvPr id="10" name="TextBox 9">
            <a:extLst>
              <a:ext uri="{FF2B5EF4-FFF2-40B4-BE49-F238E27FC236}">
                <a16:creationId xmlns:a16="http://schemas.microsoft.com/office/drawing/2014/main" id="{724BCAE1-DB8E-080B-00BA-E0AA367728DA}"/>
              </a:ext>
            </a:extLst>
          </p:cNvPr>
          <p:cNvSpPr txBox="1"/>
          <p:nvPr/>
        </p:nvSpPr>
        <p:spPr>
          <a:xfrm>
            <a:off x="1444189" y="3005567"/>
            <a:ext cx="4496616" cy="461665"/>
          </a:xfrm>
          <a:prstGeom prst="rect">
            <a:avLst/>
          </a:prstGeom>
          <a:noFill/>
        </p:spPr>
        <p:txBody>
          <a:bodyPr wrap="square">
            <a:spAutoFit/>
          </a:bodyPr>
          <a:lstStyle/>
          <a:p>
            <a:r>
              <a:rPr lang="en-US" sz="2400" b="1" u="none" strike="noStrike" baseline="0">
                <a:latin typeface="Lato" panose="020F0502020204030203" pitchFamily="34" charset="77"/>
              </a:rPr>
              <a:t>Cut the </a:t>
            </a:r>
            <a:r>
              <a:rPr lang="en-US" sz="2400" b="1" u="none" strike="noStrike" baseline="0">
                <a:solidFill>
                  <a:srgbClr val="288FC2"/>
                </a:solidFill>
                <a:latin typeface="Lato" panose="020F0502020204030203" pitchFamily="34" charset="77"/>
              </a:rPr>
              <a:t>fat</a:t>
            </a:r>
            <a:r>
              <a:rPr lang="en-US" sz="2400" b="1" u="none" strike="noStrike" baseline="0">
                <a:latin typeface="Lato" panose="020F0502020204030203" pitchFamily="34" charset="77"/>
              </a:rPr>
              <a:t>, build the </a:t>
            </a:r>
            <a:r>
              <a:rPr lang="en-US" sz="2400" b="1" u="none" strike="noStrike" baseline="0">
                <a:solidFill>
                  <a:srgbClr val="288FC2"/>
                </a:solidFill>
                <a:latin typeface="Lato" panose="020F0502020204030203" pitchFamily="34" charset="77"/>
              </a:rPr>
              <a:t>muscle</a:t>
            </a:r>
          </a:p>
        </p:txBody>
      </p:sp>
      <p:pic>
        <p:nvPicPr>
          <p:cNvPr id="11" name="Graphic 10" descr="Open quotation mark">
            <a:extLst>
              <a:ext uri="{FF2B5EF4-FFF2-40B4-BE49-F238E27FC236}">
                <a16:creationId xmlns:a16="http://schemas.microsoft.com/office/drawing/2014/main" id="{96101BDE-2712-8848-947D-675CA3AF7D4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7022" y="2377244"/>
            <a:ext cx="774334" cy="648073"/>
          </a:xfrm>
          <a:prstGeom prst="rect">
            <a:avLst/>
          </a:prstGeom>
        </p:spPr>
      </p:pic>
      <p:pic>
        <p:nvPicPr>
          <p:cNvPr id="19" name="Graphic 18" descr="Open quotation mark">
            <a:extLst>
              <a:ext uri="{FF2B5EF4-FFF2-40B4-BE49-F238E27FC236}">
                <a16:creationId xmlns:a16="http://schemas.microsoft.com/office/drawing/2014/main" id="{A8AED6E5-7FC0-F144-D0EF-1FC35C1D40C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4887383" y="3392059"/>
            <a:ext cx="774334" cy="648073"/>
          </a:xfrm>
          <a:prstGeom prst="rect">
            <a:avLst/>
          </a:prstGeom>
        </p:spPr>
      </p:pic>
    </p:spTree>
    <p:extLst>
      <p:ext uri="{BB962C8B-B14F-4D97-AF65-F5344CB8AC3E}">
        <p14:creationId xmlns:p14="http://schemas.microsoft.com/office/powerpoint/2010/main" val="1416874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D647D3-39E5-A768-90F3-5FEA24B8F983}"/>
              </a:ext>
            </a:extLst>
          </p:cNvPr>
          <p:cNvSpPr>
            <a:spLocks noGrp="1"/>
          </p:cNvSpPr>
          <p:nvPr>
            <p:ph type="body" sz="quarter" idx="10"/>
          </p:nvPr>
        </p:nvSpPr>
        <p:spPr/>
        <p:txBody>
          <a:bodyPr/>
          <a:lstStyle/>
          <a:p>
            <a:r>
              <a:rPr lang="en-US" sz="2800" dirty="0"/>
              <a:t>ENGAGEMENT SUMMARY</a:t>
            </a:r>
          </a:p>
        </p:txBody>
      </p:sp>
      <p:sp>
        <p:nvSpPr>
          <p:cNvPr id="31" name="Rectangle 30">
            <a:extLst>
              <a:ext uri="{FF2B5EF4-FFF2-40B4-BE49-F238E27FC236}">
                <a16:creationId xmlns:a16="http://schemas.microsoft.com/office/drawing/2014/main" id="{2CE7C232-466B-9665-D1CE-42FE35C71811}"/>
              </a:ext>
            </a:extLst>
          </p:cNvPr>
          <p:cNvSpPr/>
          <p:nvPr/>
        </p:nvSpPr>
        <p:spPr>
          <a:xfrm>
            <a:off x="-1" y="1117469"/>
            <a:ext cx="7516619" cy="1632142"/>
          </a:xfrm>
          <a:prstGeom prst="rect">
            <a:avLst/>
          </a:prstGeom>
          <a:solidFill>
            <a:schemeClr val="accent5"/>
          </a:solidFill>
          <a:ln w="95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2" name="object 3">
            <a:extLst>
              <a:ext uri="{FF2B5EF4-FFF2-40B4-BE49-F238E27FC236}">
                <a16:creationId xmlns:a16="http://schemas.microsoft.com/office/drawing/2014/main" id="{35C80EA4-C38E-9785-46B0-CBC400E572DC}"/>
              </a:ext>
            </a:extLst>
          </p:cNvPr>
          <p:cNvSpPr txBox="1"/>
          <p:nvPr/>
        </p:nvSpPr>
        <p:spPr>
          <a:xfrm>
            <a:off x="553482" y="1194959"/>
            <a:ext cx="6699726" cy="1493037"/>
          </a:xfrm>
          <a:prstGeom prst="rect">
            <a:avLst/>
          </a:prstGeom>
        </p:spPr>
        <p:txBody>
          <a:bodyPr vert="horz" wrap="square" lIns="0" tIns="12700" rIns="0" bIns="0" rtlCol="0">
            <a:spAutoFit/>
          </a:bodyPr>
          <a:lstStyle/>
          <a:p>
            <a:pPr marL="12700" marR="5080">
              <a:lnSpc>
                <a:spcPct val="120000"/>
              </a:lnSpc>
              <a:spcAft>
                <a:spcPts val="600"/>
              </a:spcAft>
            </a:pPr>
            <a:r>
              <a:rPr sz="1100" spc="85"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a:t>
            </a:r>
            <a:r>
              <a:rPr sz="1100" spc="-9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t>
            </a:r>
            <a:r>
              <a:rPr sz="1100" spc="-5"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global</a:t>
            </a:r>
            <a:r>
              <a:rPr sz="1100" spc="-55"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t>
            </a:r>
            <a:r>
              <a:rPr lang="en-US" sz="1100" spc="-5"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CPG conglomerate was experiencing eroding competitiveness in an inflationary market. There was a clear opportunity to improve </a:t>
            </a:r>
            <a:r>
              <a:rPr lang="en-US" sz="11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margin, innovation, and customer and consumer focus</a:t>
            </a:r>
            <a:r>
              <a:rPr sz="1100" spc="-5"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t>
            </a:r>
            <a:r>
              <a:rPr lang="en-US" sz="1100" spc="-5"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The CEO laid out a clear savings goal and growth path built on the tenets of significantly cutting overheads, removing complexity and duplication, and differentially investing in its most beloved and profitable brands.</a:t>
            </a:r>
          </a:p>
          <a:p>
            <a:pPr marL="12700" marR="5080">
              <a:lnSpc>
                <a:spcPct val="120000"/>
              </a:lnSpc>
              <a:spcAft>
                <a:spcPts val="600"/>
              </a:spcAft>
            </a:pPr>
            <a:r>
              <a:rPr lang="en-US" sz="1100" spc="-5"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CEO.Works</a:t>
            </a:r>
            <a:r>
              <a:rPr lang="en-US" sz="1100" spc="-5"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was brought in to work with the extended executive team to co-create and design a new operating model and workforce reduction plan that cut overhead costs while preserving growth capabilities and strengthening the company’s ability to deliver future value.  </a:t>
            </a:r>
          </a:p>
        </p:txBody>
      </p:sp>
      <p:sp>
        <p:nvSpPr>
          <p:cNvPr id="33" name="object 14">
            <a:extLst>
              <a:ext uri="{FF2B5EF4-FFF2-40B4-BE49-F238E27FC236}">
                <a16:creationId xmlns:a16="http://schemas.microsoft.com/office/drawing/2014/main" id="{B6FB2E33-B1D9-AF53-E100-E4CCB873BBAC}"/>
              </a:ext>
            </a:extLst>
          </p:cNvPr>
          <p:cNvSpPr txBox="1"/>
          <p:nvPr/>
        </p:nvSpPr>
        <p:spPr>
          <a:xfrm>
            <a:off x="7667743" y="1135812"/>
            <a:ext cx="6335806" cy="320601"/>
          </a:xfrm>
          <a:prstGeom prst="rect">
            <a:avLst/>
          </a:prstGeom>
        </p:spPr>
        <p:txBody>
          <a:bodyPr vert="horz" wrap="square" lIns="0" tIns="12700" rIns="0" bIns="0" rtlCol="0">
            <a:spAutoFit/>
          </a:bodyPr>
          <a:lstStyle/>
          <a:p>
            <a:pPr>
              <a:lnSpc>
                <a:spcPct val="100000"/>
              </a:lnSpc>
              <a:spcBef>
                <a:spcPts val="100"/>
              </a:spcBef>
            </a:pPr>
            <a:r>
              <a:rPr lang="en-US" sz="2000" b="1" spc="-25" dirty="0">
                <a:solidFill>
                  <a:schemeClr val="accent5"/>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Engagement Impact</a:t>
            </a:r>
            <a:endParaRPr sz="1600" b="1" dirty="0">
              <a:solidFill>
                <a:schemeClr val="accent5"/>
              </a:solidFill>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grpSp>
        <p:nvGrpSpPr>
          <p:cNvPr id="34" name="Group 33">
            <a:extLst>
              <a:ext uri="{FF2B5EF4-FFF2-40B4-BE49-F238E27FC236}">
                <a16:creationId xmlns:a16="http://schemas.microsoft.com/office/drawing/2014/main" id="{41E74F33-0845-4046-193C-60A1349FBBA9}"/>
              </a:ext>
            </a:extLst>
          </p:cNvPr>
          <p:cNvGrpSpPr/>
          <p:nvPr/>
        </p:nvGrpSpPr>
        <p:grpSpPr>
          <a:xfrm>
            <a:off x="7489943" y="1219558"/>
            <a:ext cx="4348710" cy="1382103"/>
            <a:chOff x="8187158" y="2911028"/>
            <a:chExt cx="4348710" cy="1382103"/>
          </a:xfrm>
        </p:grpSpPr>
        <p:sp>
          <p:nvSpPr>
            <p:cNvPr id="35" name="object 12">
              <a:extLst>
                <a:ext uri="{FF2B5EF4-FFF2-40B4-BE49-F238E27FC236}">
                  <a16:creationId xmlns:a16="http://schemas.microsoft.com/office/drawing/2014/main" id="{F992D36B-3454-66A8-7462-C4F30F37951C}"/>
                </a:ext>
              </a:extLst>
            </p:cNvPr>
            <p:cNvSpPr txBox="1"/>
            <p:nvPr/>
          </p:nvSpPr>
          <p:spPr>
            <a:xfrm>
              <a:off x="8187158" y="2926830"/>
              <a:ext cx="1004279" cy="1361947"/>
            </a:xfrm>
            <a:prstGeom prst="rect">
              <a:avLst/>
            </a:prstGeom>
          </p:spPr>
          <p:txBody>
            <a:bodyPr vert="horz" wrap="square" lIns="0" tIns="0" rIns="0" bIns="0" rtlCol="0" anchor="b">
              <a:noAutofit/>
            </a:bodyPr>
            <a:lstStyle/>
            <a:p>
              <a:pPr algn="ctr">
                <a:lnSpc>
                  <a:spcPts val="4280"/>
                </a:lnSpc>
                <a:tabLst>
                  <a:tab pos="981075" algn="l"/>
                </a:tabLst>
              </a:pPr>
              <a:r>
                <a:rPr lang="en-US" sz="4400" b="1" spc="-22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9</a:t>
              </a:r>
              <a:endParaRPr sz="240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a:p>
              <a:pPr algn="ctr">
                <a:lnSpc>
                  <a:spcPts val="1075"/>
                </a:lnSpc>
              </a:pPr>
              <a:endParaRPr lang="en-US" sz="900" b="1" spc="-3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a:p>
              <a:pPr algn="ctr">
                <a:lnSpc>
                  <a:spcPts val="1075"/>
                </a:lnSpc>
              </a:pPr>
              <a:r>
                <a:rPr lang="en-US" sz="900" b="1" spc="-3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Workstreams</a:t>
              </a:r>
              <a:endParaRPr sz="90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6" name="object 9">
              <a:extLst>
                <a:ext uri="{FF2B5EF4-FFF2-40B4-BE49-F238E27FC236}">
                  <a16:creationId xmlns:a16="http://schemas.microsoft.com/office/drawing/2014/main" id="{BE30A499-4182-82DA-7884-965586C8B5D8}"/>
                </a:ext>
              </a:extLst>
            </p:cNvPr>
            <p:cNvSpPr txBox="1"/>
            <p:nvPr/>
          </p:nvSpPr>
          <p:spPr>
            <a:xfrm>
              <a:off x="9048673" y="3417116"/>
              <a:ext cx="420119" cy="567053"/>
            </a:xfrm>
            <a:prstGeom prst="rect">
              <a:avLst/>
            </a:prstGeom>
          </p:spPr>
          <p:txBody>
            <a:bodyPr vert="horz" wrap="square" lIns="0" tIns="12700" rIns="0" bIns="0" rtlCol="0" anchor="ctr">
              <a:noAutofit/>
            </a:bodyPr>
            <a:lstStyle/>
            <a:p>
              <a:pPr algn="ctr">
                <a:lnSpc>
                  <a:spcPct val="100000"/>
                </a:lnSpc>
                <a:spcBef>
                  <a:spcPts val="100"/>
                </a:spcBef>
                <a:tabLst>
                  <a:tab pos="720725" algn="l"/>
                  <a:tab pos="1475740" algn="l"/>
                </a:tabLst>
              </a:pPr>
              <a:r>
                <a:rPr spc="9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X</a:t>
              </a:r>
              <a:endParaRPr sz="4800" baseline="-3472"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7" name="object 12">
              <a:extLst>
                <a:ext uri="{FF2B5EF4-FFF2-40B4-BE49-F238E27FC236}">
                  <a16:creationId xmlns:a16="http://schemas.microsoft.com/office/drawing/2014/main" id="{4F16A3EC-1102-BE1B-7601-4D2D50AE9052}"/>
                </a:ext>
              </a:extLst>
            </p:cNvPr>
            <p:cNvSpPr txBox="1"/>
            <p:nvPr/>
          </p:nvSpPr>
          <p:spPr>
            <a:xfrm>
              <a:off x="10587336" y="2911028"/>
              <a:ext cx="1948532" cy="1357593"/>
            </a:xfrm>
            <a:prstGeom prst="rect">
              <a:avLst/>
            </a:prstGeom>
          </p:spPr>
          <p:txBody>
            <a:bodyPr vert="horz" wrap="square" lIns="0" tIns="0" rIns="0" bIns="0" rtlCol="0" anchor="b">
              <a:noAutofit/>
            </a:bodyPr>
            <a:lstStyle/>
            <a:p>
              <a:pPr algn="ctr">
                <a:lnSpc>
                  <a:spcPts val="4280"/>
                </a:lnSpc>
                <a:tabLst>
                  <a:tab pos="981075" algn="l"/>
                </a:tabLst>
              </a:pPr>
              <a:r>
                <a:rPr lang="en-US" sz="4200" b="1" spc="-22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$230M</a:t>
              </a:r>
              <a:r>
                <a:rPr lang="en-US" sz="4400" b="1" spc="-22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a:t>
              </a:r>
              <a:endParaRPr sz="240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a:p>
              <a:pPr algn="ctr">
                <a:lnSpc>
                  <a:spcPts val="1075"/>
                </a:lnSpc>
              </a:pPr>
              <a:endParaRPr lang="en-US" sz="900" b="1" spc="-3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a:p>
              <a:pPr algn="ctr">
                <a:lnSpc>
                  <a:spcPts val="1075"/>
                </a:lnSpc>
              </a:pPr>
              <a:r>
                <a:rPr lang="en-US" sz="900" b="1" spc="-3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Overhead Reduction</a:t>
              </a:r>
              <a:endParaRPr sz="90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8" name="object 12">
              <a:extLst>
                <a:ext uri="{FF2B5EF4-FFF2-40B4-BE49-F238E27FC236}">
                  <a16:creationId xmlns:a16="http://schemas.microsoft.com/office/drawing/2014/main" id="{214BC2A3-D3CB-B23B-4FE4-2D2C2EE8EF42}"/>
                </a:ext>
              </a:extLst>
            </p:cNvPr>
            <p:cNvSpPr txBox="1"/>
            <p:nvPr/>
          </p:nvSpPr>
          <p:spPr>
            <a:xfrm>
              <a:off x="9299352" y="2931184"/>
              <a:ext cx="1004279" cy="1361947"/>
            </a:xfrm>
            <a:prstGeom prst="rect">
              <a:avLst/>
            </a:prstGeom>
          </p:spPr>
          <p:txBody>
            <a:bodyPr vert="horz" wrap="square" lIns="0" tIns="0" rIns="0" bIns="0" rtlCol="0" anchor="b">
              <a:noAutofit/>
            </a:bodyPr>
            <a:lstStyle/>
            <a:p>
              <a:pPr algn="ctr">
                <a:lnSpc>
                  <a:spcPts val="4280"/>
                </a:lnSpc>
                <a:tabLst>
                  <a:tab pos="981075" algn="l"/>
                </a:tabLst>
              </a:pPr>
              <a:r>
                <a:rPr lang="en-US" sz="4400" b="1" spc="-22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5</a:t>
              </a:r>
              <a:endParaRPr sz="240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a:p>
              <a:pPr algn="ctr">
                <a:lnSpc>
                  <a:spcPts val="1075"/>
                </a:lnSpc>
              </a:pPr>
              <a:endParaRPr lang="en-US" sz="900" b="1" spc="-3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a:p>
              <a:pPr algn="ctr">
                <a:lnSpc>
                  <a:spcPts val="1075"/>
                </a:lnSpc>
              </a:pPr>
              <a:r>
                <a:rPr lang="en-US" sz="900" b="1" spc="-3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Weeks</a:t>
              </a:r>
              <a:endParaRPr sz="90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9" name="object 9">
              <a:extLst>
                <a:ext uri="{FF2B5EF4-FFF2-40B4-BE49-F238E27FC236}">
                  <a16:creationId xmlns:a16="http://schemas.microsoft.com/office/drawing/2014/main" id="{BECA9830-B1FF-7FE0-CDD7-1CAA112AA4B0}"/>
                </a:ext>
              </a:extLst>
            </p:cNvPr>
            <p:cNvSpPr txBox="1"/>
            <p:nvPr/>
          </p:nvSpPr>
          <p:spPr>
            <a:xfrm>
              <a:off x="10120247" y="3512420"/>
              <a:ext cx="420119" cy="341119"/>
            </a:xfrm>
            <a:prstGeom prst="rect">
              <a:avLst/>
            </a:prstGeom>
          </p:spPr>
          <p:txBody>
            <a:bodyPr vert="horz" wrap="square" lIns="0" tIns="12700" rIns="0" bIns="0" rtlCol="0">
              <a:spAutoFit/>
            </a:bodyPr>
            <a:lstStyle/>
            <a:p>
              <a:pPr algn="ctr">
                <a:lnSpc>
                  <a:spcPct val="100000"/>
                </a:lnSpc>
                <a:spcBef>
                  <a:spcPts val="100"/>
                </a:spcBef>
                <a:tabLst>
                  <a:tab pos="720725" algn="l"/>
                  <a:tab pos="1475740" algn="l"/>
                </a:tabLst>
              </a:pPr>
              <a:r>
                <a:rPr lang="en-US" sz="3200" spc="90" baseline="-3472"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a:t>
              </a:r>
              <a:endParaRPr sz="8000" baseline="-3472"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grpSp>
      <p:sp>
        <p:nvSpPr>
          <p:cNvPr id="40" name="object 4">
            <a:extLst>
              <a:ext uri="{FF2B5EF4-FFF2-40B4-BE49-F238E27FC236}">
                <a16:creationId xmlns:a16="http://schemas.microsoft.com/office/drawing/2014/main" id="{9C8D7CAD-79A1-6014-7DB7-1C1D721F3C91}"/>
              </a:ext>
            </a:extLst>
          </p:cNvPr>
          <p:cNvSpPr/>
          <p:nvPr/>
        </p:nvSpPr>
        <p:spPr>
          <a:xfrm>
            <a:off x="7526908" y="2749611"/>
            <a:ext cx="4665091" cy="3644839"/>
          </a:xfrm>
          <a:custGeom>
            <a:avLst/>
            <a:gdLst/>
            <a:ahLst/>
            <a:cxnLst/>
            <a:rect l="l" t="t" r="r" b="b"/>
            <a:pathLst>
              <a:path w="7141209" h="4464050">
                <a:moveTo>
                  <a:pt x="7140778" y="0"/>
                </a:moveTo>
                <a:lnTo>
                  <a:pt x="0" y="0"/>
                </a:lnTo>
                <a:lnTo>
                  <a:pt x="0" y="4463999"/>
                </a:lnTo>
                <a:lnTo>
                  <a:pt x="7140778" y="4463999"/>
                </a:lnTo>
                <a:lnTo>
                  <a:pt x="7140778" y="0"/>
                </a:lnTo>
                <a:close/>
              </a:path>
            </a:pathLst>
          </a:custGeom>
          <a:solidFill>
            <a:schemeClr val="tx1">
              <a:lumMod val="75000"/>
              <a:lumOff val="25000"/>
            </a:schemeClr>
          </a:solidFill>
          <a:ln>
            <a:solidFill>
              <a:schemeClr val="tx1">
                <a:lumMod val="75000"/>
                <a:lumOff val="25000"/>
              </a:schemeClr>
            </a:solidFill>
          </a:ln>
        </p:spPr>
        <p:txBody>
          <a:bodyPr wrap="square" lIns="0" tIns="0" rIns="0" bIns="0" rtlCol="0"/>
          <a:lstStyle/>
          <a:p>
            <a:endParaRPr dirty="0"/>
          </a:p>
        </p:txBody>
      </p:sp>
      <p:sp>
        <p:nvSpPr>
          <p:cNvPr id="41" name="object 23">
            <a:extLst>
              <a:ext uri="{FF2B5EF4-FFF2-40B4-BE49-F238E27FC236}">
                <a16:creationId xmlns:a16="http://schemas.microsoft.com/office/drawing/2014/main" id="{C0BED96F-E98A-08DB-2201-1CF2555D29D5}"/>
              </a:ext>
            </a:extLst>
          </p:cNvPr>
          <p:cNvSpPr txBox="1"/>
          <p:nvPr/>
        </p:nvSpPr>
        <p:spPr>
          <a:xfrm>
            <a:off x="7755277" y="3376591"/>
            <a:ext cx="4083376" cy="2367315"/>
          </a:xfrm>
          <a:prstGeom prst="rect">
            <a:avLst/>
          </a:prstGeom>
        </p:spPr>
        <p:txBody>
          <a:bodyPr vert="horz" wrap="square" lIns="0" tIns="12700" rIns="0" bIns="0" rtlCol="0">
            <a:spAutoFit/>
          </a:bodyPr>
          <a:lstStyle/>
          <a:p>
            <a:pPr marL="355600" marR="5080" indent="-342900">
              <a:spcAft>
                <a:spcPts val="1800"/>
              </a:spcAft>
              <a:buFont typeface="Arial" panose="020B0604020202020204" pitchFamily="34" charset="0"/>
              <a:buChar char="•"/>
            </a:pPr>
            <a:r>
              <a:rPr lang="en-US" sz="1200" spc="20" dirty="0">
                <a:solidFill>
                  <a:srgbClr val="FFFFFF"/>
                </a:solidFill>
                <a:latin typeface="Helvetica Neue Thin" panose="020B0403020202020204" pitchFamily="34" charset="0"/>
                <a:ea typeface="Helvetica Neue Thin" panose="020B0403020202020204" pitchFamily="34" charset="0"/>
                <a:cs typeface="Tahoma"/>
              </a:rPr>
              <a:t>Delivered new operating model design with full leadership team alignment and high confidence</a:t>
            </a:r>
          </a:p>
          <a:p>
            <a:pPr marL="355600" marR="5080" indent="-342900">
              <a:spcAft>
                <a:spcPts val="1800"/>
              </a:spcAft>
              <a:buFont typeface="Arial" panose="020B0604020202020204" pitchFamily="34" charset="0"/>
              <a:buChar char="•"/>
            </a:pPr>
            <a:r>
              <a:rPr lang="en-US" sz="1200" spc="60" dirty="0">
                <a:solidFill>
                  <a:srgbClr val="FFFFFF"/>
                </a:solidFill>
                <a:latin typeface="Helvetica Neue Thin" panose="020B0403020202020204" pitchFamily="34" charset="0"/>
                <a:ea typeface="Helvetica Neue Thin" panose="020B0403020202020204" pitchFamily="34" charset="0"/>
                <a:cs typeface="Tahoma"/>
              </a:rPr>
              <a:t>Identified and built simplification roadmap to drive 15% reduction in overhead roles and cost, inclusive of investments in critical capabilities</a:t>
            </a:r>
          </a:p>
          <a:p>
            <a:pPr marL="355600" marR="5080" indent="-342900">
              <a:spcAft>
                <a:spcPts val="1800"/>
              </a:spcAft>
              <a:buFont typeface="Arial" panose="020B0604020202020204" pitchFamily="34" charset="0"/>
              <a:buChar char="•"/>
            </a:pPr>
            <a:r>
              <a:rPr lang="en-US" sz="1200" spc="60" dirty="0">
                <a:solidFill>
                  <a:srgbClr val="FFFFFF"/>
                </a:solidFill>
                <a:latin typeface="Helvetica Neue Thin" panose="020B0403020202020204" pitchFamily="34" charset="0"/>
                <a:ea typeface="Helvetica Neue Thin" panose="020B0403020202020204" pitchFamily="34" charset="0"/>
                <a:cs typeface="Tahoma"/>
              </a:rPr>
              <a:t>Identified 79 roles </a:t>
            </a:r>
            <a:r>
              <a:rPr lang="en-US" sz="1200" spc="65" dirty="0">
                <a:solidFill>
                  <a:srgbClr val="FFFFFF"/>
                </a:solidFill>
                <a:latin typeface="Helvetica Neue Thin" panose="020B0403020202020204" pitchFamily="34" charset="0"/>
                <a:ea typeface="Helvetica Neue Thin" panose="020B0403020202020204" pitchFamily="34" charset="0"/>
                <a:cs typeface="Tahoma"/>
              </a:rPr>
              <a:t>as critically important to protect existing and mobilize new value creation</a:t>
            </a:r>
            <a:endParaRPr lang="en-US" sz="1200" dirty="0">
              <a:latin typeface="Helvetica Neue Thin" panose="020B0403020202020204" pitchFamily="34" charset="0"/>
              <a:ea typeface="Helvetica Neue Thin" panose="020B0403020202020204" pitchFamily="34" charset="0"/>
              <a:cs typeface="Tahoma"/>
            </a:endParaRPr>
          </a:p>
          <a:p>
            <a:pPr marL="355600" marR="5080" indent="-342900">
              <a:spcAft>
                <a:spcPts val="1800"/>
              </a:spcAft>
              <a:buFont typeface="Arial" panose="020B0604020202020204" pitchFamily="34" charset="0"/>
              <a:buChar char="•"/>
            </a:pPr>
            <a:r>
              <a:rPr lang="en-US" sz="1200" spc="60" dirty="0">
                <a:solidFill>
                  <a:srgbClr val="FFFFFF"/>
                </a:solidFill>
                <a:latin typeface="Helvetica Neue Thin" panose="020B0403020202020204" pitchFamily="34" charset="0"/>
                <a:ea typeface="Helvetica Neue Thin" panose="020B0403020202020204" pitchFamily="34" charset="0"/>
                <a:cs typeface="Tahoma"/>
              </a:rPr>
              <a:t>Detected areas of executional risk and developed mitigation recommendations</a:t>
            </a:r>
            <a:endParaRPr lang="en-US" sz="1200" dirty="0">
              <a:latin typeface="Helvetica Neue Thin" panose="020B0403020202020204" pitchFamily="34" charset="0"/>
              <a:ea typeface="Helvetica Neue Thin" panose="020B0403020202020204" pitchFamily="34" charset="0"/>
              <a:cs typeface="Tahoma"/>
            </a:endParaRPr>
          </a:p>
        </p:txBody>
      </p:sp>
      <p:sp>
        <p:nvSpPr>
          <p:cNvPr id="42" name="object 22">
            <a:extLst>
              <a:ext uri="{FF2B5EF4-FFF2-40B4-BE49-F238E27FC236}">
                <a16:creationId xmlns:a16="http://schemas.microsoft.com/office/drawing/2014/main" id="{9FD3C071-0229-0D39-E536-48C087BBD09B}"/>
              </a:ext>
            </a:extLst>
          </p:cNvPr>
          <p:cNvSpPr txBox="1"/>
          <p:nvPr/>
        </p:nvSpPr>
        <p:spPr>
          <a:xfrm>
            <a:off x="484420" y="2774658"/>
            <a:ext cx="6459973" cy="334066"/>
          </a:xfrm>
          <a:prstGeom prst="rect">
            <a:avLst/>
          </a:prstGeom>
          <a:noFill/>
          <a:ln w="3175">
            <a:noFill/>
          </a:ln>
        </p:spPr>
        <p:txBody>
          <a:bodyPr vert="horz" wrap="square" lIns="0" tIns="56515" rIns="0" bIns="0" rtlCol="0">
            <a:spAutoFit/>
          </a:bodyPr>
          <a:lstStyle/>
          <a:p>
            <a:pPr marL="9525">
              <a:lnSpc>
                <a:spcPct val="100000"/>
              </a:lnSpc>
              <a:spcBef>
                <a:spcPts val="445"/>
              </a:spcBef>
            </a:pPr>
            <a:r>
              <a:rPr lang="en-US" b="1" dirty="0">
                <a:solidFill>
                  <a:srgbClr val="030304"/>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Our Plan To Drive Value</a:t>
            </a:r>
            <a:endParaRPr lang="en-US" b="1" dirty="0">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sp>
        <p:nvSpPr>
          <p:cNvPr id="48" name="object 7">
            <a:extLst>
              <a:ext uri="{FF2B5EF4-FFF2-40B4-BE49-F238E27FC236}">
                <a16:creationId xmlns:a16="http://schemas.microsoft.com/office/drawing/2014/main" id="{59ECE0E2-3454-8F9C-4883-64BF2BA34E83}"/>
              </a:ext>
            </a:extLst>
          </p:cNvPr>
          <p:cNvSpPr txBox="1"/>
          <p:nvPr/>
        </p:nvSpPr>
        <p:spPr>
          <a:xfrm>
            <a:off x="884310" y="3277846"/>
            <a:ext cx="6113390" cy="197490"/>
          </a:xfrm>
          <a:prstGeom prst="rect">
            <a:avLst/>
          </a:prstGeom>
        </p:spPr>
        <p:txBody>
          <a:bodyPr vert="horz" wrap="square" lIns="0" tIns="12700" rIns="0" bIns="0" rtlCol="0">
            <a:spAutoFit/>
          </a:bodyPr>
          <a:lstStyle/>
          <a:p>
            <a:pPr marL="12700" marR="41275">
              <a:lnSpc>
                <a:spcPct val="100000"/>
              </a:lnSpc>
              <a:spcAft>
                <a:spcPts val="1200"/>
              </a:spcAft>
            </a:pPr>
            <a:r>
              <a:rPr lang="en-US" sz="1200" b="1" spc="-55"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Set Foundational Alignment </a:t>
            </a:r>
            <a:endParaRPr sz="120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9" name="object 8">
            <a:extLst>
              <a:ext uri="{FF2B5EF4-FFF2-40B4-BE49-F238E27FC236}">
                <a16:creationId xmlns:a16="http://schemas.microsoft.com/office/drawing/2014/main" id="{0ACB16CA-FB3A-66AD-07FE-0057027C5881}"/>
              </a:ext>
            </a:extLst>
          </p:cNvPr>
          <p:cNvSpPr txBox="1"/>
          <p:nvPr/>
        </p:nvSpPr>
        <p:spPr>
          <a:xfrm>
            <a:off x="884310" y="5664331"/>
            <a:ext cx="5862792" cy="197490"/>
          </a:xfrm>
          <a:prstGeom prst="rect">
            <a:avLst/>
          </a:prstGeom>
        </p:spPr>
        <p:txBody>
          <a:bodyPr vert="horz" wrap="square" lIns="0" tIns="12700" rIns="0" bIns="0" rtlCol="0">
            <a:spAutoFit/>
          </a:bodyPr>
          <a:lstStyle/>
          <a:p>
            <a:pPr marL="19685" marR="736600">
              <a:lnSpc>
                <a:spcPct val="100000"/>
              </a:lnSpc>
              <a:spcAft>
                <a:spcPts val="1200"/>
              </a:spcAft>
            </a:pPr>
            <a:r>
              <a:rPr lang="en-US" sz="1200" b="1" spc="-8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Establish Talent to Value</a:t>
            </a:r>
            <a:endParaRPr sz="120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0" name="object 7">
            <a:extLst>
              <a:ext uri="{FF2B5EF4-FFF2-40B4-BE49-F238E27FC236}">
                <a16:creationId xmlns:a16="http://schemas.microsoft.com/office/drawing/2014/main" id="{DD2D54CC-AA54-0F4C-3C16-B3CBB5FC5E0F}"/>
              </a:ext>
            </a:extLst>
          </p:cNvPr>
          <p:cNvSpPr txBox="1"/>
          <p:nvPr/>
        </p:nvSpPr>
        <p:spPr>
          <a:xfrm>
            <a:off x="884310" y="4489752"/>
            <a:ext cx="5862792" cy="197490"/>
          </a:xfrm>
          <a:prstGeom prst="rect">
            <a:avLst/>
          </a:prstGeom>
        </p:spPr>
        <p:txBody>
          <a:bodyPr vert="horz" wrap="square" lIns="0" tIns="12700" rIns="0" bIns="0" rtlCol="0">
            <a:spAutoFit/>
          </a:bodyPr>
          <a:lstStyle/>
          <a:p>
            <a:pPr marL="12700" marR="41275">
              <a:lnSpc>
                <a:spcPct val="100000"/>
              </a:lnSpc>
              <a:spcAft>
                <a:spcPts val="1200"/>
              </a:spcAft>
            </a:pPr>
            <a:r>
              <a:rPr lang="en-US" sz="1200" b="1" spc="-55"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Co-Create Savings Plan</a:t>
            </a:r>
            <a:endParaRPr sz="120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5" name="Oval 44">
            <a:extLst>
              <a:ext uri="{FF2B5EF4-FFF2-40B4-BE49-F238E27FC236}">
                <a16:creationId xmlns:a16="http://schemas.microsoft.com/office/drawing/2014/main" id="{B79FDDF6-5768-8A64-C734-179EF502100B}"/>
              </a:ext>
            </a:extLst>
          </p:cNvPr>
          <p:cNvSpPr/>
          <p:nvPr/>
        </p:nvSpPr>
        <p:spPr>
          <a:xfrm>
            <a:off x="467464" y="3254481"/>
            <a:ext cx="346428" cy="334066"/>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1</a:t>
            </a:r>
          </a:p>
        </p:txBody>
      </p:sp>
      <p:sp>
        <p:nvSpPr>
          <p:cNvPr id="46" name="Oval 45">
            <a:extLst>
              <a:ext uri="{FF2B5EF4-FFF2-40B4-BE49-F238E27FC236}">
                <a16:creationId xmlns:a16="http://schemas.microsoft.com/office/drawing/2014/main" id="{06FA684D-B6CC-6E50-CA1D-1FEE171C7ACF}"/>
              </a:ext>
            </a:extLst>
          </p:cNvPr>
          <p:cNvSpPr/>
          <p:nvPr/>
        </p:nvSpPr>
        <p:spPr>
          <a:xfrm>
            <a:off x="467464" y="4460905"/>
            <a:ext cx="346428" cy="334066"/>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2</a:t>
            </a:r>
          </a:p>
        </p:txBody>
      </p:sp>
      <p:sp>
        <p:nvSpPr>
          <p:cNvPr id="47" name="Oval 46">
            <a:extLst>
              <a:ext uri="{FF2B5EF4-FFF2-40B4-BE49-F238E27FC236}">
                <a16:creationId xmlns:a16="http://schemas.microsoft.com/office/drawing/2014/main" id="{FF968D6A-0D66-C6A8-EB2C-7E809E1A05D7}"/>
              </a:ext>
            </a:extLst>
          </p:cNvPr>
          <p:cNvSpPr/>
          <p:nvPr/>
        </p:nvSpPr>
        <p:spPr>
          <a:xfrm>
            <a:off x="467464" y="5626231"/>
            <a:ext cx="346428" cy="334066"/>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3</a:t>
            </a:r>
          </a:p>
        </p:txBody>
      </p:sp>
      <p:sp>
        <p:nvSpPr>
          <p:cNvPr id="51" name="object 7">
            <a:extLst>
              <a:ext uri="{FF2B5EF4-FFF2-40B4-BE49-F238E27FC236}">
                <a16:creationId xmlns:a16="http://schemas.microsoft.com/office/drawing/2014/main" id="{188E7BBA-BFC1-5120-F31F-0089D7C7461D}"/>
              </a:ext>
            </a:extLst>
          </p:cNvPr>
          <p:cNvSpPr txBox="1"/>
          <p:nvPr/>
        </p:nvSpPr>
        <p:spPr>
          <a:xfrm>
            <a:off x="884310" y="3531440"/>
            <a:ext cx="6113390" cy="736099"/>
          </a:xfrm>
          <a:prstGeom prst="rect">
            <a:avLst/>
          </a:prstGeom>
        </p:spPr>
        <p:txBody>
          <a:bodyPr vert="horz" wrap="square" lIns="0" tIns="12700" rIns="0" bIns="0" rtlCol="0">
            <a:spAutoFit/>
          </a:bodyPr>
          <a:lstStyle/>
          <a:p>
            <a:pPr marL="253365" marR="55880" indent="-228600">
              <a:lnSpc>
                <a:spcPct val="100000"/>
              </a:lnSpc>
              <a:spcAft>
                <a:spcPts val="600"/>
              </a:spcAft>
              <a:buChar char="•"/>
              <a:tabLst>
                <a:tab pos="253365" algn="l"/>
                <a:tab pos="254000" algn="l"/>
              </a:tabLst>
            </a:pPr>
            <a:r>
              <a:rPr lang="en-US" sz="1050" spc="5" dirty="0">
                <a:latin typeface="Helvetica Neue" panose="02000503000000020004" pitchFamily="2" charset="0"/>
                <a:ea typeface="Helvetica Neue" panose="02000503000000020004" pitchFamily="2" charset="0"/>
                <a:cs typeface="Helvetica Neue" panose="02000503000000020004" pitchFamily="2" charset="0"/>
              </a:rPr>
              <a:t>Conduct 1:1 leader interviews to identify areas of existing/future value creation and opportunities for overhead reductions</a:t>
            </a:r>
          </a:p>
          <a:p>
            <a:pPr marL="253365" marR="55880" indent="-228600">
              <a:lnSpc>
                <a:spcPct val="100000"/>
              </a:lnSpc>
              <a:spcAft>
                <a:spcPts val="600"/>
              </a:spcAft>
              <a:buChar char="•"/>
              <a:tabLst>
                <a:tab pos="253365" algn="l"/>
                <a:tab pos="254000" algn="l"/>
              </a:tabLst>
            </a:pPr>
            <a:r>
              <a:rPr lang="en-US" sz="1050" spc="5" dirty="0">
                <a:latin typeface="Helvetica Neue" panose="02000503000000020004" pitchFamily="2" charset="0"/>
                <a:ea typeface="Helvetica Neue" panose="02000503000000020004" pitchFamily="2" charset="0"/>
                <a:cs typeface="Helvetica Neue" panose="02000503000000020004" pitchFamily="2" charset="0"/>
              </a:rPr>
              <a:t>Define operating model shifts and articulate precise, actionable design principles, aligned to future organizational identity</a:t>
            </a:r>
            <a:endParaRPr sz="105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2" name="object 7">
            <a:extLst>
              <a:ext uri="{FF2B5EF4-FFF2-40B4-BE49-F238E27FC236}">
                <a16:creationId xmlns:a16="http://schemas.microsoft.com/office/drawing/2014/main" id="{4D779C4F-2CC6-6AF8-2C44-097E9FD1D870}"/>
              </a:ext>
            </a:extLst>
          </p:cNvPr>
          <p:cNvSpPr txBox="1"/>
          <p:nvPr/>
        </p:nvSpPr>
        <p:spPr>
          <a:xfrm>
            <a:off x="884310" y="4749015"/>
            <a:ext cx="5862792" cy="651460"/>
          </a:xfrm>
          <a:prstGeom prst="rect">
            <a:avLst/>
          </a:prstGeom>
        </p:spPr>
        <p:txBody>
          <a:bodyPr vert="horz" wrap="square" lIns="0" tIns="12700" rIns="0" bIns="0" rtlCol="0">
            <a:spAutoFit/>
          </a:bodyPr>
          <a:lstStyle/>
          <a:p>
            <a:pPr marL="253365" marR="55880" indent="-228600">
              <a:lnSpc>
                <a:spcPct val="100000"/>
              </a:lnSpc>
              <a:spcAft>
                <a:spcPts val="600"/>
              </a:spcAft>
              <a:buChar char="•"/>
              <a:tabLst>
                <a:tab pos="253365" algn="l"/>
                <a:tab pos="254000" algn="l"/>
              </a:tabLst>
            </a:pPr>
            <a:r>
              <a:rPr lang="en-US" sz="1050" spc="5" dirty="0">
                <a:latin typeface="Helvetica Neue" panose="02000503000000020004" pitchFamily="2" charset="0"/>
                <a:ea typeface="Helvetica Neue" panose="02000503000000020004" pitchFamily="2" charset="0"/>
                <a:cs typeface="Helvetica Neue" panose="02000503000000020004" pitchFamily="2" charset="0"/>
              </a:rPr>
              <a:t>Partner with leaders organized into 9 workstreams to iterate future organizational structure</a:t>
            </a:r>
          </a:p>
          <a:p>
            <a:pPr marL="253365" marR="55880" indent="-228600">
              <a:spcAft>
                <a:spcPts val="600"/>
              </a:spcAft>
              <a:buFontTx/>
              <a:buChar char="•"/>
              <a:tabLst>
                <a:tab pos="253365" algn="l"/>
                <a:tab pos="254000" algn="l"/>
              </a:tabLst>
            </a:pPr>
            <a:r>
              <a:rPr lang="en-US" sz="1050" spc="5" dirty="0">
                <a:latin typeface="Helvetica Neue" panose="02000503000000020004" pitchFamily="2" charset="0"/>
                <a:ea typeface="Helvetica Neue" panose="02000503000000020004" pitchFamily="2" charset="0"/>
                <a:cs typeface="Helvetica Neue" panose="02000503000000020004" pitchFamily="2" charset="0"/>
              </a:rPr>
              <a:t>Facilitate multiple workshops and develop board presentation material</a:t>
            </a:r>
            <a:endParaRPr lang="en-US" sz="1050" dirty="0">
              <a:latin typeface="Helvetica Neue" panose="02000503000000020004" pitchFamily="2" charset="0"/>
              <a:ea typeface="Helvetica Neue" panose="02000503000000020004" pitchFamily="2" charset="0"/>
              <a:cs typeface="Helvetica Neue" panose="02000503000000020004" pitchFamily="2" charset="0"/>
            </a:endParaRPr>
          </a:p>
          <a:p>
            <a:pPr marL="253365" marR="55880" indent="-228600">
              <a:lnSpc>
                <a:spcPct val="100000"/>
              </a:lnSpc>
              <a:spcAft>
                <a:spcPts val="600"/>
              </a:spcAft>
              <a:buChar char="•"/>
              <a:tabLst>
                <a:tab pos="253365" algn="l"/>
                <a:tab pos="254000" algn="l"/>
              </a:tabLst>
            </a:pPr>
            <a:r>
              <a:rPr lang="en-US" sz="1050" spc="5" dirty="0">
                <a:latin typeface="Helvetica Neue" panose="02000503000000020004" pitchFamily="2" charset="0"/>
                <a:ea typeface="Helvetica Neue" panose="02000503000000020004" pitchFamily="2" charset="0"/>
                <a:cs typeface="Helvetica Neue" panose="02000503000000020004" pitchFamily="2" charset="0"/>
              </a:rPr>
              <a:t>Ensure cross-business unit cohesion and overall adhesion to design principles</a:t>
            </a:r>
          </a:p>
        </p:txBody>
      </p:sp>
      <p:sp>
        <p:nvSpPr>
          <p:cNvPr id="53" name="object 8">
            <a:extLst>
              <a:ext uri="{FF2B5EF4-FFF2-40B4-BE49-F238E27FC236}">
                <a16:creationId xmlns:a16="http://schemas.microsoft.com/office/drawing/2014/main" id="{3387D78A-C9E1-028A-CBFC-69FA92406B0F}"/>
              </a:ext>
            </a:extLst>
          </p:cNvPr>
          <p:cNvSpPr txBox="1"/>
          <p:nvPr/>
        </p:nvSpPr>
        <p:spPr>
          <a:xfrm>
            <a:off x="884310" y="5919210"/>
            <a:ext cx="5862792" cy="412934"/>
          </a:xfrm>
          <a:prstGeom prst="rect">
            <a:avLst/>
          </a:prstGeom>
        </p:spPr>
        <p:txBody>
          <a:bodyPr vert="horz" wrap="square" lIns="0" tIns="12700" rIns="0" bIns="0" rtlCol="0">
            <a:spAutoFit/>
          </a:bodyPr>
          <a:lstStyle/>
          <a:p>
            <a:pPr marL="241300" indent="-228600">
              <a:lnSpc>
                <a:spcPct val="100000"/>
              </a:lnSpc>
              <a:spcAft>
                <a:spcPts val="600"/>
              </a:spcAft>
              <a:buChar char="•"/>
              <a:tabLst>
                <a:tab pos="240665" algn="l"/>
                <a:tab pos="241300" algn="l"/>
              </a:tabLst>
            </a:pPr>
            <a:r>
              <a:rPr lang="en-US" sz="1050" dirty="0">
                <a:latin typeface="Helvetica Neue" panose="02000503000000020004" pitchFamily="2" charset="0"/>
                <a:ea typeface="Helvetica Neue" panose="02000503000000020004" pitchFamily="2" charset="0"/>
                <a:cs typeface="Helvetica Neue" panose="02000503000000020004" pitchFamily="2" charset="0"/>
              </a:rPr>
              <a:t>Formulate the most critical deliverables for future value creation</a:t>
            </a:r>
          </a:p>
          <a:p>
            <a:pPr marL="241300" indent="-228600">
              <a:lnSpc>
                <a:spcPct val="100000"/>
              </a:lnSpc>
              <a:spcAft>
                <a:spcPts val="600"/>
              </a:spcAft>
              <a:buChar char="•"/>
              <a:tabLst>
                <a:tab pos="240665" algn="l"/>
                <a:tab pos="241300" algn="l"/>
              </a:tabLst>
            </a:pPr>
            <a:r>
              <a:rPr lang="en-US" sz="1050" dirty="0">
                <a:latin typeface="Helvetica Neue" panose="02000503000000020004" pitchFamily="2" charset="0"/>
                <a:ea typeface="Helvetica Neue" panose="02000503000000020004" pitchFamily="2" charset="0"/>
                <a:cs typeface="Helvetica Neue" panose="02000503000000020004" pitchFamily="2" charset="0"/>
              </a:rPr>
              <a:t>Identify the most critical roles for talent allocation and mobilization plans</a:t>
            </a:r>
            <a:endParaRPr sz="1050"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256985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D647D3-39E5-A768-90F3-5FEA24B8F983}"/>
              </a:ext>
            </a:extLst>
          </p:cNvPr>
          <p:cNvSpPr>
            <a:spLocks noGrp="1"/>
          </p:cNvSpPr>
          <p:nvPr>
            <p:ph type="body" sz="quarter" idx="10"/>
          </p:nvPr>
        </p:nvSpPr>
        <p:spPr/>
        <p:txBody>
          <a:bodyPr/>
          <a:lstStyle/>
          <a:p>
            <a:r>
              <a:rPr lang="en-US" dirty="0"/>
              <a:t>PROJECT GOALS *</a:t>
            </a:r>
          </a:p>
        </p:txBody>
      </p:sp>
      <p:sp>
        <p:nvSpPr>
          <p:cNvPr id="4" name="Rectangle 3">
            <a:extLst>
              <a:ext uri="{FF2B5EF4-FFF2-40B4-BE49-F238E27FC236}">
                <a16:creationId xmlns:a16="http://schemas.microsoft.com/office/drawing/2014/main" id="{4C4643D7-A0B9-FB7F-42C5-87A1B0255FAF}"/>
              </a:ext>
            </a:extLst>
          </p:cNvPr>
          <p:cNvSpPr/>
          <p:nvPr/>
        </p:nvSpPr>
        <p:spPr>
          <a:xfrm>
            <a:off x="2414427" y="1705510"/>
            <a:ext cx="8656740" cy="3537822"/>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Help with solid fill">
            <a:extLst>
              <a:ext uri="{FF2B5EF4-FFF2-40B4-BE49-F238E27FC236}">
                <a16:creationId xmlns:a16="http://schemas.microsoft.com/office/drawing/2014/main" id="{6A2EB5D7-8A69-667D-A0B5-2D2EFA1B88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94640" y="2001003"/>
            <a:ext cx="2998588" cy="2998588"/>
          </a:xfrm>
          <a:prstGeom prst="rect">
            <a:avLst/>
          </a:prstGeom>
        </p:spPr>
      </p:pic>
      <p:sp>
        <p:nvSpPr>
          <p:cNvPr id="10" name="TextBox 9">
            <a:extLst>
              <a:ext uri="{FF2B5EF4-FFF2-40B4-BE49-F238E27FC236}">
                <a16:creationId xmlns:a16="http://schemas.microsoft.com/office/drawing/2014/main" id="{1D6F2CC7-46D4-8495-F8A1-352A4857866D}"/>
              </a:ext>
            </a:extLst>
          </p:cNvPr>
          <p:cNvSpPr txBox="1"/>
          <p:nvPr/>
        </p:nvSpPr>
        <p:spPr>
          <a:xfrm>
            <a:off x="4564860" y="2151757"/>
            <a:ext cx="6215604" cy="830997"/>
          </a:xfrm>
          <a:prstGeom prst="rect">
            <a:avLst/>
          </a:prstGeom>
          <a:noFill/>
        </p:spPr>
        <p:txBody>
          <a:bodyPr wrap="square" rtlCol="0">
            <a:spAutoFit/>
          </a:bodyPr>
          <a:lstStyle/>
          <a:p>
            <a:r>
              <a:rPr lang="en-US" sz="2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Can we reduce $XXM in overhead cost reductions while strengthening the organization?</a:t>
            </a:r>
          </a:p>
        </p:txBody>
      </p:sp>
      <p:sp>
        <p:nvSpPr>
          <p:cNvPr id="11" name="TextBox 10">
            <a:extLst>
              <a:ext uri="{FF2B5EF4-FFF2-40B4-BE49-F238E27FC236}">
                <a16:creationId xmlns:a16="http://schemas.microsoft.com/office/drawing/2014/main" id="{4E35DE8B-3A92-BA61-5AC2-732BBE48E0F8}"/>
              </a:ext>
            </a:extLst>
          </p:cNvPr>
          <p:cNvSpPr txBox="1"/>
          <p:nvPr/>
        </p:nvSpPr>
        <p:spPr>
          <a:xfrm>
            <a:off x="4611703" y="3656532"/>
            <a:ext cx="1912097" cy="923330"/>
          </a:xfrm>
          <a:prstGeom prst="rect">
            <a:avLst/>
          </a:prstGeom>
          <a:noFill/>
        </p:spPr>
        <p:txBody>
          <a:bodyPr wrap="square" rtlCol="0">
            <a:spAutoFit/>
          </a:bodyPr>
          <a:lstStyle/>
          <a:p>
            <a:r>
              <a:rPr lang="en-US" b="1" dirty="0">
                <a:solidFill>
                  <a:schemeClr val="tx1">
                    <a:lumMod val="75000"/>
                    <a:lumOff val="25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Reduce $300M in Overhead Cost</a:t>
            </a:r>
          </a:p>
        </p:txBody>
      </p:sp>
      <p:sp>
        <p:nvSpPr>
          <p:cNvPr id="12" name="TextBox 11">
            <a:extLst>
              <a:ext uri="{FF2B5EF4-FFF2-40B4-BE49-F238E27FC236}">
                <a16:creationId xmlns:a16="http://schemas.microsoft.com/office/drawing/2014/main" id="{1E356136-64DA-EF93-2A30-E51B8D9C233A}"/>
              </a:ext>
            </a:extLst>
          </p:cNvPr>
          <p:cNvSpPr txBox="1"/>
          <p:nvPr/>
        </p:nvSpPr>
        <p:spPr>
          <a:xfrm>
            <a:off x="6876149" y="3643960"/>
            <a:ext cx="1912097" cy="923330"/>
          </a:xfrm>
          <a:prstGeom prst="rect">
            <a:avLst/>
          </a:prstGeom>
          <a:noFill/>
        </p:spPr>
        <p:txBody>
          <a:bodyPr wrap="square" rtlCol="0">
            <a:spAutoFit/>
          </a:bodyPr>
          <a:lstStyle/>
          <a:p>
            <a:r>
              <a:rPr lang="en-US" b="1" dirty="0">
                <a:solidFill>
                  <a:schemeClr val="tx1">
                    <a:lumMod val="75000"/>
                    <a:lumOff val="25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Simplify </a:t>
            </a:r>
            <a:br>
              <a:rPr lang="en-US" b="1" dirty="0">
                <a:solidFill>
                  <a:schemeClr val="tx1">
                    <a:lumMod val="75000"/>
                    <a:lumOff val="25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br>
            <a:r>
              <a:rPr lang="en-US" b="1" dirty="0">
                <a:solidFill>
                  <a:schemeClr val="tx1">
                    <a:lumMod val="75000"/>
                    <a:lumOff val="25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the organization</a:t>
            </a:r>
          </a:p>
        </p:txBody>
      </p:sp>
      <p:sp>
        <p:nvSpPr>
          <p:cNvPr id="13" name="TextBox 12">
            <a:extLst>
              <a:ext uri="{FF2B5EF4-FFF2-40B4-BE49-F238E27FC236}">
                <a16:creationId xmlns:a16="http://schemas.microsoft.com/office/drawing/2014/main" id="{A7C4DC86-7076-4F17-28F6-5E5A5C25396D}"/>
              </a:ext>
            </a:extLst>
          </p:cNvPr>
          <p:cNvSpPr txBox="1"/>
          <p:nvPr/>
        </p:nvSpPr>
        <p:spPr>
          <a:xfrm>
            <a:off x="8806721" y="3643960"/>
            <a:ext cx="1912097" cy="923330"/>
          </a:xfrm>
          <a:prstGeom prst="rect">
            <a:avLst/>
          </a:prstGeom>
          <a:noFill/>
        </p:spPr>
        <p:txBody>
          <a:bodyPr wrap="square" rtlCol="0">
            <a:spAutoFit/>
          </a:bodyPr>
          <a:lstStyle/>
          <a:p>
            <a:r>
              <a:rPr lang="en-US" b="1" dirty="0">
                <a:solidFill>
                  <a:schemeClr val="tx1">
                    <a:lumMod val="75000"/>
                    <a:lumOff val="25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Strengthen capabilities for future growth</a:t>
            </a:r>
          </a:p>
        </p:txBody>
      </p:sp>
      <p:cxnSp>
        <p:nvCxnSpPr>
          <p:cNvPr id="15" name="Straight Connector 14">
            <a:extLst>
              <a:ext uri="{FF2B5EF4-FFF2-40B4-BE49-F238E27FC236}">
                <a16:creationId xmlns:a16="http://schemas.microsoft.com/office/drawing/2014/main" id="{70CAA109-F085-0EE4-8A4C-66FDA993CE9C}"/>
              </a:ext>
            </a:extLst>
          </p:cNvPr>
          <p:cNvCxnSpPr/>
          <p:nvPr/>
        </p:nvCxnSpPr>
        <p:spPr>
          <a:xfrm>
            <a:off x="4611703" y="3429000"/>
            <a:ext cx="621560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91602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ounded Rectangle 91">
            <a:extLst>
              <a:ext uri="{FF2B5EF4-FFF2-40B4-BE49-F238E27FC236}">
                <a16:creationId xmlns:a16="http://schemas.microsoft.com/office/drawing/2014/main" id="{DF7564E1-0C5C-A550-D07B-812F4D7620D8}"/>
              </a:ext>
            </a:extLst>
          </p:cNvPr>
          <p:cNvSpPr/>
          <p:nvPr/>
        </p:nvSpPr>
        <p:spPr>
          <a:xfrm>
            <a:off x="450850" y="4455066"/>
            <a:ext cx="11264842" cy="1910458"/>
          </a:xfrm>
          <a:prstGeom prst="roundRect">
            <a:avLst>
              <a:gd name="adj" fmla="val 0"/>
            </a:avLst>
          </a:prstGeom>
          <a:solidFill>
            <a:schemeClr val="bg1">
              <a:lumMod val="95000"/>
            </a:schemeClr>
          </a:solidFill>
          <a:ln>
            <a:noFill/>
          </a:ln>
          <a:effectLst/>
        </p:spPr>
        <p:txBody>
          <a:bodyPr lIns="25400" tIns="25400" rIns="25400" bIns="25400" anchor="ctr"/>
          <a:lstStyle/>
          <a:p>
            <a:pPr eaLnBrk="0" fontAlgn="base">
              <a:spcBef>
                <a:spcPct val="0"/>
              </a:spcBef>
              <a:spcAft>
                <a:spcPct val="0"/>
              </a:spcAft>
            </a:pPr>
            <a:endParaRPr lang="en-US" sz="1600">
              <a:solidFill>
                <a:srgbClr val="FFFFFF"/>
              </a:solidFill>
              <a:latin typeface="Lato" panose="020F0502020204030203" pitchFamily="34" charset="77"/>
            </a:endParaRPr>
          </a:p>
        </p:txBody>
      </p:sp>
      <p:sp>
        <p:nvSpPr>
          <p:cNvPr id="21" name="Rounded Rectangle 91">
            <a:extLst>
              <a:ext uri="{FF2B5EF4-FFF2-40B4-BE49-F238E27FC236}">
                <a16:creationId xmlns:a16="http://schemas.microsoft.com/office/drawing/2014/main" id="{18804621-9456-D295-0CA7-17F5D1807662}"/>
              </a:ext>
            </a:extLst>
          </p:cNvPr>
          <p:cNvSpPr/>
          <p:nvPr/>
        </p:nvSpPr>
        <p:spPr>
          <a:xfrm>
            <a:off x="596900" y="2044911"/>
            <a:ext cx="1828800" cy="2055021"/>
          </a:xfrm>
          <a:prstGeom prst="roundRect">
            <a:avLst>
              <a:gd name="adj" fmla="val 0"/>
            </a:avLst>
          </a:prstGeom>
          <a:solidFill>
            <a:schemeClr val="bg1">
              <a:lumMod val="95000"/>
            </a:schemeClr>
          </a:solidFill>
          <a:ln>
            <a:noFill/>
          </a:ln>
          <a:effectLst/>
        </p:spPr>
        <p:txBody>
          <a:bodyPr lIns="25400" tIns="25400" rIns="25400" bIns="25400" anchor="ctr"/>
          <a:lstStyle/>
          <a:p>
            <a:pPr eaLnBrk="0" fontAlgn="base">
              <a:spcBef>
                <a:spcPct val="0"/>
              </a:spcBef>
              <a:spcAft>
                <a:spcPct val="0"/>
              </a:spcAft>
            </a:pPr>
            <a:endParaRPr lang="en-US" sz="1600">
              <a:solidFill>
                <a:srgbClr val="FFFFFF"/>
              </a:solidFill>
              <a:latin typeface="Lato" panose="020F0502020204030203" pitchFamily="34" charset="77"/>
            </a:endParaRPr>
          </a:p>
        </p:txBody>
      </p:sp>
      <p:sp>
        <p:nvSpPr>
          <p:cNvPr id="2" name="Text Placeholder 1">
            <a:extLst>
              <a:ext uri="{FF2B5EF4-FFF2-40B4-BE49-F238E27FC236}">
                <a16:creationId xmlns:a16="http://schemas.microsoft.com/office/drawing/2014/main" id="{B3C05C30-9D4F-28C1-B303-4560D11AAF34}"/>
              </a:ext>
            </a:extLst>
          </p:cNvPr>
          <p:cNvSpPr>
            <a:spLocks noGrp="1"/>
          </p:cNvSpPr>
          <p:nvPr>
            <p:ph type="body" sz="quarter" idx="10"/>
          </p:nvPr>
        </p:nvSpPr>
        <p:spPr/>
        <p:txBody>
          <a:bodyPr/>
          <a:lstStyle/>
          <a:p>
            <a:r>
              <a:rPr lang="en-US" dirty="0"/>
              <a:t>PROJECT PLAN – Roles and Responsibilities (5 weeks) *</a:t>
            </a:r>
          </a:p>
        </p:txBody>
      </p:sp>
      <p:sp>
        <p:nvSpPr>
          <p:cNvPr id="3" name="Rounded Rectangle 91">
            <a:extLst>
              <a:ext uri="{FF2B5EF4-FFF2-40B4-BE49-F238E27FC236}">
                <a16:creationId xmlns:a16="http://schemas.microsoft.com/office/drawing/2014/main" id="{2AA523B5-ABB7-BB3F-3EA0-AD0206873197}"/>
              </a:ext>
            </a:extLst>
          </p:cNvPr>
          <p:cNvSpPr/>
          <p:nvPr/>
        </p:nvSpPr>
        <p:spPr>
          <a:xfrm>
            <a:off x="2901950" y="2044912"/>
            <a:ext cx="6330950" cy="2055021"/>
          </a:xfrm>
          <a:prstGeom prst="roundRect">
            <a:avLst>
              <a:gd name="adj" fmla="val 0"/>
            </a:avLst>
          </a:prstGeom>
          <a:solidFill>
            <a:schemeClr val="bg1">
              <a:lumMod val="95000"/>
            </a:schemeClr>
          </a:solidFill>
          <a:ln>
            <a:noFill/>
          </a:ln>
          <a:effectLst/>
        </p:spPr>
        <p:txBody>
          <a:bodyPr lIns="25400" tIns="25400" rIns="25400" bIns="25400" anchor="ctr"/>
          <a:lstStyle/>
          <a:p>
            <a:pPr eaLnBrk="0" fontAlgn="base">
              <a:spcBef>
                <a:spcPct val="0"/>
              </a:spcBef>
              <a:spcAft>
                <a:spcPct val="0"/>
              </a:spcAft>
            </a:pPr>
            <a:endParaRPr lang="en-US" sz="1600">
              <a:solidFill>
                <a:srgbClr val="FFFFFF"/>
              </a:solidFill>
              <a:latin typeface="Lato" panose="020F0502020204030203" pitchFamily="34" charset="77"/>
            </a:endParaRPr>
          </a:p>
        </p:txBody>
      </p:sp>
      <p:sp>
        <p:nvSpPr>
          <p:cNvPr id="4" name="TextBox 3">
            <a:extLst>
              <a:ext uri="{FF2B5EF4-FFF2-40B4-BE49-F238E27FC236}">
                <a16:creationId xmlns:a16="http://schemas.microsoft.com/office/drawing/2014/main" id="{F04392CD-9092-D2ED-C3B6-D6760584D5C1}"/>
              </a:ext>
            </a:extLst>
          </p:cNvPr>
          <p:cNvSpPr txBox="1"/>
          <p:nvPr/>
        </p:nvSpPr>
        <p:spPr>
          <a:xfrm>
            <a:off x="4645114" y="2308165"/>
            <a:ext cx="2855696" cy="461665"/>
          </a:xfrm>
          <a:prstGeom prst="rect">
            <a:avLst/>
          </a:prstGeom>
          <a:noFill/>
        </p:spPr>
        <p:txBody>
          <a:bodyPr wrap="square">
            <a:spAutoFit/>
          </a:bodyPr>
          <a:lstStyle/>
          <a:p>
            <a:pPr algn="ctr" eaLnBrk="0" fontAlgn="base">
              <a:spcBef>
                <a:spcPct val="0"/>
              </a:spcBef>
              <a:spcAft>
                <a:spcPct val="0"/>
              </a:spcAft>
              <a:defRPr/>
            </a:pPr>
            <a:r>
              <a:rPr lang="en-US" altLang="x-none" sz="1200" b="1" dirty="0">
                <a:solidFill>
                  <a:schemeClr val="tx1">
                    <a:lumMod val="85000"/>
                    <a:lumOff val="15000"/>
                  </a:schemeClr>
                </a:solidFill>
                <a:latin typeface="Lato" panose="020F0502020204030203" pitchFamily="34" charset="77"/>
                <a:ea typeface="Helvetica Light" charset="0"/>
                <a:cs typeface="Helvetica Light" charset="0"/>
                <a:sym typeface="Helvetica Light" charset="0"/>
              </a:rPr>
              <a:t>PARTNER WITH WORKING TEAM </a:t>
            </a:r>
          </a:p>
          <a:p>
            <a:pPr algn="ctr" eaLnBrk="0" fontAlgn="base">
              <a:spcBef>
                <a:spcPct val="0"/>
              </a:spcBef>
              <a:spcAft>
                <a:spcPct val="0"/>
              </a:spcAft>
              <a:defRPr/>
            </a:pPr>
            <a:r>
              <a:rPr lang="en-US" altLang="x-none" sz="1200" b="1" dirty="0">
                <a:solidFill>
                  <a:schemeClr val="tx1">
                    <a:lumMod val="85000"/>
                    <a:lumOff val="15000"/>
                  </a:schemeClr>
                </a:solidFill>
                <a:latin typeface="Lato" panose="020F0502020204030203" pitchFamily="34" charset="77"/>
                <a:ea typeface="Helvetica Light" charset="0"/>
                <a:cs typeface="Helvetica Light" charset="0"/>
                <a:sym typeface="Helvetica Light" charset="0"/>
              </a:rPr>
              <a:t>TO DISTILL SIMPLIFICATION PLANS</a:t>
            </a:r>
          </a:p>
        </p:txBody>
      </p:sp>
      <p:sp>
        <p:nvSpPr>
          <p:cNvPr id="5" name="AutoShape 3">
            <a:extLst>
              <a:ext uri="{FF2B5EF4-FFF2-40B4-BE49-F238E27FC236}">
                <a16:creationId xmlns:a16="http://schemas.microsoft.com/office/drawing/2014/main" id="{3A9FA68D-DDCD-790A-7BE4-19EED5173E2A}"/>
              </a:ext>
            </a:extLst>
          </p:cNvPr>
          <p:cNvSpPr>
            <a:spLocks/>
          </p:cNvSpPr>
          <p:nvPr/>
        </p:nvSpPr>
        <p:spPr bwMode="auto">
          <a:xfrm>
            <a:off x="4516806" y="3467465"/>
            <a:ext cx="3062231" cy="518181"/>
          </a:xfrm>
          <a:prstGeom prst="roundRect">
            <a:avLst>
              <a:gd name="adj" fmla="val 0"/>
            </a:avLst>
          </a:prstGeom>
          <a:solidFill>
            <a:schemeClr val="accent5"/>
          </a:solidFill>
          <a:ln>
            <a:noFill/>
          </a:ln>
          <a:effectLst/>
        </p:spPr>
        <p:txBody>
          <a:bodyPr lIns="25400" tIns="25400" rIns="25400" bIns="25400" anchor="ctr"/>
          <a:lstStyle/>
          <a:p>
            <a:pPr algn="ctr" eaLnBrk="0" fontAlgn="base">
              <a:spcBef>
                <a:spcPct val="0"/>
              </a:spcBef>
              <a:spcAft>
                <a:spcPct val="0"/>
              </a:spcAft>
              <a:defRPr/>
            </a:pPr>
            <a:r>
              <a:rPr lang="en-US" altLang="x-none" sz="1200" b="1">
                <a:solidFill>
                  <a:srgbClr val="FFFFFF"/>
                </a:solidFill>
                <a:latin typeface="Lato" panose="020F0502020204030203" pitchFamily="34" charset="77"/>
                <a:sym typeface="Helvetica Light" charset="0"/>
              </a:rPr>
              <a:t>STEERCO</a:t>
            </a:r>
          </a:p>
          <a:p>
            <a:pPr algn="ctr" eaLnBrk="0" fontAlgn="base">
              <a:spcBef>
                <a:spcPct val="0"/>
              </a:spcBef>
              <a:spcAft>
                <a:spcPct val="0"/>
              </a:spcAft>
              <a:defRPr/>
            </a:pPr>
            <a:r>
              <a:rPr lang="en-US" altLang="x-none" sz="1100">
                <a:solidFill>
                  <a:srgbClr val="FFFFFF"/>
                </a:solidFill>
                <a:latin typeface="Lato" panose="020F0502020204030203" pitchFamily="34" charset="77"/>
                <a:ea typeface="Helvetica Light" charset="0"/>
                <a:cs typeface="Helvetica Light" charset="0"/>
                <a:sym typeface="Helvetica Light" charset="0"/>
              </a:rPr>
              <a:t>Bi-Weekly Cadence with CEO, CFO, and CHRO</a:t>
            </a:r>
            <a:endParaRPr lang="x-none" altLang="x-none" sz="1100">
              <a:solidFill>
                <a:srgbClr val="FFFFFF"/>
              </a:solidFill>
              <a:latin typeface="Lato" panose="020F0502020204030203" pitchFamily="34" charset="77"/>
              <a:ea typeface="Helvetica Light" charset="0"/>
              <a:cs typeface="Helvetica Light" charset="0"/>
              <a:sym typeface="Helvetica Light" charset="0"/>
            </a:endParaRPr>
          </a:p>
        </p:txBody>
      </p:sp>
      <p:sp>
        <p:nvSpPr>
          <p:cNvPr id="7" name="AutoShape 3">
            <a:extLst>
              <a:ext uri="{FF2B5EF4-FFF2-40B4-BE49-F238E27FC236}">
                <a16:creationId xmlns:a16="http://schemas.microsoft.com/office/drawing/2014/main" id="{A9720891-84A0-8FBA-B0CF-E31280D60CB8}"/>
              </a:ext>
            </a:extLst>
          </p:cNvPr>
          <p:cNvSpPr>
            <a:spLocks/>
          </p:cNvSpPr>
          <p:nvPr/>
        </p:nvSpPr>
        <p:spPr bwMode="auto">
          <a:xfrm>
            <a:off x="3003608" y="2159223"/>
            <a:ext cx="1392223" cy="1292776"/>
          </a:xfrm>
          <a:prstGeom prst="roundRect">
            <a:avLst>
              <a:gd name="adj" fmla="val 0"/>
            </a:avLst>
          </a:prstGeom>
          <a:solidFill>
            <a:schemeClr val="accent5"/>
          </a:solidFill>
          <a:ln>
            <a:noFill/>
          </a:ln>
          <a:effectLst/>
        </p:spPr>
        <p:txBody>
          <a:bodyPr lIns="25400" tIns="25400" rIns="25400" bIns="25400" anchor="ctr"/>
          <a:lstStyle/>
          <a:p>
            <a:pPr algn="ctr" eaLnBrk="0" fontAlgn="base">
              <a:spcBef>
                <a:spcPct val="0"/>
              </a:spcBef>
              <a:spcAft>
                <a:spcPct val="0"/>
              </a:spcAft>
              <a:defRPr/>
            </a:pPr>
            <a:r>
              <a:rPr lang="en-US" altLang="x-none" sz="1200" b="1" dirty="0">
                <a:solidFill>
                  <a:srgbClr val="FFFFFF"/>
                </a:solidFill>
                <a:latin typeface="Lato" panose="020F0502020204030203" pitchFamily="34" charset="77"/>
                <a:ea typeface="Helvetica Light" charset="0"/>
                <a:cs typeface="Helvetica Light" charset="0"/>
                <a:sym typeface="Helvetica Light" charset="0"/>
              </a:rPr>
              <a:t>KICK-OFF DESIGN AND PROCESS </a:t>
            </a:r>
          </a:p>
          <a:p>
            <a:pPr algn="ctr" eaLnBrk="0" fontAlgn="base">
              <a:spcBef>
                <a:spcPct val="0"/>
              </a:spcBef>
              <a:spcAft>
                <a:spcPct val="0"/>
              </a:spcAft>
              <a:defRPr/>
            </a:pPr>
            <a:r>
              <a:rPr lang="en-US" altLang="x-none" sz="1100" dirty="0">
                <a:solidFill>
                  <a:srgbClr val="FFFFFF"/>
                </a:solidFill>
                <a:latin typeface="Lato" panose="020F0502020204030203" pitchFamily="34" charset="77"/>
                <a:ea typeface="Helvetica Light" charset="0"/>
                <a:cs typeface="Helvetica Light" charset="0"/>
                <a:sym typeface="Helvetica Light" charset="0"/>
              </a:rPr>
              <a:t>with Divisional and Functional Leaders</a:t>
            </a:r>
            <a:endParaRPr lang="x-none" altLang="x-none" sz="1100" dirty="0">
              <a:solidFill>
                <a:srgbClr val="FFFFFF"/>
              </a:solidFill>
              <a:latin typeface="Lato" panose="020F0502020204030203" pitchFamily="34" charset="77"/>
              <a:ea typeface="Helvetica Light" charset="0"/>
              <a:cs typeface="Helvetica Light" charset="0"/>
              <a:sym typeface="Helvetica Light" charset="0"/>
            </a:endParaRPr>
          </a:p>
        </p:txBody>
      </p:sp>
      <p:sp>
        <p:nvSpPr>
          <p:cNvPr id="8" name="AutoShape 3">
            <a:extLst>
              <a:ext uri="{FF2B5EF4-FFF2-40B4-BE49-F238E27FC236}">
                <a16:creationId xmlns:a16="http://schemas.microsoft.com/office/drawing/2014/main" id="{1B3CCCF7-04A8-01CB-82F6-A65DBF8C7A32}"/>
              </a:ext>
            </a:extLst>
          </p:cNvPr>
          <p:cNvSpPr>
            <a:spLocks/>
          </p:cNvSpPr>
          <p:nvPr/>
        </p:nvSpPr>
        <p:spPr bwMode="auto">
          <a:xfrm>
            <a:off x="7723877" y="2165837"/>
            <a:ext cx="1392223" cy="1292776"/>
          </a:xfrm>
          <a:prstGeom prst="roundRect">
            <a:avLst>
              <a:gd name="adj" fmla="val 0"/>
            </a:avLst>
          </a:prstGeom>
          <a:solidFill>
            <a:schemeClr val="accent5"/>
          </a:solidFill>
          <a:ln>
            <a:noFill/>
          </a:ln>
          <a:effectLst/>
        </p:spPr>
        <p:txBody>
          <a:bodyPr lIns="25400" tIns="25400" rIns="25400" bIns="25400" anchor="ctr"/>
          <a:lstStyle/>
          <a:p>
            <a:pPr algn="ctr" eaLnBrk="0" fontAlgn="base">
              <a:spcBef>
                <a:spcPct val="0"/>
              </a:spcBef>
              <a:spcAft>
                <a:spcPct val="0"/>
              </a:spcAft>
              <a:defRPr/>
            </a:pPr>
            <a:r>
              <a:rPr lang="en-US" altLang="x-none" sz="1200" b="1">
                <a:solidFill>
                  <a:srgbClr val="FFFFFF"/>
                </a:solidFill>
                <a:latin typeface="Lato" panose="020F0502020204030203" pitchFamily="34" charset="77"/>
                <a:ea typeface="Helvetica Light" charset="0"/>
                <a:cs typeface="Helvetica Light" charset="0"/>
                <a:sym typeface="Helvetica Light" charset="0"/>
              </a:rPr>
              <a:t>DELIVER SAVINGS PLAN &amp; ASSESS</a:t>
            </a:r>
          </a:p>
          <a:p>
            <a:pPr algn="ctr" eaLnBrk="0" fontAlgn="base">
              <a:spcBef>
                <a:spcPct val="0"/>
              </a:spcBef>
              <a:spcAft>
                <a:spcPct val="0"/>
              </a:spcAft>
              <a:defRPr/>
            </a:pPr>
            <a:r>
              <a:rPr lang="en-US" altLang="x-none" sz="1100">
                <a:solidFill>
                  <a:srgbClr val="FFFFFF"/>
                </a:solidFill>
                <a:latin typeface="Lato" panose="020F0502020204030203" pitchFamily="34" charset="77"/>
                <a:ea typeface="Helvetica Light" charset="0"/>
                <a:cs typeface="Helvetica Light" charset="0"/>
                <a:sym typeface="Helvetica Light" charset="0"/>
              </a:rPr>
              <a:t>with Divisional and Functional Leaders</a:t>
            </a:r>
            <a:endParaRPr lang="x-none" altLang="x-none" sz="1100">
              <a:solidFill>
                <a:srgbClr val="FFFFFF"/>
              </a:solidFill>
              <a:latin typeface="Lato" panose="020F0502020204030203" pitchFamily="34" charset="77"/>
              <a:ea typeface="Helvetica Light" charset="0"/>
              <a:cs typeface="Helvetica Light" charset="0"/>
              <a:sym typeface="Helvetica Light" charset="0"/>
            </a:endParaRPr>
          </a:p>
        </p:txBody>
      </p:sp>
      <p:cxnSp>
        <p:nvCxnSpPr>
          <p:cNvPr id="9" name="Straight Connector 8">
            <a:extLst>
              <a:ext uri="{FF2B5EF4-FFF2-40B4-BE49-F238E27FC236}">
                <a16:creationId xmlns:a16="http://schemas.microsoft.com/office/drawing/2014/main" id="{093110E3-A342-711A-8259-524FF2B04BFC}"/>
              </a:ext>
            </a:extLst>
          </p:cNvPr>
          <p:cNvCxnSpPr/>
          <p:nvPr/>
        </p:nvCxnSpPr>
        <p:spPr>
          <a:xfrm>
            <a:off x="4516806" y="2999337"/>
            <a:ext cx="3062231"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0" name="Picture 9" descr="Talent">
            <a:extLst>
              <a:ext uri="{FF2B5EF4-FFF2-40B4-BE49-F238E27FC236}">
                <a16:creationId xmlns:a16="http://schemas.microsoft.com/office/drawing/2014/main" id="{3521A44F-45CF-AB00-FF19-DD0F7606CAF8}"/>
              </a:ext>
            </a:extLst>
          </p:cNvPr>
          <p:cNvPicPr>
            <a:picLocks noChangeAspect="1"/>
          </p:cNvPicPr>
          <p:nvPr/>
        </p:nvPicPr>
        <p:blipFill>
          <a:blip r:embed="rId2"/>
          <a:stretch>
            <a:fillRect/>
          </a:stretch>
        </p:blipFill>
        <p:spPr>
          <a:xfrm>
            <a:off x="5712962" y="2639337"/>
            <a:ext cx="720000" cy="720000"/>
          </a:xfrm>
          <a:prstGeom prst="rect">
            <a:avLst/>
          </a:prstGeom>
        </p:spPr>
      </p:pic>
      <p:sp>
        <p:nvSpPr>
          <p:cNvPr id="11" name="Rectangle 10">
            <a:extLst>
              <a:ext uri="{FF2B5EF4-FFF2-40B4-BE49-F238E27FC236}">
                <a16:creationId xmlns:a16="http://schemas.microsoft.com/office/drawing/2014/main" id="{20268D4D-38AD-B7ED-26C0-C98600B52188}"/>
              </a:ext>
            </a:extLst>
          </p:cNvPr>
          <p:cNvSpPr/>
          <p:nvPr/>
        </p:nvSpPr>
        <p:spPr>
          <a:xfrm>
            <a:off x="2787650" y="1725227"/>
            <a:ext cx="6591242" cy="2513107"/>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1625692-C94A-ADBD-7412-2DE2A180FA83}"/>
              </a:ext>
            </a:extLst>
          </p:cNvPr>
          <p:cNvSpPr/>
          <p:nvPr/>
        </p:nvSpPr>
        <p:spPr>
          <a:xfrm>
            <a:off x="4556968" y="1461047"/>
            <a:ext cx="2981905" cy="456878"/>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Co-Create Savings Plan</a:t>
            </a:r>
          </a:p>
          <a:p>
            <a:pPr algn="ctr"/>
            <a:r>
              <a:rPr lang="en-US" sz="11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Client Team &amp; </a:t>
            </a:r>
            <a:r>
              <a:rPr lang="en-US" sz="1100" b="1" dirty="0" err="1">
                <a:latin typeface="Helvetica Neue Condensed" panose="02000503000000020004" pitchFamily="2" charset="0"/>
                <a:ea typeface="Helvetica Neue Condensed" panose="02000503000000020004" pitchFamily="2" charset="0"/>
                <a:cs typeface="Helvetica Neue Condensed" panose="02000503000000020004" pitchFamily="2" charset="0"/>
              </a:rPr>
              <a:t>CEO.Works</a:t>
            </a:r>
            <a:endParaRPr lang="en-US" sz="1100" b="1" dirty="0">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sp>
        <p:nvSpPr>
          <p:cNvPr id="13" name="TextBox 12">
            <a:extLst>
              <a:ext uri="{FF2B5EF4-FFF2-40B4-BE49-F238E27FC236}">
                <a16:creationId xmlns:a16="http://schemas.microsoft.com/office/drawing/2014/main" id="{9A865FB3-0462-F058-F408-457C96DD8272}"/>
              </a:ext>
            </a:extLst>
          </p:cNvPr>
          <p:cNvSpPr txBox="1"/>
          <p:nvPr/>
        </p:nvSpPr>
        <p:spPr>
          <a:xfrm>
            <a:off x="4411905" y="4546208"/>
            <a:ext cx="3812690" cy="1785104"/>
          </a:xfrm>
          <a:prstGeom prst="rect">
            <a:avLst/>
          </a:prstGeom>
          <a:noFill/>
        </p:spPr>
        <p:txBody>
          <a:bodyPr wrap="square" rtlCol="0">
            <a:spAutoFit/>
          </a:bodyPr>
          <a:lstStyle/>
          <a:p>
            <a:pPr>
              <a:spcAft>
                <a:spcPts val="600"/>
              </a:spcAft>
            </a:pPr>
            <a: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Client Core Team</a:t>
            </a:r>
          </a:p>
          <a:p>
            <a:pPr marL="285750" indent="-285750">
              <a:spcAft>
                <a:spcPts val="600"/>
              </a:spcAft>
              <a:buClr>
                <a:schemeClr val="tx1"/>
              </a:buClr>
              <a:buFont typeface="Arial" panose="020B0604020202020204" pitchFamily="34" charset="0"/>
              <a:buChar char="•"/>
            </a:pPr>
            <a:r>
              <a:rPr lang="en-US" sz="1100" dirty="0">
                <a:solidFill>
                  <a:srgbClr val="288FC2"/>
                </a:solidFill>
                <a:latin typeface="Helvetica Neue" panose="02000503000000020004" pitchFamily="2" charset="0"/>
                <a:ea typeface="Helvetica Neue" panose="02000503000000020004" pitchFamily="2" charset="0"/>
                <a:cs typeface="Helvetica Neue" panose="02000503000000020004" pitchFamily="2" charset="0"/>
              </a:rPr>
              <a:t>Set savings targets </a:t>
            </a:r>
            <a:r>
              <a:rPr lang="en-US" sz="1100" dirty="0">
                <a:latin typeface="Helvetica Neue" panose="02000503000000020004" pitchFamily="2" charset="0"/>
                <a:ea typeface="Helvetica Neue" panose="02000503000000020004" pitchFamily="2" charset="0"/>
                <a:cs typeface="Helvetica Neue" panose="02000503000000020004" pitchFamily="2" charset="0"/>
              </a:rPr>
              <a:t>by segment, function</a:t>
            </a:r>
          </a:p>
          <a:p>
            <a:pPr marL="285750" indent="-285750">
              <a:spcAft>
                <a:spcPts val="600"/>
              </a:spcAft>
              <a:buClr>
                <a:schemeClr val="tx1"/>
              </a:buClr>
              <a:buFont typeface="Arial" panose="020B0604020202020204" pitchFamily="34" charset="0"/>
              <a:buChar char="•"/>
            </a:pPr>
            <a:r>
              <a:rPr lang="en-US" sz="1100" dirty="0">
                <a:solidFill>
                  <a:srgbClr val="288FC2"/>
                </a:solidFill>
                <a:latin typeface="Helvetica Neue" panose="02000503000000020004" pitchFamily="2" charset="0"/>
                <a:ea typeface="Helvetica Neue" panose="02000503000000020004" pitchFamily="2" charset="0"/>
                <a:cs typeface="Helvetica Neue" panose="02000503000000020004" pitchFamily="2" charset="0"/>
              </a:rPr>
              <a:t>Identify leaders </a:t>
            </a:r>
            <a:r>
              <a:rPr lang="en-US" sz="1100" dirty="0">
                <a:latin typeface="Helvetica Neue" panose="02000503000000020004" pitchFamily="2" charset="0"/>
                <a:ea typeface="Helvetica Neue" panose="02000503000000020004" pitchFamily="2" charset="0"/>
                <a:cs typeface="Helvetica Neue" panose="02000503000000020004" pitchFamily="2" charset="0"/>
              </a:rPr>
              <a:t>for planning</a:t>
            </a:r>
          </a:p>
          <a:p>
            <a:pPr marL="285750" indent="-285750">
              <a:spcAft>
                <a:spcPts val="600"/>
              </a:spcAft>
              <a:buClr>
                <a:schemeClr val="tx1"/>
              </a:buClr>
              <a:buFont typeface="Arial" panose="020B0604020202020204" pitchFamily="34" charset="0"/>
              <a:buChar char="•"/>
            </a:pPr>
            <a:r>
              <a:rPr lang="en-US" sz="1100" dirty="0">
                <a:latin typeface="Helvetica Neue" panose="02000503000000020004" pitchFamily="2" charset="0"/>
                <a:ea typeface="Helvetica Neue" panose="02000503000000020004" pitchFamily="2" charset="0"/>
                <a:cs typeface="Helvetica Neue" panose="02000503000000020004" pitchFamily="2" charset="0"/>
              </a:rPr>
              <a:t>Provide data &amp; templates to leaders</a:t>
            </a:r>
          </a:p>
          <a:p>
            <a:pPr marL="285750" indent="-285750">
              <a:spcAft>
                <a:spcPts val="600"/>
              </a:spcAft>
              <a:buClr>
                <a:schemeClr val="tx1"/>
              </a:buClr>
              <a:buFont typeface="Arial" panose="020B0604020202020204" pitchFamily="34" charset="0"/>
              <a:buChar char="•"/>
            </a:pPr>
            <a:r>
              <a:rPr lang="en-US" sz="1100" dirty="0">
                <a:latin typeface="Helvetica Neue" panose="02000503000000020004" pitchFamily="2" charset="0"/>
                <a:ea typeface="Helvetica Neue" panose="02000503000000020004" pitchFamily="2" charset="0"/>
                <a:cs typeface="Helvetica Neue" panose="02000503000000020004" pitchFamily="2" charset="0"/>
              </a:rPr>
              <a:t>Co-host engagements with the leaders</a:t>
            </a:r>
          </a:p>
          <a:p>
            <a:pPr marL="285750" indent="-285750">
              <a:spcAft>
                <a:spcPts val="600"/>
              </a:spcAft>
              <a:buClr>
                <a:schemeClr val="tx1"/>
              </a:buClr>
              <a:buFont typeface="Arial" panose="020B0604020202020204" pitchFamily="34" charset="0"/>
              <a:buChar char="•"/>
            </a:pPr>
            <a:r>
              <a:rPr lang="en-US" sz="1100" dirty="0">
                <a:solidFill>
                  <a:srgbClr val="288FC2"/>
                </a:solidFill>
                <a:latin typeface="Helvetica Neue" panose="02000503000000020004" pitchFamily="2" charset="0"/>
                <a:ea typeface="Helvetica Neue" panose="02000503000000020004" pitchFamily="2" charset="0"/>
                <a:cs typeface="Helvetica Neue" panose="02000503000000020004" pitchFamily="2" charset="0"/>
              </a:rPr>
              <a:t>Collate validated savings plans</a:t>
            </a:r>
          </a:p>
          <a:p>
            <a:pPr marL="285750" indent="-285750">
              <a:spcAft>
                <a:spcPts val="600"/>
              </a:spcAft>
              <a:buClr>
                <a:schemeClr val="tx1"/>
              </a:buClr>
              <a:buFont typeface="Arial" panose="020B0604020202020204" pitchFamily="34" charset="0"/>
              <a:buChar char="•"/>
            </a:pPr>
            <a:r>
              <a:rPr lang="en-US" sz="1100" dirty="0">
                <a:latin typeface="Helvetica Neue" panose="02000503000000020004" pitchFamily="2" charset="0"/>
                <a:ea typeface="Helvetica Neue" panose="02000503000000020004" pitchFamily="2" charset="0"/>
                <a:cs typeface="Helvetica Neue" panose="02000503000000020004" pitchFamily="2" charset="0"/>
              </a:rPr>
              <a:t>Co-create board material</a:t>
            </a:r>
          </a:p>
        </p:txBody>
      </p:sp>
      <p:sp>
        <p:nvSpPr>
          <p:cNvPr id="14" name="TextBox 13">
            <a:extLst>
              <a:ext uri="{FF2B5EF4-FFF2-40B4-BE49-F238E27FC236}">
                <a16:creationId xmlns:a16="http://schemas.microsoft.com/office/drawing/2014/main" id="{9D1968F2-75C2-5315-14C4-88B6B1D830D9}"/>
              </a:ext>
            </a:extLst>
          </p:cNvPr>
          <p:cNvSpPr txBox="1"/>
          <p:nvPr/>
        </p:nvSpPr>
        <p:spPr>
          <a:xfrm>
            <a:off x="1050371" y="4551966"/>
            <a:ext cx="3318892" cy="1461939"/>
          </a:xfrm>
          <a:prstGeom prst="rect">
            <a:avLst/>
          </a:prstGeom>
          <a:noFill/>
        </p:spPr>
        <p:txBody>
          <a:bodyPr wrap="square" rtlCol="0">
            <a:spAutoFit/>
          </a:bodyPr>
          <a:lstStyle/>
          <a:p>
            <a:pPr>
              <a:spcAft>
                <a:spcPts val="600"/>
              </a:spcAft>
            </a:pPr>
            <a:r>
              <a:rPr lang="en-US" sz="1400" b="1" dirty="0" err="1">
                <a:latin typeface="Helvetica Neue Condensed" panose="02000503000000020004" pitchFamily="2" charset="0"/>
                <a:ea typeface="Helvetica Neue Condensed" panose="02000503000000020004" pitchFamily="2" charset="0"/>
                <a:cs typeface="Helvetica Neue Condensed" panose="02000503000000020004" pitchFamily="2" charset="0"/>
              </a:rPr>
              <a:t>CEO.Works</a:t>
            </a:r>
            <a:endPar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endParaRPr>
          </a:p>
          <a:p>
            <a:pPr marL="285750" indent="-285750">
              <a:spcAft>
                <a:spcPts val="600"/>
              </a:spcAft>
              <a:buClr>
                <a:schemeClr val="tx1"/>
              </a:buClr>
              <a:buFont typeface="Arial" panose="020B0604020202020204" pitchFamily="34" charset="0"/>
              <a:buChar char="•"/>
            </a:pPr>
            <a:r>
              <a:rPr lang="en-US" sz="1100" dirty="0">
                <a:latin typeface="Helvetica Neue" panose="02000503000000020004" pitchFamily="2" charset="0"/>
                <a:ea typeface="Helvetica Neue" panose="02000503000000020004" pitchFamily="2" charset="0"/>
                <a:cs typeface="Helvetica Neue" panose="02000503000000020004" pitchFamily="2" charset="0"/>
              </a:rPr>
              <a:t>Articulate </a:t>
            </a:r>
            <a:r>
              <a:rPr lang="en-US" sz="1100" dirty="0">
                <a:solidFill>
                  <a:srgbClr val="288FC2"/>
                </a:solidFill>
                <a:latin typeface="Helvetica Neue" panose="02000503000000020004" pitchFamily="2" charset="0"/>
                <a:ea typeface="Helvetica Neue" panose="02000503000000020004" pitchFamily="2" charset="0"/>
                <a:cs typeface="Helvetica Neue" panose="02000503000000020004" pitchFamily="2" charset="0"/>
              </a:rPr>
              <a:t>design principles</a:t>
            </a:r>
          </a:p>
          <a:p>
            <a:pPr marL="285750" indent="-285750">
              <a:spcAft>
                <a:spcPts val="600"/>
              </a:spcAft>
              <a:buClr>
                <a:schemeClr val="tx1"/>
              </a:buClr>
              <a:buFont typeface="Arial" panose="020B0604020202020204" pitchFamily="34" charset="0"/>
              <a:buChar char="•"/>
            </a:pPr>
            <a:r>
              <a:rPr lang="en-US" sz="1100" dirty="0">
                <a:latin typeface="Helvetica Neue" panose="02000503000000020004" pitchFamily="2" charset="0"/>
                <a:ea typeface="Helvetica Neue" panose="02000503000000020004" pitchFamily="2" charset="0"/>
                <a:cs typeface="Helvetica Neue" panose="02000503000000020004" pitchFamily="2" charset="0"/>
              </a:rPr>
              <a:t>Co-host engagements w/ leaders</a:t>
            </a:r>
          </a:p>
          <a:p>
            <a:pPr marL="285750" indent="-285750">
              <a:spcAft>
                <a:spcPts val="600"/>
              </a:spcAft>
              <a:buClr>
                <a:schemeClr val="tx1"/>
              </a:buClr>
              <a:buFont typeface="Arial" panose="020B0604020202020204" pitchFamily="34" charset="0"/>
              <a:buChar char="•"/>
            </a:pPr>
            <a:r>
              <a:rPr lang="en-US" sz="1100" dirty="0">
                <a:solidFill>
                  <a:srgbClr val="288FC2"/>
                </a:solidFill>
                <a:latin typeface="Helvetica Neue" panose="02000503000000020004" pitchFamily="2" charset="0"/>
                <a:ea typeface="Helvetica Neue" panose="02000503000000020004" pitchFamily="2" charset="0"/>
                <a:cs typeface="Helvetica Neue" panose="02000503000000020004" pitchFamily="2" charset="0"/>
              </a:rPr>
              <a:t>Quality check </a:t>
            </a:r>
            <a:r>
              <a:rPr lang="en-US" sz="1100" dirty="0">
                <a:latin typeface="Helvetica Neue" panose="02000503000000020004" pitchFamily="2" charset="0"/>
                <a:ea typeface="Helvetica Neue" panose="02000503000000020004" pitchFamily="2" charset="0"/>
                <a:cs typeface="Helvetica Neue" panose="02000503000000020004" pitchFamily="2" charset="0"/>
              </a:rPr>
              <a:t>savings plans to design principles</a:t>
            </a:r>
          </a:p>
          <a:p>
            <a:pPr marL="285750" indent="-285750">
              <a:spcAft>
                <a:spcPts val="600"/>
              </a:spcAft>
              <a:buClr>
                <a:schemeClr val="tx1"/>
              </a:buClr>
              <a:buFont typeface="Arial" panose="020B0604020202020204" pitchFamily="34" charset="0"/>
              <a:buChar char="•"/>
            </a:pPr>
            <a:r>
              <a:rPr lang="en-US" sz="1100" dirty="0">
                <a:latin typeface="Helvetica Neue" panose="02000503000000020004" pitchFamily="2" charset="0"/>
                <a:ea typeface="Helvetica Neue" panose="02000503000000020004" pitchFamily="2" charset="0"/>
                <a:cs typeface="Helvetica Neue" panose="02000503000000020004" pitchFamily="2" charset="0"/>
              </a:rPr>
              <a:t>Co-create board material</a:t>
            </a:r>
          </a:p>
        </p:txBody>
      </p:sp>
      <p:sp>
        <p:nvSpPr>
          <p:cNvPr id="15" name="TextBox 14">
            <a:extLst>
              <a:ext uri="{FF2B5EF4-FFF2-40B4-BE49-F238E27FC236}">
                <a16:creationId xmlns:a16="http://schemas.microsoft.com/office/drawing/2014/main" id="{4A3912BE-9AF4-5ECA-0255-5EBD7B9AC5DC}"/>
              </a:ext>
            </a:extLst>
          </p:cNvPr>
          <p:cNvSpPr txBox="1"/>
          <p:nvPr/>
        </p:nvSpPr>
        <p:spPr>
          <a:xfrm>
            <a:off x="7938513" y="4551966"/>
            <a:ext cx="3299857" cy="1138773"/>
          </a:xfrm>
          <a:prstGeom prst="rect">
            <a:avLst/>
          </a:prstGeom>
          <a:noFill/>
        </p:spPr>
        <p:txBody>
          <a:bodyPr wrap="square" rtlCol="0">
            <a:spAutoFit/>
          </a:bodyPr>
          <a:lstStyle/>
          <a:p>
            <a:pPr>
              <a:spcAft>
                <a:spcPts val="600"/>
              </a:spcAft>
            </a:pPr>
            <a: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Client BU &amp; Function Leaders</a:t>
            </a:r>
          </a:p>
          <a:p>
            <a:pPr marL="285750" indent="-285750">
              <a:spcAft>
                <a:spcPts val="600"/>
              </a:spcAft>
              <a:buClr>
                <a:schemeClr val="tx1"/>
              </a:buClr>
              <a:buFont typeface="Arial" panose="020B0604020202020204" pitchFamily="34" charset="0"/>
              <a:buChar char="•"/>
            </a:pPr>
            <a:r>
              <a:rPr lang="en-US" sz="1100" dirty="0">
                <a:latin typeface="Helvetica Neue" panose="02000503000000020004" pitchFamily="2" charset="0"/>
                <a:ea typeface="Helvetica Neue" panose="02000503000000020004" pitchFamily="2" charset="0"/>
                <a:cs typeface="Helvetica Neue" panose="02000503000000020004" pitchFamily="2" charset="0"/>
              </a:rPr>
              <a:t>Create </a:t>
            </a:r>
            <a:r>
              <a:rPr lang="en-US" sz="1100" dirty="0">
                <a:solidFill>
                  <a:srgbClr val="288FC2"/>
                </a:solidFill>
                <a:latin typeface="Helvetica Neue" panose="02000503000000020004" pitchFamily="2" charset="0"/>
                <a:ea typeface="Helvetica Neue" panose="02000503000000020004" pitchFamily="2" charset="0"/>
                <a:cs typeface="Helvetica Neue" panose="02000503000000020004" pitchFamily="2" charset="0"/>
              </a:rPr>
              <a:t>validated savings </a:t>
            </a:r>
            <a:r>
              <a:rPr lang="en-US" sz="1100" dirty="0">
                <a:latin typeface="Helvetica Neue" panose="02000503000000020004" pitchFamily="2" charset="0"/>
                <a:ea typeface="Helvetica Neue" panose="02000503000000020004" pitchFamily="2" charset="0"/>
                <a:cs typeface="Helvetica Neue" panose="02000503000000020004" pitchFamily="2" charset="0"/>
              </a:rPr>
              <a:t>plans &amp; adjusted org charts</a:t>
            </a:r>
          </a:p>
          <a:p>
            <a:pPr marL="285750" indent="-285750">
              <a:spcAft>
                <a:spcPts val="600"/>
              </a:spcAft>
              <a:buClr>
                <a:schemeClr val="tx1"/>
              </a:buClr>
              <a:buFont typeface="Arial" panose="020B0604020202020204" pitchFamily="34" charset="0"/>
              <a:buChar char="•"/>
            </a:pPr>
            <a:r>
              <a:rPr lang="en-US" sz="1100" dirty="0">
                <a:latin typeface="Helvetica Neue" panose="02000503000000020004" pitchFamily="2" charset="0"/>
                <a:ea typeface="Helvetica Neue" panose="02000503000000020004" pitchFamily="2" charset="0"/>
                <a:cs typeface="Helvetica Neue" panose="02000503000000020004" pitchFamily="2" charset="0"/>
              </a:rPr>
              <a:t>Work with core team &amp; </a:t>
            </a:r>
            <a:r>
              <a:rPr lang="en-US" sz="1100" dirty="0" err="1">
                <a:latin typeface="Helvetica Neue" panose="02000503000000020004" pitchFamily="2" charset="0"/>
                <a:ea typeface="Helvetica Neue" panose="02000503000000020004" pitchFamily="2" charset="0"/>
                <a:cs typeface="Helvetica Neue" panose="02000503000000020004" pitchFamily="2" charset="0"/>
              </a:rPr>
              <a:t>CEO.Works</a:t>
            </a:r>
            <a:r>
              <a:rPr lang="en-US" sz="1100" dirty="0">
                <a:latin typeface="Helvetica Neue" panose="02000503000000020004" pitchFamily="2" charset="0"/>
                <a:ea typeface="Helvetica Neue" panose="02000503000000020004" pitchFamily="2" charset="0"/>
                <a:cs typeface="Helvetica Neue" panose="02000503000000020004" pitchFamily="2" charset="0"/>
              </a:rPr>
              <a:t> for </a:t>
            </a:r>
            <a:r>
              <a:rPr lang="en-US" sz="1100" dirty="0">
                <a:solidFill>
                  <a:srgbClr val="288FC2"/>
                </a:solidFill>
                <a:latin typeface="Helvetica Neue" panose="02000503000000020004" pitchFamily="2" charset="0"/>
                <a:ea typeface="Helvetica Neue" panose="02000503000000020004" pitchFamily="2" charset="0"/>
                <a:cs typeface="Helvetica Neue" panose="02000503000000020004" pitchFamily="2" charset="0"/>
              </a:rPr>
              <a:t>alignment to design principles</a:t>
            </a:r>
          </a:p>
        </p:txBody>
      </p:sp>
      <p:sp>
        <p:nvSpPr>
          <p:cNvPr id="16" name="Rectangle 15">
            <a:extLst>
              <a:ext uri="{FF2B5EF4-FFF2-40B4-BE49-F238E27FC236}">
                <a16:creationId xmlns:a16="http://schemas.microsoft.com/office/drawing/2014/main" id="{D722F250-EBA8-B7D3-CBC6-02409423296E}"/>
              </a:ext>
            </a:extLst>
          </p:cNvPr>
          <p:cNvSpPr/>
          <p:nvPr/>
        </p:nvSpPr>
        <p:spPr>
          <a:xfrm>
            <a:off x="450850" y="1725227"/>
            <a:ext cx="2087517" cy="2513107"/>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134F867-2470-5189-2761-23315B195BE4}"/>
              </a:ext>
            </a:extLst>
          </p:cNvPr>
          <p:cNvSpPr/>
          <p:nvPr/>
        </p:nvSpPr>
        <p:spPr>
          <a:xfrm>
            <a:off x="791807" y="1461047"/>
            <a:ext cx="1405601" cy="456878"/>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Foundational Alignment</a:t>
            </a:r>
            <a:endParaRPr lang="en-US" sz="1100" b="1" dirty="0">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sp>
        <p:nvSpPr>
          <p:cNvPr id="18" name="AutoShape 3">
            <a:extLst>
              <a:ext uri="{FF2B5EF4-FFF2-40B4-BE49-F238E27FC236}">
                <a16:creationId xmlns:a16="http://schemas.microsoft.com/office/drawing/2014/main" id="{3B580C21-975D-F74C-C43C-580A608A5CA6}"/>
              </a:ext>
            </a:extLst>
          </p:cNvPr>
          <p:cNvSpPr>
            <a:spLocks/>
          </p:cNvSpPr>
          <p:nvPr/>
        </p:nvSpPr>
        <p:spPr bwMode="auto">
          <a:xfrm>
            <a:off x="790632" y="2151519"/>
            <a:ext cx="1406776" cy="646588"/>
          </a:xfrm>
          <a:prstGeom prst="roundRect">
            <a:avLst>
              <a:gd name="adj" fmla="val 0"/>
            </a:avLst>
          </a:prstGeom>
          <a:solidFill>
            <a:schemeClr val="accent5"/>
          </a:solidFill>
          <a:ln>
            <a:noFill/>
          </a:ln>
          <a:effectLst/>
        </p:spPr>
        <p:txBody>
          <a:bodyPr lIns="25400" tIns="25400" rIns="25400" bIns="25400" anchor="ctr"/>
          <a:lstStyle/>
          <a:p>
            <a:pPr algn="ctr" eaLnBrk="0" fontAlgn="base">
              <a:spcBef>
                <a:spcPct val="0"/>
              </a:spcBef>
              <a:spcAft>
                <a:spcPct val="0"/>
              </a:spcAft>
              <a:defRPr/>
            </a:pPr>
            <a:r>
              <a:rPr lang="en-US" altLang="x-none" sz="1200" b="1" dirty="0">
                <a:solidFill>
                  <a:srgbClr val="FFFFFF"/>
                </a:solidFill>
                <a:latin typeface="Lato" panose="020F0502020204030203" pitchFamily="34" charset="77"/>
                <a:ea typeface="Helvetica Light" charset="0"/>
                <a:cs typeface="Helvetica Light" charset="0"/>
                <a:sym typeface="Helvetica Light" charset="0"/>
              </a:rPr>
              <a:t>DISCOVERY</a:t>
            </a:r>
          </a:p>
          <a:p>
            <a:pPr algn="ctr" eaLnBrk="0" fontAlgn="base">
              <a:spcBef>
                <a:spcPct val="0"/>
              </a:spcBef>
              <a:spcAft>
                <a:spcPct val="0"/>
              </a:spcAft>
              <a:defRPr/>
            </a:pPr>
            <a:r>
              <a:rPr lang="en-US" altLang="x-none" sz="1100" dirty="0">
                <a:solidFill>
                  <a:srgbClr val="FFFFFF"/>
                </a:solidFill>
                <a:latin typeface="Lato" panose="020F0502020204030203" pitchFamily="34" charset="77"/>
                <a:ea typeface="Helvetica Light" charset="0"/>
                <a:cs typeface="Helvetica Light" charset="0"/>
                <a:sym typeface="Helvetica Light" charset="0"/>
              </a:rPr>
              <a:t>1:1 meetings with CEO &amp; Leaders</a:t>
            </a:r>
            <a:endParaRPr lang="x-none" altLang="x-none" sz="1100" dirty="0">
              <a:solidFill>
                <a:srgbClr val="FFFFFF"/>
              </a:solidFill>
              <a:latin typeface="Lato" panose="020F0502020204030203" pitchFamily="34" charset="77"/>
              <a:ea typeface="Helvetica Light" charset="0"/>
              <a:cs typeface="Helvetica Light" charset="0"/>
              <a:sym typeface="Helvetica Light" charset="0"/>
            </a:endParaRPr>
          </a:p>
        </p:txBody>
      </p:sp>
      <p:sp>
        <p:nvSpPr>
          <p:cNvPr id="19" name="Down Arrow 87">
            <a:extLst>
              <a:ext uri="{FF2B5EF4-FFF2-40B4-BE49-F238E27FC236}">
                <a16:creationId xmlns:a16="http://schemas.microsoft.com/office/drawing/2014/main" id="{771683EF-94E9-D5DC-9139-B843AF11B9B8}"/>
              </a:ext>
            </a:extLst>
          </p:cNvPr>
          <p:cNvSpPr/>
          <p:nvPr/>
        </p:nvSpPr>
        <p:spPr>
          <a:xfrm>
            <a:off x="1265670" y="2855667"/>
            <a:ext cx="454132" cy="252225"/>
          </a:xfrm>
          <a:prstGeom prst="down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0" name="AutoShape 3">
            <a:extLst>
              <a:ext uri="{FF2B5EF4-FFF2-40B4-BE49-F238E27FC236}">
                <a16:creationId xmlns:a16="http://schemas.microsoft.com/office/drawing/2014/main" id="{F48857C5-CAFE-E03C-A5E8-C02DF620B487}"/>
              </a:ext>
            </a:extLst>
          </p:cNvPr>
          <p:cNvSpPr>
            <a:spLocks/>
          </p:cNvSpPr>
          <p:nvPr/>
        </p:nvSpPr>
        <p:spPr bwMode="auto">
          <a:xfrm>
            <a:off x="791807" y="3224398"/>
            <a:ext cx="1406776" cy="761247"/>
          </a:xfrm>
          <a:prstGeom prst="roundRect">
            <a:avLst>
              <a:gd name="adj" fmla="val 0"/>
            </a:avLst>
          </a:prstGeom>
          <a:solidFill>
            <a:schemeClr val="accent5"/>
          </a:solidFill>
          <a:ln>
            <a:noFill/>
          </a:ln>
          <a:effectLst/>
        </p:spPr>
        <p:txBody>
          <a:bodyPr lIns="25400" tIns="25400" rIns="25400" bIns="25400" anchor="ctr"/>
          <a:lstStyle/>
          <a:p>
            <a:pPr algn="ctr" eaLnBrk="0" fontAlgn="base">
              <a:spcBef>
                <a:spcPct val="0"/>
              </a:spcBef>
              <a:spcAft>
                <a:spcPct val="0"/>
              </a:spcAft>
              <a:defRPr/>
            </a:pPr>
            <a:r>
              <a:rPr lang="en-US" altLang="x-none" sz="1200" b="1" dirty="0">
                <a:solidFill>
                  <a:srgbClr val="FFFFFF"/>
                </a:solidFill>
                <a:latin typeface="Lato" panose="020F0502020204030203" pitchFamily="34" charset="77"/>
                <a:ea typeface="Helvetica Light" charset="0"/>
                <a:cs typeface="Helvetica Light" charset="0"/>
                <a:sym typeface="Helvetica Light" charset="0"/>
              </a:rPr>
              <a:t>ALIGNED:</a:t>
            </a:r>
          </a:p>
          <a:p>
            <a:pPr algn="ctr" eaLnBrk="0" fontAlgn="base">
              <a:spcBef>
                <a:spcPct val="0"/>
              </a:spcBef>
              <a:spcAft>
                <a:spcPct val="0"/>
              </a:spcAft>
              <a:defRPr/>
            </a:pPr>
            <a:r>
              <a:rPr lang="en-US" altLang="x-none" sz="1100" dirty="0">
                <a:solidFill>
                  <a:srgbClr val="FFFFFF"/>
                </a:solidFill>
                <a:latin typeface="Lato" panose="020F0502020204030203" pitchFamily="34" charset="77"/>
                <a:ea typeface="Helvetica Light" charset="0"/>
                <a:cs typeface="Helvetica Light" charset="0"/>
                <a:sym typeface="Helvetica Light" charset="0"/>
              </a:rPr>
              <a:t>Value Agenda, Op Model Pivots, Org Design Guidelines</a:t>
            </a:r>
            <a:endParaRPr lang="x-none" altLang="x-none" sz="1050" dirty="0">
              <a:solidFill>
                <a:srgbClr val="FFFFFF"/>
              </a:solidFill>
              <a:latin typeface="Lato" panose="020F0502020204030203" pitchFamily="34" charset="77"/>
              <a:ea typeface="Helvetica Light" charset="0"/>
              <a:cs typeface="Helvetica Light" charset="0"/>
              <a:sym typeface="Helvetica Light" charset="0"/>
            </a:endParaRPr>
          </a:p>
        </p:txBody>
      </p:sp>
      <p:sp>
        <p:nvSpPr>
          <p:cNvPr id="22" name="Rounded Rectangle 91">
            <a:extLst>
              <a:ext uri="{FF2B5EF4-FFF2-40B4-BE49-F238E27FC236}">
                <a16:creationId xmlns:a16="http://schemas.microsoft.com/office/drawing/2014/main" id="{3AC4CFA7-4533-80D4-8692-BEBB2FBF3DD8}"/>
              </a:ext>
            </a:extLst>
          </p:cNvPr>
          <p:cNvSpPr/>
          <p:nvPr/>
        </p:nvSpPr>
        <p:spPr>
          <a:xfrm>
            <a:off x="9774225" y="2054145"/>
            <a:ext cx="1828800" cy="2055021"/>
          </a:xfrm>
          <a:prstGeom prst="roundRect">
            <a:avLst>
              <a:gd name="adj" fmla="val 0"/>
            </a:avLst>
          </a:prstGeom>
          <a:solidFill>
            <a:schemeClr val="bg1">
              <a:lumMod val="95000"/>
            </a:schemeClr>
          </a:solidFill>
          <a:ln>
            <a:noFill/>
          </a:ln>
          <a:effectLst/>
        </p:spPr>
        <p:txBody>
          <a:bodyPr lIns="25400" tIns="25400" rIns="25400" bIns="25400" anchor="ctr"/>
          <a:lstStyle/>
          <a:p>
            <a:pPr eaLnBrk="0" fontAlgn="base">
              <a:spcBef>
                <a:spcPct val="0"/>
              </a:spcBef>
              <a:spcAft>
                <a:spcPct val="0"/>
              </a:spcAft>
            </a:pPr>
            <a:endParaRPr lang="en-US" sz="1600">
              <a:solidFill>
                <a:srgbClr val="FFFFFF"/>
              </a:solidFill>
              <a:latin typeface="Lato" panose="020F0502020204030203" pitchFamily="34" charset="77"/>
            </a:endParaRPr>
          </a:p>
        </p:txBody>
      </p:sp>
      <p:sp>
        <p:nvSpPr>
          <p:cNvPr id="23" name="Rectangle 22">
            <a:extLst>
              <a:ext uri="{FF2B5EF4-FFF2-40B4-BE49-F238E27FC236}">
                <a16:creationId xmlns:a16="http://schemas.microsoft.com/office/drawing/2014/main" id="{A7D22131-67E3-0CF4-9029-6211E9800AFF}"/>
              </a:ext>
            </a:extLst>
          </p:cNvPr>
          <p:cNvSpPr/>
          <p:nvPr/>
        </p:nvSpPr>
        <p:spPr>
          <a:xfrm>
            <a:off x="9628175" y="1734461"/>
            <a:ext cx="2087517" cy="2513107"/>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6A39A65-970D-C114-CBFA-11DC05987776}"/>
              </a:ext>
            </a:extLst>
          </p:cNvPr>
          <p:cNvSpPr/>
          <p:nvPr/>
        </p:nvSpPr>
        <p:spPr>
          <a:xfrm>
            <a:off x="9969132" y="1470281"/>
            <a:ext cx="1405601" cy="456878"/>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Outcome Alignment</a:t>
            </a:r>
            <a:endParaRPr lang="en-US" sz="1100" b="1" dirty="0">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sp>
        <p:nvSpPr>
          <p:cNvPr id="25" name="AutoShape 3">
            <a:extLst>
              <a:ext uri="{FF2B5EF4-FFF2-40B4-BE49-F238E27FC236}">
                <a16:creationId xmlns:a16="http://schemas.microsoft.com/office/drawing/2014/main" id="{7AFA84E6-1532-3B3D-F9D7-025195E54179}"/>
              </a:ext>
            </a:extLst>
          </p:cNvPr>
          <p:cNvSpPr>
            <a:spLocks/>
          </p:cNvSpPr>
          <p:nvPr/>
        </p:nvSpPr>
        <p:spPr bwMode="auto">
          <a:xfrm>
            <a:off x="9967957" y="2160753"/>
            <a:ext cx="1406776" cy="646588"/>
          </a:xfrm>
          <a:prstGeom prst="roundRect">
            <a:avLst>
              <a:gd name="adj" fmla="val 0"/>
            </a:avLst>
          </a:prstGeom>
          <a:solidFill>
            <a:schemeClr val="accent5"/>
          </a:solidFill>
          <a:ln>
            <a:noFill/>
          </a:ln>
          <a:effectLst/>
        </p:spPr>
        <p:txBody>
          <a:bodyPr lIns="25400" tIns="25400" rIns="25400" bIns="25400" anchor="ctr"/>
          <a:lstStyle/>
          <a:p>
            <a:pPr algn="ctr" eaLnBrk="0" fontAlgn="base">
              <a:spcBef>
                <a:spcPct val="0"/>
              </a:spcBef>
              <a:spcAft>
                <a:spcPct val="0"/>
              </a:spcAft>
              <a:defRPr/>
            </a:pPr>
            <a:r>
              <a:rPr lang="en-US" altLang="x-none" sz="1200" b="1" dirty="0">
                <a:solidFill>
                  <a:srgbClr val="FFFFFF"/>
                </a:solidFill>
                <a:latin typeface="Lato" panose="020F0502020204030203" pitchFamily="34" charset="77"/>
                <a:ea typeface="Helvetica Light" charset="0"/>
                <a:cs typeface="Helvetica Light" charset="0"/>
                <a:sym typeface="Helvetica Light" charset="0"/>
              </a:rPr>
              <a:t>WORKSHOP</a:t>
            </a:r>
          </a:p>
          <a:p>
            <a:pPr algn="ctr" eaLnBrk="0" fontAlgn="base">
              <a:spcBef>
                <a:spcPct val="0"/>
              </a:spcBef>
              <a:spcAft>
                <a:spcPct val="0"/>
              </a:spcAft>
              <a:defRPr/>
            </a:pPr>
            <a:r>
              <a:rPr lang="en-US" altLang="x-none" sz="1100" dirty="0">
                <a:solidFill>
                  <a:srgbClr val="FFFFFF"/>
                </a:solidFill>
                <a:latin typeface="Lato" panose="020F0502020204030203" pitchFamily="34" charset="77"/>
                <a:ea typeface="Helvetica Light" charset="0"/>
                <a:cs typeface="Helvetica Light" charset="0"/>
                <a:sym typeface="Helvetica Light" charset="0"/>
              </a:rPr>
              <a:t>Present BU plans</a:t>
            </a:r>
            <a:endParaRPr lang="x-none" altLang="x-none" sz="1100" dirty="0">
              <a:solidFill>
                <a:srgbClr val="FFFFFF"/>
              </a:solidFill>
              <a:latin typeface="Lato" panose="020F0502020204030203" pitchFamily="34" charset="77"/>
              <a:ea typeface="Helvetica Light" charset="0"/>
              <a:cs typeface="Helvetica Light" charset="0"/>
              <a:sym typeface="Helvetica Light" charset="0"/>
            </a:endParaRPr>
          </a:p>
        </p:txBody>
      </p:sp>
      <p:sp>
        <p:nvSpPr>
          <p:cNvPr id="26" name="Down Arrow 87">
            <a:extLst>
              <a:ext uri="{FF2B5EF4-FFF2-40B4-BE49-F238E27FC236}">
                <a16:creationId xmlns:a16="http://schemas.microsoft.com/office/drawing/2014/main" id="{87E3D264-FBF7-160E-1535-13CA9FBECAFD}"/>
              </a:ext>
            </a:extLst>
          </p:cNvPr>
          <p:cNvSpPr/>
          <p:nvPr/>
        </p:nvSpPr>
        <p:spPr>
          <a:xfrm>
            <a:off x="10442995" y="2864901"/>
            <a:ext cx="454132" cy="252225"/>
          </a:xfrm>
          <a:prstGeom prst="down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7" name="AutoShape 3">
            <a:extLst>
              <a:ext uri="{FF2B5EF4-FFF2-40B4-BE49-F238E27FC236}">
                <a16:creationId xmlns:a16="http://schemas.microsoft.com/office/drawing/2014/main" id="{69279FE3-53C6-E295-ACF7-B678CB2EAAB3}"/>
              </a:ext>
            </a:extLst>
          </p:cNvPr>
          <p:cNvSpPr>
            <a:spLocks/>
          </p:cNvSpPr>
          <p:nvPr/>
        </p:nvSpPr>
        <p:spPr bwMode="auto">
          <a:xfrm>
            <a:off x="9969132" y="3233632"/>
            <a:ext cx="1406776" cy="761247"/>
          </a:xfrm>
          <a:prstGeom prst="roundRect">
            <a:avLst>
              <a:gd name="adj" fmla="val 0"/>
            </a:avLst>
          </a:prstGeom>
          <a:solidFill>
            <a:schemeClr val="accent5"/>
          </a:solidFill>
          <a:ln>
            <a:noFill/>
          </a:ln>
          <a:effectLst/>
        </p:spPr>
        <p:txBody>
          <a:bodyPr lIns="25400" tIns="25400" rIns="25400" bIns="25400" anchor="ctr"/>
          <a:lstStyle/>
          <a:p>
            <a:pPr algn="ctr" eaLnBrk="0" fontAlgn="base">
              <a:spcBef>
                <a:spcPct val="0"/>
              </a:spcBef>
              <a:spcAft>
                <a:spcPct val="0"/>
              </a:spcAft>
              <a:defRPr/>
            </a:pPr>
            <a:r>
              <a:rPr lang="en-US" altLang="x-none" sz="1200" b="1" dirty="0">
                <a:solidFill>
                  <a:srgbClr val="FFFFFF"/>
                </a:solidFill>
                <a:latin typeface="Lato" panose="020F0502020204030203" pitchFamily="34" charset="77"/>
                <a:ea typeface="Helvetica Light" charset="0"/>
                <a:cs typeface="Helvetica Light" charset="0"/>
                <a:sym typeface="Helvetica Light" charset="0"/>
              </a:rPr>
              <a:t>ALIGNED</a:t>
            </a:r>
          </a:p>
          <a:p>
            <a:pPr algn="ctr" eaLnBrk="0" fontAlgn="base">
              <a:spcBef>
                <a:spcPct val="0"/>
              </a:spcBef>
              <a:spcAft>
                <a:spcPct val="0"/>
              </a:spcAft>
              <a:defRPr/>
            </a:pPr>
            <a:r>
              <a:rPr lang="en-US" altLang="x-none" sz="1100" dirty="0">
                <a:solidFill>
                  <a:srgbClr val="FFFFFF"/>
                </a:solidFill>
                <a:latin typeface="Lato" panose="020F0502020204030203" pitchFamily="34" charset="77"/>
                <a:ea typeface="Helvetica Light" charset="0"/>
                <a:cs typeface="Helvetica Light" charset="0"/>
                <a:sym typeface="Helvetica Light" charset="0"/>
              </a:rPr>
              <a:t>Board materials and go-forward plan</a:t>
            </a:r>
            <a:endParaRPr lang="x-none" altLang="x-none" sz="1050" dirty="0">
              <a:solidFill>
                <a:srgbClr val="FFFFFF"/>
              </a:solidFill>
              <a:latin typeface="Lato" panose="020F0502020204030203" pitchFamily="34" charset="77"/>
              <a:ea typeface="Helvetica Light" charset="0"/>
              <a:cs typeface="Helvetica Light" charset="0"/>
              <a:sym typeface="Helvetica Light" charset="0"/>
            </a:endParaRPr>
          </a:p>
        </p:txBody>
      </p:sp>
    </p:spTree>
    <p:extLst>
      <p:ext uri="{BB962C8B-B14F-4D97-AF65-F5344CB8AC3E}">
        <p14:creationId xmlns:p14="http://schemas.microsoft.com/office/powerpoint/2010/main" val="201431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D4AEB64-8A1A-65AE-310F-0BAC9B7E9772}"/>
              </a:ext>
            </a:extLst>
          </p:cNvPr>
          <p:cNvSpPr>
            <a:spLocks noGrp="1"/>
          </p:cNvSpPr>
          <p:nvPr>
            <p:ph type="body" sz="quarter" idx="10"/>
          </p:nvPr>
        </p:nvSpPr>
        <p:spPr/>
        <p:txBody>
          <a:bodyPr/>
          <a:lstStyle/>
          <a:p>
            <a:r>
              <a:rPr lang="en-US" dirty="0"/>
              <a:t>Output: THE VALUE AGENDA</a:t>
            </a:r>
          </a:p>
        </p:txBody>
      </p:sp>
      <p:grpSp>
        <p:nvGrpSpPr>
          <p:cNvPr id="17" name="Group 16">
            <a:extLst>
              <a:ext uri="{FF2B5EF4-FFF2-40B4-BE49-F238E27FC236}">
                <a16:creationId xmlns:a16="http://schemas.microsoft.com/office/drawing/2014/main" id="{B1BE46C2-1981-1C11-23AD-1F197C54CBD6}"/>
              </a:ext>
            </a:extLst>
          </p:cNvPr>
          <p:cNvGrpSpPr/>
          <p:nvPr/>
        </p:nvGrpSpPr>
        <p:grpSpPr>
          <a:xfrm>
            <a:off x="844952" y="894143"/>
            <a:ext cx="10394066" cy="5069714"/>
            <a:chOff x="844952" y="894143"/>
            <a:chExt cx="10394066" cy="5069714"/>
          </a:xfrm>
        </p:grpSpPr>
        <p:sp>
          <p:nvSpPr>
            <p:cNvPr id="3" name="Rectangle 2">
              <a:extLst>
                <a:ext uri="{FF2B5EF4-FFF2-40B4-BE49-F238E27FC236}">
                  <a16:creationId xmlns:a16="http://schemas.microsoft.com/office/drawing/2014/main" id="{6EEA1A3D-2497-EBFB-199E-1A540C545167}"/>
                </a:ext>
              </a:extLst>
            </p:cNvPr>
            <p:cNvSpPr/>
            <p:nvPr/>
          </p:nvSpPr>
          <p:spPr>
            <a:xfrm>
              <a:off x="1088019" y="3773347"/>
              <a:ext cx="2893672" cy="2190509"/>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E86AB89-CA95-3137-BEA2-8FFEB422D788}"/>
                </a:ext>
              </a:extLst>
            </p:cNvPr>
            <p:cNvSpPr/>
            <p:nvPr/>
          </p:nvSpPr>
          <p:spPr>
            <a:xfrm>
              <a:off x="9850055" y="1284795"/>
              <a:ext cx="1088020" cy="467906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27F0898-5CE7-2BA0-669D-0494DB245E12}"/>
                </a:ext>
              </a:extLst>
            </p:cNvPr>
            <p:cNvSpPr/>
            <p:nvPr/>
          </p:nvSpPr>
          <p:spPr>
            <a:xfrm>
              <a:off x="3981690" y="2777931"/>
              <a:ext cx="2893672" cy="995416"/>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1ED7A81-6677-284A-F85C-15B915C64560}"/>
                </a:ext>
              </a:extLst>
            </p:cNvPr>
            <p:cNvSpPr/>
            <p:nvPr/>
          </p:nvSpPr>
          <p:spPr>
            <a:xfrm>
              <a:off x="6875361" y="1284794"/>
              <a:ext cx="2893672" cy="1493127"/>
            </a:xfrm>
            <a:prstGeom prst="rect">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B3D85AC5-AA3F-1BB5-5B09-A324377AD228}"/>
                </a:ext>
              </a:extLst>
            </p:cNvPr>
            <p:cNvCxnSpPr/>
            <p:nvPr/>
          </p:nvCxnSpPr>
          <p:spPr>
            <a:xfrm>
              <a:off x="844952" y="5963856"/>
              <a:ext cx="10394066"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295A291-D3EE-7922-CD73-D35873B0C808}"/>
                </a:ext>
              </a:extLst>
            </p:cNvPr>
            <p:cNvSpPr txBox="1"/>
            <p:nvPr/>
          </p:nvSpPr>
          <p:spPr>
            <a:xfrm>
              <a:off x="1084497" y="3884754"/>
              <a:ext cx="2956930" cy="1967695"/>
            </a:xfrm>
            <a:prstGeom prst="rect">
              <a:avLst/>
            </a:prstGeom>
            <a:noFill/>
          </p:spPr>
          <p:txBody>
            <a:bodyPr wrap="square" rtlCol="0" anchor="ctr">
              <a:noAutofit/>
            </a:bodyPr>
            <a:lstStyle/>
            <a:p>
              <a:pPr marL="171450" indent="-171450">
                <a:spcAft>
                  <a:spcPts val="600"/>
                </a:spcAft>
                <a:buFont typeface="Arial" panose="020B0604020202020204" pitchFamily="34" charset="0"/>
                <a:buChar char="•"/>
              </a:pPr>
              <a:r>
                <a:rPr lang="en-US" sz="14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Protect &amp; Grow Top Brands</a:t>
              </a:r>
            </a:p>
            <a:p>
              <a:pPr marL="171450" indent="-171450">
                <a:spcAft>
                  <a:spcPts val="600"/>
                </a:spcAft>
                <a:buFont typeface="Arial" panose="020B0604020202020204" pitchFamily="34" charset="0"/>
                <a:buChar char="•"/>
              </a:pPr>
              <a:r>
                <a:rPr lang="en-US" sz="14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Drive Disproportionate International Growth</a:t>
              </a:r>
            </a:p>
            <a:p>
              <a:pPr marL="171450" indent="-171450">
                <a:spcAft>
                  <a:spcPts val="600"/>
                </a:spcAft>
                <a:buFont typeface="Arial" panose="020B0604020202020204" pitchFamily="34" charset="0"/>
                <a:buChar char="•"/>
              </a:pPr>
              <a:r>
                <a:rPr lang="en-US" sz="14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Grow Market Share At Top 5 Customers</a:t>
              </a:r>
            </a:p>
            <a:p>
              <a:pPr marL="171450" indent="-171450">
                <a:spcAft>
                  <a:spcPts val="600"/>
                </a:spcAft>
                <a:buFont typeface="Arial" panose="020B0604020202020204" pitchFamily="34" charset="0"/>
                <a:buChar char="•"/>
              </a:pPr>
              <a:r>
                <a:rPr lang="en-US" sz="14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Enable Omnichannel</a:t>
              </a:r>
            </a:p>
            <a:p>
              <a:pPr marL="171450" indent="-171450">
                <a:spcAft>
                  <a:spcPts val="600"/>
                </a:spcAft>
                <a:buFont typeface="Arial" panose="020B0604020202020204" pitchFamily="34" charset="0"/>
                <a:buChar char="•"/>
              </a:pPr>
              <a:r>
                <a:rPr lang="en-US" sz="14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Revenue Growth Management</a:t>
              </a:r>
            </a:p>
          </p:txBody>
        </p:sp>
        <p:sp>
          <p:nvSpPr>
            <p:cNvPr id="11" name="TextBox 10">
              <a:extLst>
                <a:ext uri="{FF2B5EF4-FFF2-40B4-BE49-F238E27FC236}">
                  <a16:creationId xmlns:a16="http://schemas.microsoft.com/office/drawing/2014/main" id="{637090B5-85B0-5C42-EF45-4F2055C79545}"/>
                </a:ext>
              </a:extLst>
            </p:cNvPr>
            <p:cNvSpPr txBox="1"/>
            <p:nvPr/>
          </p:nvSpPr>
          <p:spPr>
            <a:xfrm>
              <a:off x="3978168" y="2822057"/>
              <a:ext cx="2826711" cy="907164"/>
            </a:xfrm>
            <a:prstGeom prst="rect">
              <a:avLst/>
            </a:prstGeom>
            <a:noFill/>
          </p:spPr>
          <p:txBody>
            <a:bodyPr wrap="square" rtlCol="0" anchor="ctr">
              <a:noAutofit/>
            </a:bodyPr>
            <a:lstStyle/>
            <a:p>
              <a:pPr marL="171450" indent="-171450">
                <a:spcAft>
                  <a:spcPts val="600"/>
                </a:spcAft>
                <a:buFont typeface="Arial" panose="020B0604020202020204" pitchFamily="34" charset="0"/>
                <a:buChar char="•"/>
              </a:pPr>
              <a:r>
                <a:rPr lang="en-US" sz="14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SKU Rationalization</a:t>
              </a:r>
            </a:p>
            <a:p>
              <a:pPr marL="171450" indent="-171450">
                <a:spcAft>
                  <a:spcPts val="600"/>
                </a:spcAft>
                <a:buFont typeface="Arial" panose="020B0604020202020204" pitchFamily="34" charset="0"/>
                <a:buChar char="•"/>
              </a:pPr>
              <a:r>
                <a:rPr lang="en-US" sz="14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Inventory Management and CCC Management</a:t>
              </a:r>
            </a:p>
          </p:txBody>
        </p:sp>
        <p:sp>
          <p:nvSpPr>
            <p:cNvPr id="12" name="TextBox 11">
              <a:extLst>
                <a:ext uri="{FF2B5EF4-FFF2-40B4-BE49-F238E27FC236}">
                  <a16:creationId xmlns:a16="http://schemas.microsoft.com/office/drawing/2014/main" id="{B6D207B6-B48B-C930-F2F1-1D765235A928}"/>
                </a:ext>
              </a:extLst>
            </p:cNvPr>
            <p:cNvSpPr txBox="1"/>
            <p:nvPr/>
          </p:nvSpPr>
          <p:spPr>
            <a:xfrm>
              <a:off x="6871839" y="1577775"/>
              <a:ext cx="2826711" cy="907164"/>
            </a:xfrm>
            <a:prstGeom prst="rect">
              <a:avLst/>
            </a:prstGeom>
            <a:noFill/>
          </p:spPr>
          <p:txBody>
            <a:bodyPr wrap="square" rtlCol="0" anchor="ctr">
              <a:noAutofit/>
            </a:bodyPr>
            <a:lstStyle/>
            <a:p>
              <a:pPr marL="171450" indent="-171450">
                <a:spcAft>
                  <a:spcPts val="600"/>
                </a:spcAft>
                <a:buFont typeface="Arial" panose="020B0604020202020204" pitchFamily="34" charset="0"/>
                <a:buChar char="•"/>
              </a:pPr>
              <a:r>
                <a:rPr lang="en-US" sz="14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Supply Chain Centralization</a:t>
              </a:r>
            </a:p>
            <a:p>
              <a:pPr marL="171450" indent="-171450">
                <a:spcAft>
                  <a:spcPts val="600"/>
                </a:spcAft>
                <a:buFont typeface="Arial" panose="020B0604020202020204" pitchFamily="34" charset="0"/>
                <a:buChar char="•"/>
              </a:pPr>
              <a:r>
                <a:rPr lang="en-US" sz="14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Automation</a:t>
              </a:r>
            </a:p>
          </p:txBody>
        </p:sp>
        <p:sp>
          <p:nvSpPr>
            <p:cNvPr id="13" name="TextBox 12">
              <a:extLst>
                <a:ext uri="{FF2B5EF4-FFF2-40B4-BE49-F238E27FC236}">
                  <a16:creationId xmlns:a16="http://schemas.microsoft.com/office/drawing/2014/main" id="{9CB8A5FA-1268-CB3F-FDE9-A8E84BDF333F}"/>
                </a:ext>
              </a:extLst>
            </p:cNvPr>
            <p:cNvSpPr txBox="1"/>
            <p:nvPr/>
          </p:nvSpPr>
          <p:spPr>
            <a:xfrm>
              <a:off x="1084497" y="3365154"/>
              <a:ext cx="2812647" cy="325541"/>
            </a:xfrm>
            <a:prstGeom prst="rect">
              <a:avLst/>
            </a:prstGeom>
            <a:noFill/>
          </p:spPr>
          <p:txBody>
            <a:bodyPr wrap="square" rtlCol="0" anchor="ctr">
              <a:noAutofit/>
            </a:bodyPr>
            <a:lstStyle/>
            <a:p>
              <a:pPr>
                <a:spcAft>
                  <a:spcPts val="600"/>
                </a:spcAft>
              </a:pPr>
              <a:r>
                <a:rPr lang="en-US" sz="2000" b="1" dirty="0">
                  <a:solidFill>
                    <a:schemeClr val="tx1">
                      <a:lumMod val="75000"/>
                      <a:lumOff val="25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Top Line - $3B</a:t>
              </a:r>
            </a:p>
          </p:txBody>
        </p:sp>
        <p:sp>
          <p:nvSpPr>
            <p:cNvPr id="14" name="TextBox 13">
              <a:extLst>
                <a:ext uri="{FF2B5EF4-FFF2-40B4-BE49-F238E27FC236}">
                  <a16:creationId xmlns:a16="http://schemas.microsoft.com/office/drawing/2014/main" id="{CBAD4A27-FB40-42EC-B14A-63C62E2676D7}"/>
                </a:ext>
              </a:extLst>
            </p:cNvPr>
            <p:cNvSpPr txBox="1"/>
            <p:nvPr/>
          </p:nvSpPr>
          <p:spPr>
            <a:xfrm>
              <a:off x="3978168" y="2422632"/>
              <a:ext cx="2812647" cy="325541"/>
            </a:xfrm>
            <a:prstGeom prst="rect">
              <a:avLst/>
            </a:prstGeom>
            <a:noFill/>
          </p:spPr>
          <p:txBody>
            <a:bodyPr wrap="square" rtlCol="0" anchor="ctr">
              <a:noAutofit/>
            </a:bodyPr>
            <a:lstStyle/>
            <a:p>
              <a:pPr>
                <a:spcAft>
                  <a:spcPts val="600"/>
                </a:spcAft>
              </a:pPr>
              <a:r>
                <a:rPr lang="en-US" sz="2000" b="1" dirty="0">
                  <a:solidFill>
                    <a:schemeClr val="tx1">
                      <a:lumMod val="75000"/>
                      <a:lumOff val="25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Cash - $1B</a:t>
              </a:r>
            </a:p>
          </p:txBody>
        </p:sp>
        <p:sp>
          <p:nvSpPr>
            <p:cNvPr id="15" name="TextBox 14">
              <a:extLst>
                <a:ext uri="{FF2B5EF4-FFF2-40B4-BE49-F238E27FC236}">
                  <a16:creationId xmlns:a16="http://schemas.microsoft.com/office/drawing/2014/main" id="{DCBE7575-BD24-CE73-0737-BA51BDC1139C}"/>
                </a:ext>
              </a:extLst>
            </p:cNvPr>
            <p:cNvSpPr txBox="1"/>
            <p:nvPr/>
          </p:nvSpPr>
          <p:spPr>
            <a:xfrm>
              <a:off x="6871839" y="942968"/>
              <a:ext cx="2812647" cy="325541"/>
            </a:xfrm>
            <a:prstGeom prst="rect">
              <a:avLst/>
            </a:prstGeom>
            <a:noFill/>
          </p:spPr>
          <p:txBody>
            <a:bodyPr wrap="square" rtlCol="0" anchor="ctr">
              <a:noAutofit/>
            </a:bodyPr>
            <a:lstStyle/>
            <a:p>
              <a:pPr>
                <a:spcAft>
                  <a:spcPts val="600"/>
                </a:spcAft>
              </a:pPr>
              <a:r>
                <a:rPr lang="en-US" sz="2000" b="1" dirty="0">
                  <a:solidFill>
                    <a:schemeClr val="tx1">
                      <a:lumMod val="75000"/>
                      <a:lumOff val="25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Gross Margin - $2B</a:t>
              </a:r>
            </a:p>
          </p:txBody>
        </p:sp>
        <p:sp>
          <p:nvSpPr>
            <p:cNvPr id="16" name="TextBox 15">
              <a:extLst>
                <a:ext uri="{FF2B5EF4-FFF2-40B4-BE49-F238E27FC236}">
                  <a16:creationId xmlns:a16="http://schemas.microsoft.com/office/drawing/2014/main" id="{A6D37DC4-B51E-65A4-8789-9717321E7C77}"/>
                </a:ext>
              </a:extLst>
            </p:cNvPr>
            <p:cNvSpPr txBox="1"/>
            <p:nvPr/>
          </p:nvSpPr>
          <p:spPr>
            <a:xfrm>
              <a:off x="9850056" y="894143"/>
              <a:ext cx="1088020" cy="325541"/>
            </a:xfrm>
            <a:prstGeom prst="rect">
              <a:avLst/>
            </a:prstGeom>
            <a:noFill/>
          </p:spPr>
          <p:txBody>
            <a:bodyPr wrap="square" rtlCol="0" anchor="ctr">
              <a:noAutofit/>
            </a:bodyPr>
            <a:lstStyle/>
            <a:p>
              <a:pPr algn="ctr">
                <a:spcAft>
                  <a:spcPts val="600"/>
                </a:spcAft>
              </a:pPr>
              <a:r>
                <a:rPr lang="en-US" sz="2000" b="1" dirty="0">
                  <a:solidFill>
                    <a:schemeClr val="tx1">
                      <a:lumMod val="75000"/>
                      <a:lumOff val="25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$6B</a:t>
              </a:r>
            </a:p>
          </p:txBody>
        </p:sp>
      </p:grpSp>
    </p:spTree>
    <p:extLst>
      <p:ext uri="{BB962C8B-B14F-4D97-AF65-F5344CB8AC3E}">
        <p14:creationId xmlns:p14="http://schemas.microsoft.com/office/powerpoint/2010/main" val="1220588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18410C-1E97-A50F-48F4-A941F71DC64B}"/>
              </a:ext>
            </a:extLst>
          </p:cNvPr>
          <p:cNvSpPr>
            <a:spLocks noGrp="1"/>
          </p:cNvSpPr>
          <p:nvPr>
            <p:ph type="body" sz="quarter" idx="10"/>
          </p:nvPr>
        </p:nvSpPr>
        <p:spPr/>
        <p:txBody>
          <a:bodyPr/>
          <a:lstStyle/>
          <a:p>
            <a:r>
              <a:rPr lang="en-US" dirty="0"/>
              <a:t>Output: OPERATING MODEL SHIFT</a:t>
            </a:r>
          </a:p>
        </p:txBody>
      </p:sp>
      <p:sp>
        <p:nvSpPr>
          <p:cNvPr id="3" name="Rectangle 2">
            <a:extLst>
              <a:ext uri="{FF2B5EF4-FFF2-40B4-BE49-F238E27FC236}">
                <a16:creationId xmlns:a16="http://schemas.microsoft.com/office/drawing/2014/main" id="{B2B20F87-8EA8-DE9D-4CA1-284BCAEB6FAB}"/>
              </a:ext>
            </a:extLst>
          </p:cNvPr>
          <p:cNvSpPr/>
          <p:nvPr/>
        </p:nvSpPr>
        <p:spPr>
          <a:xfrm>
            <a:off x="4364183" y="1772911"/>
            <a:ext cx="7827818" cy="362378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B5DE24A7-6864-3D52-3A07-D44D3588CE9D}"/>
              </a:ext>
            </a:extLst>
          </p:cNvPr>
          <p:cNvGrpSpPr/>
          <p:nvPr/>
        </p:nvGrpSpPr>
        <p:grpSpPr>
          <a:xfrm>
            <a:off x="4864148" y="1402772"/>
            <a:ext cx="6409988" cy="4322619"/>
            <a:chOff x="4864148" y="1402772"/>
            <a:chExt cx="6409988" cy="4322619"/>
          </a:xfrm>
        </p:grpSpPr>
        <p:sp>
          <p:nvSpPr>
            <p:cNvPr id="5" name="Rectangle 4">
              <a:extLst>
                <a:ext uri="{FF2B5EF4-FFF2-40B4-BE49-F238E27FC236}">
                  <a16:creationId xmlns:a16="http://schemas.microsoft.com/office/drawing/2014/main" id="{2FFC1479-3492-F51D-4AF0-61BAA3F54F67}"/>
                </a:ext>
              </a:extLst>
            </p:cNvPr>
            <p:cNvSpPr/>
            <p:nvPr/>
          </p:nvSpPr>
          <p:spPr>
            <a:xfrm>
              <a:off x="4969521" y="1402772"/>
              <a:ext cx="6304615" cy="4322619"/>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6EBEAB96-6AFF-8626-E4B7-5402B1F47061}"/>
                </a:ext>
              </a:extLst>
            </p:cNvPr>
            <p:cNvGrpSpPr/>
            <p:nvPr/>
          </p:nvGrpSpPr>
          <p:grpSpPr>
            <a:xfrm>
              <a:off x="4939259" y="1970701"/>
              <a:ext cx="6114607" cy="1490810"/>
              <a:chOff x="5306168" y="1621195"/>
              <a:chExt cx="6114607" cy="1490810"/>
            </a:xfrm>
          </p:grpSpPr>
          <p:sp>
            <p:nvSpPr>
              <p:cNvPr id="34" name="TextBox 33">
                <a:extLst>
                  <a:ext uri="{FF2B5EF4-FFF2-40B4-BE49-F238E27FC236}">
                    <a16:creationId xmlns:a16="http://schemas.microsoft.com/office/drawing/2014/main" id="{A9647B92-C3B9-3ABE-0F3F-1FFFB1A80A5D}"/>
                  </a:ext>
                </a:extLst>
              </p:cNvPr>
              <p:cNvSpPr txBox="1"/>
              <p:nvPr/>
            </p:nvSpPr>
            <p:spPr>
              <a:xfrm>
                <a:off x="5306168" y="2244004"/>
                <a:ext cx="1196752" cy="615553"/>
              </a:xfrm>
              <a:prstGeom prst="rect">
                <a:avLst/>
              </a:prstGeom>
              <a:noFill/>
            </p:spPr>
            <p:txBody>
              <a:bodyPr wrap="square" rtlCol="0">
                <a:spAutoFit/>
              </a:bodyPr>
              <a:lstStyle/>
              <a:p>
                <a:pPr algn="r"/>
                <a: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3 UNITS </a:t>
                </a:r>
                <a:b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br>
                <a:r>
                  <a:rPr lang="en-US" sz="1000" b="1" dirty="0">
                    <a:solidFill>
                      <a:srgbClr val="C00000"/>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Own the Brands</a:t>
                </a:r>
              </a:p>
              <a:p>
                <a:pPr algn="r"/>
                <a:r>
                  <a:rPr lang="en-US" sz="1000" b="1" dirty="0">
                    <a:solidFill>
                      <a:srgbClr val="C00000"/>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Own NPD</a:t>
                </a:r>
                <a:endParaRPr lang="en-US" b="1" dirty="0">
                  <a:solidFill>
                    <a:srgbClr val="C00000"/>
                  </a:solidFill>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grpSp>
            <p:nvGrpSpPr>
              <p:cNvPr id="35" name="Group 34">
                <a:extLst>
                  <a:ext uri="{FF2B5EF4-FFF2-40B4-BE49-F238E27FC236}">
                    <a16:creationId xmlns:a16="http://schemas.microsoft.com/office/drawing/2014/main" id="{24260B36-F47A-F032-890F-A6825BB9CF9D}"/>
                  </a:ext>
                </a:extLst>
              </p:cNvPr>
              <p:cNvGrpSpPr/>
              <p:nvPr/>
            </p:nvGrpSpPr>
            <p:grpSpPr>
              <a:xfrm>
                <a:off x="6552455" y="1621195"/>
                <a:ext cx="4868320" cy="1490810"/>
                <a:chOff x="4771819" y="1471958"/>
                <a:chExt cx="4896628" cy="1656419"/>
              </a:xfrm>
            </p:grpSpPr>
            <p:grpSp>
              <p:nvGrpSpPr>
                <p:cNvPr id="36" name="Group 35">
                  <a:extLst>
                    <a:ext uri="{FF2B5EF4-FFF2-40B4-BE49-F238E27FC236}">
                      <a16:creationId xmlns:a16="http://schemas.microsoft.com/office/drawing/2014/main" id="{BF6C921D-0AD4-5B2E-85E1-33E88D9EAA7F}"/>
                    </a:ext>
                  </a:extLst>
                </p:cNvPr>
                <p:cNvGrpSpPr/>
                <p:nvPr/>
              </p:nvGrpSpPr>
              <p:grpSpPr>
                <a:xfrm>
                  <a:off x="4771819" y="1471958"/>
                  <a:ext cx="1578782" cy="1656305"/>
                  <a:chOff x="4771819" y="1471958"/>
                  <a:chExt cx="1578782" cy="1656305"/>
                </a:xfrm>
              </p:grpSpPr>
              <p:sp>
                <p:nvSpPr>
                  <p:cNvPr id="39" name="Rectangle 38">
                    <a:extLst>
                      <a:ext uri="{FF2B5EF4-FFF2-40B4-BE49-F238E27FC236}">
                        <a16:creationId xmlns:a16="http://schemas.microsoft.com/office/drawing/2014/main" id="{129F3CF1-7A1A-0DD6-D1AC-174EBEC62214}"/>
                      </a:ext>
                    </a:extLst>
                  </p:cNvPr>
                  <p:cNvSpPr/>
                  <p:nvPr/>
                </p:nvSpPr>
                <p:spPr>
                  <a:xfrm>
                    <a:off x="4771819" y="1810512"/>
                    <a:ext cx="1578782" cy="1317751"/>
                  </a:xfrm>
                  <a:prstGeom prst="rect">
                    <a:avLst/>
                  </a:prstGeom>
                  <a:noFill/>
                  <a:ln w="12700">
                    <a:solidFill>
                      <a:srgbClr val="145E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0" name="TextBox 39">
                    <a:extLst>
                      <a:ext uri="{FF2B5EF4-FFF2-40B4-BE49-F238E27FC236}">
                        <a16:creationId xmlns:a16="http://schemas.microsoft.com/office/drawing/2014/main" id="{EA3E217B-32DA-9E4D-4324-A7903BCF9A92}"/>
                      </a:ext>
                    </a:extLst>
                  </p:cNvPr>
                  <p:cNvSpPr txBox="1"/>
                  <p:nvPr/>
                </p:nvSpPr>
                <p:spPr>
                  <a:xfrm>
                    <a:off x="4771820" y="1471958"/>
                    <a:ext cx="1578779" cy="341967"/>
                  </a:xfrm>
                  <a:prstGeom prst="rect">
                    <a:avLst/>
                  </a:prstGeom>
                  <a:noFill/>
                </p:spPr>
                <p:txBody>
                  <a:bodyPr wrap="square" rtlCol="0">
                    <a:spAutoFit/>
                  </a:bodyPr>
                  <a:lstStyle/>
                  <a:p>
                    <a:pPr algn="ctr"/>
                    <a:endPar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grpSp>
            <p:sp>
              <p:nvSpPr>
                <p:cNvPr id="37" name="Rectangle 36">
                  <a:extLst>
                    <a:ext uri="{FF2B5EF4-FFF2-40B4-BE49-F238E27FC236}">
                      <a16:creationId xmlns:a16="http://schemas.microsoft.com/office/drawing/2014/main" id="{0D06653D-6AD1-2CC7-156A-BDE7CA6BE22C}"/>
                    </a:ext>
                  </a:extLst>
                </p:cNvPr>
                <p:cNvSpPr/>
                <p:nvPr/>
              </p:nvSpPr>
              <p:spPr>
                <a:xfrm>
                  <a:off x="6430742" y="1810512"/>
                  <a:ext cx="1578782" cy="131775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8" name="Rectangle 37">
                  <a:extLst>
                    <a:ext uri="{FF2B5EF4-FFF2-40B4-BE49-F238E27FC236}">
                      <a16:creationId xmlns:a16="http://schemas.microsoft.com/office/drawing/2014/main" id="{16E5B382-0472-AC22-8E3E-08D2574D86D3}"/>
                    </a:ext>
                  </a:extLst>
                </p:cNvPr>
                <p:cNvSpPr/>
                <p:nvPr/>
              </p:nvSpPr>
              <p:spPr>
                <a:xfrm>
                  <a:off x="8089665" y="1810626"/>
                  <a:ext cx="1578782" cy="1317751"/>
                </a:xfrm>
                <a:prstGeom prst="rect">
                  <a:avLst/>
                </a:prstGeom>
                <a:no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grpSp>
          <p:nvGrpSpPr>
            <p:cNvPr id="7" name="Group 6">
              <a:extLst>
                <a:ext uri="{FF2B5EF4-FFF2-40B4-BE49-F238E27FC236}">
                  <a16:creationId xmlns:a16="http://schemas.microsoft.com/office/drawing/2014/main" id="{97F66338-0FB9-DE30-DD4A-0E920701DE3D}"/>
                </a:ext>
              </a:extLst>
            </p:cNvPr>
            <p:cNvGrpSpPr/>
            <p:nvPr/>
          </p:nvGrpSpPr>
          <p:grpSpPr>
            <a:xfrm>
              <a:off x="4864148" y="4191362"/>
              <a:ext cx="6184309" cy="1298609"/>
              <a:chOff x="4864148" y="4191362"/>
              <a:chExt cx="6184309" cy="1298609"/>
            </a:xfrm>
          </p:grpSpPr>
          <p:sp>
            <p:nvSpPr>
              <p:cNvPr id="17" name="Rectangle 16">
                <a:extLst>
                  <a:ext uri="{FF2B5EF4-FFF2-40B4-BE49-F238E27FC236}">
                    <a16:creationId xmlns:a16="http://schemas.microsoft.com/office/drawing/2014/main" id="{1CC42A14-C010-63CC-392F-302CE13E6F66}"/>
                  </a:ext>
                </a:extLst>
              </p:cNvPr>
              <p:cNvSpPr/>
              <p:nvPr/>
            </p:nvSpPr>
            <p:spPr>
              <a:xfrm>
                <a:off x="6185545" y="4191362"/>
                <a:ext cx="4862912" cy="1298609"/>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D8A8BFDE-7E31-5608-C580-A3230F35B940}"/>
                  </a:ext>
                </a:extLst>
              </p:cNvPr>
              <p:cNvGrpSpPr/>
              <p:nvPr/>
            </p:nvGrpSpPr>
            <p:grpSpPr>
              <a:xfrm>
                <a:off x="7838806" y="4351617"/>
                <a:ext cx="1571192" cy="1087492"/>
                <a:chOff x="8205715" y="3682503"/>
                <a:chExt cx="1571192" cy="1087492"/>
              </a:xfrm>
            </p:grpSpPr>
            <p:sp>
              <p:nvSpPr>
                <p:cNvPr id="32" name="TextBox 31">
                  <a:extLst>
                    <a:ext uri="{FF2B5EF4-FFF2-40B4-BE49-F238E27FC236}">
                      <a16:creationId xmlns:a16="http://schemas.microsoft.com/office/drawing/2014/main" id="{AF26D8E0-E920-32F7-07BB-A73ABC155A43}"/>
                    </a:ext>
                  </a:extLst>
                </p:cNvPr>
                <p:cNvSpPr txBox="1"/>
                <p:nvPr/>
              </p:nvSpPr>
              <p:spPr>
                <a:xfrm>
                  <a:off x="8205715" y="4308330"/>
                  <a:ext cx="1571192" cy="461665"/>
                </a:xfrm>
                <a:prstGeom prst="rect">
                  <a:avLst/>
                </a:prstGeom>
                <a:noFill/>
              </p:spPr>
              <p:txBody>
                <a:bodyPr wrap="square" rtlCol="0">
                  <a:spAutoFit/>
                </a:bodyPr>
                <a:lstStyle/>
                <a:p>
                  <a:pPr algn="ctr"/>
                  <a:r>
                    <a:rPr lang="en-US" sz="1200" b="1">
                      <a:solidFill>
                        <a:schemeClr val="tx1">
                          <a:lumMod val="50000"/>
                          <a:lumOff val="50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Corporate </a:t>
                  </a:r>
                  <a:br>
                    <a:rPr lang="en-US" sz="1200" b="1">
                      <a:solidFill>
                        <a:schemeClr val="tx1">
                          <a:lumMod val="50000"/>
                          <a:lumOff val="50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br>
                  <a:r>
                    <a:rPr lang="en-US" sz="1200" b="1">
                      <a:solidFill>
                        <a:schemeClr val="tx1">
                          <a:lumMod val="50000"/>
                          <a:lumOff val="50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Functions</a:t>
                  </a:r>
                </a:p>
              </p:txBody>
            </p:sp>
            <p:pic>
              <p:nvPicPr>
                <p:cNvPr id="33" name="Graphic 32" descr="Calculator with solid fill">
                  <a:extLst>
                    <a:ext uri="{FF2B5EF4-FFF2-40B4-BE49-F238E27FC236}">
                      <a16:creationId xmlns:a16="http://schemas.microsoft.com/office/drawing/2014/main" id="{26F14878-D808-C7AE-CBF1-FCC5A88DFB1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734672" y="3682503"/>
                  <a:ext cx="549600" cy="549600"/>
                </a:xfrm>
                <a:prstGeom prst="rect">
                  <a:avLst/>
                </a:prstGeom>
              </p:spPr>
            </p:pic>
          </p:grpSp>
          <p:sp>
            <p:nvSpPr>
              <p:cNvPr id="19" name="TextBox 18">
                <a:extLst>
                  <a:ext uri="{FF2B5EF4-FFF2-40B4-BE49-F238E27FC236}">
                    <a16:creationId xmlns:a16="http://schemas.microsoft.com/office/drawing/2014/main" id="{9E589AD1-3CAF-D662-7EE7-8C078D32A6BC}"/>
                  </a:ext>
                </a:extLst>
              </p:cNvPr>
              <p:cNvSpPr txBox="1"/>
              <p:nvPr/>
            </p:nvSpPr>
            <p:spPr>
              <a:xfrm>
                <a:off x="4864148" y="4659281"/>
                <a:ext cx="1316833" cy="461665"/>
              </a:xfrm>
              <a:prstGeom prst="rect">
                <a:avLst/>
              </a:prstGeom>
              <a:noFill/>
            </p:spPr>
            <p:txBody>
              <a:bodyPr wrap="square" rtlCol="0">
                <a:spAutoFit/>
              </a:bodyPr>
              <a:lstStyle/>
              <a:p>
                <a:pPr algn="r"/>
                <a: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FUNCTIONS</a:t>
                </a:r>
              </a:p>
              <a:p>
                <a:pPr algn="r"/>
                <a:r>
                  <a:rPr lang="en-US" sz="1000" b="1" dirty="0">
                    <a:solidFill>
                      <a:srgbClr val="C00000"/>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Scaled Globally</a:t>
                </a:r>
              </a:p>
            </p:txBody>
          </p:sp>
          <p:grpSp>
            <p:nvGrpSpPr>
              <p:cNvPr id="20" name="Group 19">
                <a:extLst>
                  <a:ext uri="{FF2B5EF4-FFF2-40B4-BE49-F238E27FC236}">
                    <a16:creationId xmlns:a16="http://schemas.microsoft.com/office/drawing/2014/main" id="{8B05650A-0B4F-B3E4-7BEF-FC0DE3B408B4}"/>
                  </a:ext>
                </a:extLst>
              </p:cNvPr>
              <p:cNvGrpSpPr/>
              <p:nvPr/>
            </p:nvGrpSpPr>
            <p:grpSpPr>
              <a:xfrm>
                <a:off x="6643377" y="4303789"/>
                <a:ext cx="675430" cy="641110"/>
                <a:chOff x="11468" y="5581766"/>
                <a:chExt cx="1057507" cy="1003772"/>
              </a:xfrm>
              <a:solidFill>
                <a:schemeClr val="tx1">
                  <a:lumMod val="50000"/>
                  <a:lumOff val="50000"/>
                </a:schemeClr>
              </a:solidFill>
            </p:grpSpPr>
            <p:pic>
              <p:nvPicPr>
                <p:cNvPr id="25" name="Graphic 24" descr="Users outline">
                  <a:extLst>
                    <a:ext uri="{FF2B5EF4-FFF2-40B4-BE49-F238E27FC236}">
                      <a16:creationId xmlns:a16="http://schemas.microsoft.com/office/drawing/2014/main" id="{8981B806-7314-0CF3-CB45-36BF2B62E06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2791" y="6226027"/>
                  <a:ext cx="359511" cy="359511"/>
                </a:xfrm>
                <a:prstGeom prst="rect">
                  <a:avLst/>
                </a:prstGeom>
              </p:spPr>
            </p:pic>
            <p:pic>
              <p:nvPicPr>
                <p:cNvPr id="26" name="Graphic 25" descr="Factory with solid fill">
                  <a:extLst>
                    <a:ext uri="{FF2B5EF4-FFF2-40B4-BE49-F238E27FC236}">
                      <a16:creationId xmlns:a16="http://schemas.microsoft.com/office/drawing/2014/main" id="{5F2D1ADC-3E9C-0FCA-1AB8-85FBAAA1B06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6126" y="5581766"/>
                  <a:ext cx="452849" cy="452849"/>
                </a:xfrm>
                <a:prstGeom prst="rect">
                  <a:avLst/>
                </a:prstGeom>
              </p:spPr>
            </p:pic>
            <p:pic>
              <p:nvPicPr>
                <p:cNvPr id="27" name="Graphic 26" descr="Truck with solid fill">
                  <a:extLst>
                    <a:ext uri="{FF2B5EF4-FFF2-40B4-BE49-F238E27FC236}">
                      <a16:creationId xmlns:a16="http://schemas.microsoft.com/office/drawing/2014/main" id="{A21AD9F0-FA83-0322-7F33-CFEB553AE54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468" y="5684556"/>
                  <a:ext cx="397575" cy="397575"/>
                </a:xfrm>
                <a:prstGeom prst="rect">
                  <a:avLst/>
                </a:prstGeom>
              </p:spPr>
            </p:pic>
            <p:grpSp>
              <p:nvGrpSpPr>
                <p:cNvPr id="28" name="Group 27">
                  <a:extLst>
                    <a:ext uri="{FF2B5EF4-FFF2-40B4-BE49-F238E27FC236}">
                      <a16:creationId xmlns:a16="http://schemas.microsoft.com/office/drawing/2014/main" id="{11B41438-EDF0-7395-B99A-6A92E3A86CC9}"/>
                    </a:ext>
                  </a:extLst>
                </p:cNvPr>
                <p:cNvGrpSpPr/>
                <p:nvPr/>
              </p:nvGrpSpPr>
              <p:grpSpPr>
                <a:xfrm>
                  <a:off x="259219" y="5751580"/>
                  <a:ext cx="548497" cy="548497"/>
                  <a:chOff x="3681082" y="717716"/>
                  <a:chExt cx="4829834" cy="4829834"/>
                </a:xfrm>
                <a:grpFill/>
              </p:grpSpPr>
              <p:sp>
                <p:nvSpPr>
                  <p:cNvPr id="29" name="Circular Arrow 77">
                    <a:extLst>
                      <a:ext uri="{FF2B5EF4-FFF2-40B4-BE49-F238E27FC236}">
                        <a16:creationId xmlns:a16="http://schemas.microsoft.com/office/drawing/2014/main" id="{0C66E890-465F-AF64-D6E7-4E3CD0CD8962}"/>
                      </a:ext>
                    </a:extLst>
                  </p:cNvPr>
                  <p:cNvSpPr/>
                  <p:nvPr/>
                </p:nvSpPr>
                <p:spPr>
                  <a:xfrm>
                    <a:off x="3681082" y="717716"/>
                    <a:ext cx="4829834" cy="4829834"/>
                  </a:xfrm>
                  <a:prstGeom prst="circularArrow">
                    <a:avLst>
                      <a:gd name="adj1" fmla="val 8252"/>
                      <a:gd name="adj2" fmla="val 576426"/>
                      <a:gd name="adj3" fmla="val 2962443"/>
                      <a:gd name="adj4" fmla="val 52669"/>
                      <a:gd name="adj5" fmla="val 9627"/>
                    </a:avLst>
                  </a:pr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30" name="Circular Arrow 79">
                    <a:extLst>
                      <a:ext uri="{FF2B5EF4-FFF2-40B4-BE49-F238E27FC236}">
                        <a16:creationId xmlns:a16="http://schemas.microsoft.com/office/drawing/2014/main" id="{CF6E1761-02C9-DF90-FDE7-CDE6AF9ABD33}"/>
                      </a:ext>
                    </a:extLst>
                  </p:cNvPr>
                  <p:cNvSpPr/>
                  <p:nvPr/>
                </p:nvSpPr>
                <p:spPr>
                  <a:xfrm>
                    <a:off x="3681082" y="717716"/>
                    <a:ext cx="4829834" cy="4829834"/>
                  </a:xfrm>
                  <a:prstGeom prst="circularArrow">
                    <a:avLst>
                      <a:gd name="adj1" fmla="val 8252"/>
                      <a:gd name="adj2" fmla="val 576426"/>
                      <a:gd name="adj3" fmla="val 10170905"/>
                      <a:gd name="adj4" fmla="val 7261132"/>
                      <a:gd name="adj5" fmla="val 9627"/>
                    </a:avLst>
                  </a:pr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31" name="Circular Arrow 81">
                    <a:extLst>
                      <a:ext uri="{FF2B5EF4-FFF2-40B4-BE49-F238E27FC236}">
                        <a16:creationId xmlns:a16="http://schemas.microsoft.com/office/drawing/2014/main" id="{A0192C0D-5221-32B8-DE17-56AFCB0E22C7}"/>
                      </a:ext>
                    </a:extLst>
                  </p:cNvPr>
                  <p:cNvSpPr/>
                  <p:nvPr/>
                </p:nvSpPr>
                <p:spPr>
                  <a:xfrm>
                    <a:off x="3681082" y="717716"/>
                    <a:ext cx="4829834" cy="4829834"/>
                  </a:xfrm>
                  <a:prstGeom prst="circularArrow">
                    <a:avLst>
                      <a:gd name="adj1" fmla="val 8252"/>
                      <a:gd name="adj2" fmla="val 576426"/>
                      <a:gd name="adj3" fmla="val 16855402"/>
                      <a:gd name="adj4" fmla="val 14968173"/>
                      <a:gd name="adj5" fmla="val 9627"/>
                    </a:avLst>
                  </a:pr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grpSp>
          </p:grpSp>
          <p:sp>
            <p:nvSpPr>
              <p:cNvPr id="21" name="TextBox 20">
                <a:extLst>
                  <a:ext uri="{FF2B5EF4-FFF2-40B4-BE49-F238E27FC236}">
                    <a16:creationId xmlns:a16="http://schemas.microsoft.com/office/drawing/2014/main" id="{27F08978-9EE7-67F2-EE12-B85D3B8602C5}"/>
                  </a:ext>
                </a:extLst>
              </p:cNvPr>
              <p:cNvSpPr txBox="1"/>
              <p:nvPr/>
            </p:nvSpPr>
            <p:spPr>
              <a:xfrm>
                <a:off x="6184007" y="4977444"/>
                <a:ext cx="1571192" cy="461665"/>
              </a:xfrm>
              <a:prstGeom prst="rect">
                <a:avLst/>
              </a:prstGeom>
              <a:noFill/>
            </p:spPr>
            <p:txBody>
              <a:bodyPr wrap="square" rtlCol="0">
                <a:spAutoFit/>
              </a:bodyPr>
              <a:lstStyle/>
              <a:p>
                <a:pPr algn="ctr"/>
                <a:r>
                  <a:rPr lang="en-US" sz="1200" b="1">
                    <a:solidFill>
                      <a:schemeClr val="tx1">
                        <a:lumMod val="50000"/>
                        <a:lumOff val="50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Supply </a:t>
                </a:r>
                <a:br>
                  <a:rPr lang="en-US" sz="1200" b="1">
                    <a:solidFill>
                      <a:schemeClr val="tx1">
                        <a:lumMod val="50000"/>
                        <a:lumOff val="50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br>
                <a:r>
                  <a:rPr lang="en-US" sz="1200" b="1">
                    <a:solidFill>
                      <a:schemeClr val="tx1">
                        <a:lumMod val="50000"/>
                        <a:lumOff val="50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Chain</a:t>
                </a:r>
              </a:p>
            </p:txBody>
          </p:sp>
          <p:grpSp>
            <p:nvGrpSpPr>
              <p:cNvPr id="22" name="Group 21">
                <a:extLst>
                  <a:ext uri="{FF2B5EF4-FFF2-40B4-BE49-F238E27FC236}">
                    <a16:creationId xmlns:a16="http://schemas.microsoft.com/office/drawing/2014/main" id="{B3584DC6-1665-20E0-591C-3590E7C40960}"/>
                  </a:ext>
                </a:extLst>
              </p:cNvPr>
              <p:cNvGrpSpPr/>
              <p:nvPr/>
            </p:nvGrpSpPr>
            <p:grpSpPr>
              <a:xfrm>
                <a:off x="9477265" y="4384631"/>
                <a:ext cx="1571192" cy="1054478"/>
                <a:chOff x="9844174" y="3715517"/>
                <a:chExt cx="1571192" cy="1054478"/>
              </a:xfrm>
            </p:grpSpPr>
            <p:pic>
              <p:nvPicPr>
                <p:cNvPr id="23" name="Graphic 22" descr="Globe outline">
                  <a:extLst>
                    <a:ext uri="{FF2B5EF4-FFF2-40B4-BE49-F238E27FC236}">
                      <a16:creationId xmlns:a16="http://schemas.microsoft.com/office/drawing/2014/main" id="{94B1742F-77F3-3B19-5843-BF2C4335018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359218" y="3715517"/>
                  <a:ext cx="479417" cy="479417"/>
                </a:xfrm>
                <a:prstGeom prst="rect">
                  <a:avLst/>
                </a:prstGeom>
              </p:spPr>
            </p:pic>
            <p:sp>
              <p:nvSpPr>
                <p:cNvPr id="24" name="TextBox 23">
                  <a:extLst>
                    <a:ext uri="{FF2B5EF4-FFF2-40B4-BE49-F238E27FC236}">
                      <a16:creationId xmlns:a16="http://schemas.microsoft.com/office/drawing/2014/main" id="{DCDB077A-78D6-7D44-F0D9-3159E9C72E3B}"/>
                    </a:ext>
                  </a:extLst>
                </p:cNvPr>
                <p:cNvSpPr txBox="1"/>
                <p:nvPr/>
              </p:nvSpPr>
              <p:spPr>
                <a:xfrm>
                  <a:off x="9844174" y="4308330"/>
                  <a:ext cx="1571192" cy="461665"/>
                </a:xfrm>
                <a:prstGeom prst="rect">
                  <a:avLst/>
                </a:prstGeom>
                <a:noFill/>
              </p:spPr>
              <p:txBody>
                <a:bodyPr wrap="square" rtlCol="0">
                  <a:spAutoFit/>
                </a:bodyPr>
                <a:lstStyle/>
                <a:p>
                  <a:pPr algn="ctr"/>
                  <a:r>
                    <a:rPr lang="en-US" sz="1200" b="1">
                      <a:solidFill>
                        <a:schemeClr val="tx1">
                          <a:lumMod val="50000"/>
                          <a:lumOff val="50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Global Business Services</a:t>
                  </a:r>
                </a:p>
              </p:txBody>
            </p:sp>
          </p:grpSp>
        </p:grpSp>
        <p:grpSp>
          <p:nvGrpSpPr>
            <p:cNvPr id="8" name="Group 7">
              <a:extLst>
                <a:ext uri="{FF2B5EF4-FFF2-40B4-BE49-F238E27FC236}">
                  <a16:creationId xmlns:a16="http://schemas.microsoft.com/office/drawing/2014/main" id="{BE86F7E2-A31F-6231-BF1E-880F407C5477}"/>
                </a:ext>
              </a:extLst>
            </p:cNvPr>
            <p:cNvGrpSpPr/>
            <p:nvPr/>
          </p:nvGrpSpPr>
          <p:grpSpPr>
            <a:xfrm>
              <a:off x="4969521" y="3613968"/>
              <a:ext cx="6110035" cy="472166"/>
              <a:chOff x="5336430" y="3264462"/>
              <a:chExt cx="6110035" cy="472166"/>
            </a:xfrm>
          </p:grpSpPr>
          <p:sp>
            <p:nvSpPr>
              <p:cNvPr id="10" name="TextBox 9">
                <a:extLst>
                  <a:ext uri="{FF2B5EF4-FFF2-40B4-BE49-F238E27FC236}">
                    <a16:creationId xmlns:a16="http://schemas.microsoft.com/office/drawing/2014/main" id="{7CE74B88-DABC-625D-58F7-0D413BA46118}"/>
                  </a:ext>
                </a:extLst>
              </p:cNvPr>
              <p:cNvSpPr txBox="1"/>
              <p:nvPr/>
            </p:nvSpPr>
            <p:spPr>
              <a:xfrm>
                <a:off x="5336430" y="3274963"/>
                <a:ext cx="1166490" cy="461665"/>
              </a:xfrm>
              <a:prstGeom prst="rect">
                <a:avLst/>
              </a:prstGeom>
              <a:noFill/>
            </p:spPr>
            <p:txBody>
              <a:bodyPr wrap="square" rtlCol="0">
                <a:spAutoFit/>
              </a:bodyPr>
              <a:lstStyle/>
              <a:p>
                <a:pPr algn="r"/>
                <a: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SALES</a:t>
                </a:r>
              </a:p>
              <a:p>
                <a:pPr algn="r"/>
                <a:r>
                  <a:rPr lang="en-US" sz="1000" b="1" dirty="0">
                    <a:solidFill>
                      <a:srgbClr val="C00000"/>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Scaled Locally</a:t>
                </a:r>
              </a:p>
            </p:txBody>
          </p:sp>
          <p:grpSp>
            <p:nvGrpSpPr>
              <p:cNvPr id="11" name="Group 10">
                <a:extLst>
                  <a:ext uri="{FF2B5EF4-FFF2-40B4-BE49-F238E27FC236}">
                    <a16:creationId xmlns:a16="http://schemas.microsoft.com/office/drawing/2014/main" id="{9F064F0F-9088-A6BA-EA9A-45872C05C151}"/>
                  </a:ext>
                </a:extLst>
              </p:cNvPr>
              <p:cNvGrpSpPr/>
              <p:nvPr/>
            </p:nvGrpSpPr>
            <p:grpSpPr>
              <a:xfrm>
                <a:off x="6552455" y="3264462"/>
                <a:ext cx="4894010" cy="438573"/>
                <a:chOff x="6552455" y="2580964"/>
                <a:chExt cx="4894010" cy="438573"/>
              </a:xfrm>
            </p:grpSpPr>
            <p:grpSp>
              <p:nvGrpSpPr>
                <p:cNvPr id="12" name="Group 11">
                  <a:extLst>
                    <a:ext uri="{FF2B5EF4-FFF2-40B4-BE49-F238E27FC236}">
                      <a16:creationId xmlns:a16="http://schemas.microsoft.com/office/drawing/2014/main" id="{7BB2AAD6-AD70-AE37-C74F-FC09750FEA37}"/>
                    </a:ext>
                  </a:extLst>
                </p:cNvPr>
                <p:cNvGrpSpPr/>
                <p:nvPr/>
              </p:nvGrpSpPr>
              <p:grpSpPr>
                <a:xfrm>
                  <a:off x="6552455" y="2580964"/>
                  <a:ext cx="4894010" cy="438573"/>
                  <a:chOff x="6552455" y="2954832"/>
                  <a:chExt cx="4894010" cy="438573"/>
                </a:xfrm>
                <a:solidFill>
                  <a:schemeClr val="accent2">
                    <a:lumMod val="40000"/>
                    <a:lumOff val="60000"/>
                  </a:schemeClr>
                </a:solidFill>
              </p:grpSpPr>
              <p:sp>
                <p:nvSpPr>
                  <p:cNvPr id="14" name="Rectangle 13">
                    <a:extLst>
                      <a:ext uri="{FF2B5EF4-FFF2-40B4-BE49-F238E27FC236}">
                        <a16:creationId xmlns:a16="http://schemas.microsoft.com/office/drawing/2014/main" id="{74033E95-6A5D-D12B-F92C-570BC24ADFE5}"/>
                      </a:ext>
                    </a:extLst>
                  </p:cNvPr>
                  <p:cNvSpPr/>
                  <p:nvPr/>
                </p:nvSpPr>
                <p:spPr>
                  <a:xfrm>
                    <a:off x="6552455" y="2954832"/>
                    <a:ext cx="1569653" cy="438196"/>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865BFF1-D866-B5AA-AB6C-8B1A1BC01321}"/>
                      </a:ext>
                    </a:extLst>
                  </p:cNvPr>
                  <p:cNvSpPr/>
                  <p:nvPr/>
                </p:nvSpPr>
                <p:spPr>
                  <a:xfrm>
                    <a:off x="8201786" y="2959801"/>
                    <a:ext cx="1569653" cy="433604"/>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3A4FA1A-0A2F-33E7-F025-96F45DA5FFDA}"/>
                      </a:ext>
                    </a:extLst>
                  </p:cNvPr>
                  <p:cNvSpPr/>
                  <p:nvPr/>
                </p:nvSpPr>
                <p:spPr>
                  <a:xfrm>
                    <a:off x="9876812" y="2954832"/>
                    <a:ext cx="1569653" cy="438196"/>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C80BD344-E347-818C-67FB-F0786E978189}"/>
                    </a:ext>
                  </a:extLst>
                </p:cNvPr>
                <p:cNvSpPr txBox="1"/>
                <p:nvPr/>
              </p:nvSpPr>
              <p:spPr>
                <a:xfrm>
                  <a:off x="6859240" y="2634653"/>
                  <a:ext cx="4199413" cy="321091"/>
                </a:xfrm>
                <a:prstGeom prst="rect">
                  <a:avLst/>
                </a:prstGeom>
                <a:solidFill>
                  <a:schemeClr val="tx1">
                    <a:lumMod val="75000"/>
                    <a:lumOff val="25000"/>
                  </a:schemeClr>
                </a:solidFill>
              </p:spPr>
              <p:txBody>
                <a:bodyPr wrap="square" lIns="72000" tIns="36000" rIns="72000" bIns="36000" rtlCol="0" anchor="ctr">
                  <a:noAutofit/>
                </a:bodyPr>
                <a:lstStyle/>
                <a:p>
                  <a:pPr algn="ctr"/>
                  <a:r>
                    <a:rPr lang="en-US" sz="12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Enterprise Teams: Key Customers, Key Geographies</a:t>
                  </a:r>
                </a:p>
              </p:txBody>
            </p:sp>
          </p:grpSp>
        </p:grpSp>
        <p:sp>
          <p:nvSpPr>
            <p:cNvPr id="9" name="TextBox 8">
              <a:extLst>
                <a:ext uri="{FF2B5EF4-FFF2-40B4-BE49-F238E27FC236}">
                  <a16:creationId xmlns:a16="http://schemas.microsoft.com/office/drawing/2014/main" id="{F2ACD2A9-CA2B-4101-A81C-7521F01054C5}"/>
                </a:ext>
              </a:extLst>
            </p:cNvPr>
            <p:cNvSpPr txBox="1"/>
            <p:nvPr/>
          </p:nvSpPr>
          <p:spPr>
            <a:xfrm>
              <a:off x="6492331" y="1418891"/>
              <a:ext cx="3266524" cy="553998"/>
            </a:xfrm>
            <a:prstGeom prst="rect">
              <a:avLst/>
            </a:prstGeom>
            <a:solidFill>
              <a:schemeClr val="bg1"/>
            </a:solidFill>
          </p:spPr>
          <p:txBody>
            <a:bodyPr wrap="square" rtlCol="0" anchor="ctr">
              <a:spAutoFit/>
            </a:bodyPr>
            <a:lstStyle/>
            <a:p>
              <a:pPr algn="ctr"/>
              <a:r>
                <a:rPr lang="en-US" b="1" dirty="0">
                  <a:solidFill>
                    <a:srgbClr val="C00000"/>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TOMORROW</a:t>
              </a:r>
            </a:p>
            <a:p>
              <a:pPr algn="ctr"/>
              <a:r>
                <a:rPr lang="en-US" sz="1200" b="1" dirty="0">
                  <a:solidFill>
                    <a:srgbClr val="C00000"/>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Synergized Business Units With Scaled Support</a:t>
              </a:r>
            </a:p>
          </p:txBody>
        </p:sp>
      </p:grpSp>
      <p:sp>
        <p:nvSpPr>
          <p:cNvPr id="41" name="Oval 40">
            <a:extLst>
              <a:ext uri="{FF2B5EF4-FFF2-40B4-BE49-F238E27FC236}">
                <a16:creationId xmlns:a16="http://schemas.microsoft.com/office/drawing/2014/main" id="{E5726733-610F-C87B-7E03-B6E9931FF805}"/>
              </a:ext>
            </a:extLst>
          </p:cNvPr>
          <p:cNvSpPr/>
          <p:nvPr/>
        </p:nvSpPr>
        <p:spPr>
          <a:xfrm>
            <a:off x="4218268" y="3411956"/>
            <a:ext cx="345690" cy="34569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Courier" pitchFamily="2" charset="0"/>
              </a:rPr>
              <a:t>&gt;</a:t>
            </a:r>
          </a:p>
        </p:txBody>
      </p:sp>
      <p:sp>
        <p:nvSpPr>
          <p:cNvPr id="42" name="TextBox 41">
            <a:extLst>
              <a:ext uri="{FF2B5EF4-FFF2-40B4-BE49-F238E27FC236}">
                <a16:creationId xmlns:a16="http://schemas.microsoft.com/office/drawing/2014/main" id="{E4BE1429-24E5-406F-7313-7E52DAD746DF}"/>
              </a:ext>
            </a:extLst>
          </p:cNvPr>
          <p:cNvSpPr txBox="1"/>
          <p:nvPr/>
        </p:nvSpPr>
        <p:spPr>
          <a:xfrm>
            <a:off x="6180981" y="2740777"/>
            <a:ext cx="1569656" cy="307777"/>
          </a:xfrm>
          <a:prstGeom prst="rect">
            <a:avLst/>
          </a:prstGeom>
          <a:noFill/>
        </p:spPr>
        <p:txBody>
          <a:bodyPr wrap="square" rtlCol="0">
            <a:spAutoFit/>
          </a:bodyPr>
          <a:lstStyle/>
          <a:p>
            <a:pPr algn="ctr"/>
            <a: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Business Unit 1</a:t>
            </a:r>
          </a:p>
        </p:txBody>
      </p:sp>
      <p:sp>
        <p:nvSpPr>
          <p:cNvPr id="43" name="TextBox 42">
            <a:extLst>
              <a:ext uri="{FF2B5EF4-FFF2-40B4-BE49-F238E27FC236}">
                <a16:creationId xmlns:a16="http://schemas.microsoft.com/office/drawing/2014/main" id="{37773CC1-9326-3B08-81CF-0A97D827AC0C}"/>
              </a:ext>
            </a:extLst>
          </p:cNvPr>
          <p:cNvSpPr txBox="1"/>
          <p:nvPr/>
        </p:nvSpPr>
        <p:spPr>
          <a:xfrm>
            <a:off x="7787965" y="2740777"/>
            <a:ext cx="1569656" cy="307777"/>
          </a:xfrm>
          <a:prstGeom prst="rect">
            <a:avLst/>
          </a:prstGeom>
          <a:noFill/>
        </p:spPr>
        <p:txBody>
          <a:bodyPr wrap="square" rtlCol="0">
            <a:spAutoFit/>
          </a:bodyPr>
          <a:lstStyle/>
          <a:p>
            <a:pPr algn="ctr"/>
            <a: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Business Unit 2</a:t>
            </a:r>
          </a:p>
        </p:txBody>
      </p:sp>
      <p:sp>
        <p:nvSpPr>
          <p:cNvPr id="44" name="TextBox 43">
            <a:extLst>
              <a:ext uri="{FF2B5EF4-FFF2-40B4-BE49-F238E27FC236}">
                <a16:creationId xmlns:a16="http://schemas.microsoft.com/office/drawing/2014/main" id="{DE63B6EF-5917-2C64-8B1F-CBE1703887B2}"/>
              </a:ext>
            </a:extLst>
          </p:cNvPr>
          <p:cNvSpPr txBox="1"/>
          <p:nvPr/>
        </p:nvSpPr>
        <p:spPr>
          <a:xfrm>
            <a:off x="9451448" y="2735635"/>
            <a:ext cx="1569656" cy="307777"/>
          </a:xfrm>
          <a:prstGeom prst="rect">
            <a:avLst/>
          </a:prstGeom>
          <a:noFill/>
        </p:spPr>
        <p:txBody>
          <a:bodyPr wrap="square" rtlCol="0">
            <a:spAutoFit/>
          </a:bodyPr>
          <a:lstStyle/>
          <a:p>
            <a:pPr algn="ctr"/>
            <a: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Business Unit 3</a:t>
            </a:r>
          </a:p>
        </p:txBody>
      </p:sp>
      <p:pic>
        <p:nvPicPr>
          <p:cNvPr id="145" name="Picture 144">
            <a:extLst>
              <a:ext uri="{FF2B5EF4-FFF2-40B4-BE49-F238E27FC236}">
                <a16:creationId xmlns:a16="http://schemas.microsoft.com/office/drawing/2014/main" id="{9C2091BF-261E-2EBE-BB9C-F19C34EB7F27}"/>
              </a:ext>
            </a:extLst>
          </p:cNvPr>
          <p:cNvPicPr>
            <a:picLocks noChangeAspect="1"/>
          </p:cNvPicPr>
          <p:nvPr/>
        </p:nvPicPr>
        <p:blipFill>
          <a:blip r:embed="rId12"/>
          <a:stretch>
            <a:fillRect/>
          </a:stretch>
        </p:blipFill>
        <p:spPr>
          <a:xfrm>
            <a:off x="800654" y="2217655"/>
            <a:ext cx="3153534" cy="3079982"/>
          </a:xfrm>
          <a:prstGeom prst="rect">
            <a:avLst/>
          </a:prstGeom>
        </p:spPr>
      </p:pic>
      <p:sp>
        <p:nvSpPr>
          <p:cNvPr id="146" name="TextBox 145">
            <a:extLst>
              <a:ext uri="{FF2B5EF4-FFF2-40B4-BE49-F238E27FC236}">
                <a16:creationId xmlns:a16="http://schemas.microsoft.com/office/drawing/2014/main" id="{D60B8445-A972-5A9A-8D9F-B44793617FE2}"/>
              </a:ext>
            </a:extLst>
          </p:cNvPr>
          <p:cNvSpPr txBox="1"/>
          <p:nvPr/>
        </p:nvSpPr>
        <p:spPr>
          <a:xfrm>
            <a:off x="1122942" y="1418891"/>
            <a:ext cx="2609594" cy="553998"/>
          </a:xfrm>
          <a:prstGeom prst="rect">
            <a:avLst/>
          </a:prstGeom>
          <a:solidFill>
            <a:schemeClr val="bg1"/>
          </a:solidFill>
        </p:spPr>
        <p:txBody>
          <a:bodyPr wrap="square" rtlCol="0" anchor="ctr">
            <a:spAutoFit/>
          </a:bodyPr>
          <a:lstStyle/>
          <a:p>
            <a:pPr algn="ctr"/>
            <a:r>
              <a:rPr lang="en-US" b="1" dirty="0">
                <a:solidFill>
                  <a:schemeClr val="tx1">
                    <a:lumMod val="50000"/>
                    <a:lumOff val="50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TODAY</a:t>
            </a:r>
          </a:p>
          <a:p>
            <a:pPr algn="ctr"/>
            <a:r>
              <a:rPr lang="en-US" sz="1200" b="1" dirty="0">
                <a:solidFill>
                  <a:schemeClr val="tx1">
                    <a:lumMod val="50000"/>
                    <a:lumOff val="50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“Stand-Alone” Business Units </a:t>
            </a:r>
          </a:p>
        </p:txBody>
      </p:sp>
    </p:spTree>
    <p:extLst>
      <p:ext uri="{BB962C8B-B14F-4D97-AF65-F5344CB8AC3E}">
        <p14:creationId xmlns:p14="http://schemas.microsoft.com/office/powerpoint/2010/main" val="2763337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1FEF936-25ED-EFC6-F043-D0F8AC16A4C0}"/>
              </a:ext>
            </a:extLst>
          </p:cNvPr>
          <p:cNvSpPr>
            <a:spLocks noGrp="1"/>
          </p:cNvSpPr>
          <p:nvPr>
            <p:ph type="body" sz="quarter" idx="10"/>
          </p:nvPr>
        </p:nvSpPr>
        <p:spPr/>
        <p:txBody>
          <a:bodyPr/>
          <a:lstStyle/>
          <a:p>
            <a:r>
              <a:rPr lang="en-US" dirty="0"/>
              <a:t>Output: DESIGN PRINCIPLES *</a:t>
            </a:r>
          </a:p>
        </p:txBody>
      </p:sp>
      <p:graphicFrame>
        <p:nvGraphicFramePr>
          <p:cNvPr id="3" name="Table 4">
            <a:extLst>
              <a:ext uri="{FF2B5EF4-FFF2-40B4-BE49-F238E27FC236}">
                <a16:creationId xmlns:a16="http://schemas.microsoft.com/office/drawing/2014/main" id="{DF956AD7-4A8A-0FC7-0EF9-4FEC51D35731}"/>
              </a:ext>
            </a:extLst>
          </p:cNvPr>
          <p:cNvGraphicFramePr>
            <a:graphicFrameLocks noGrp="1"/>
          </p:cNvGraphicFramePr>
          <p:nvPr>
            <p:extLst>
              <p:ext uri="{D42A27DB-BD31-4B8C-83A1-F6EECF244321}">
                <p14:modId xmlns:p14="http://schemas.microsoft.com/office/powerpoint/2010/main" val="382419911"/>
              </p:ext>
            </p:extLst>
          </p:nvPr>
        </p:nvGraphicFramePr>
        <p:xfrm>
          <a:off x="853597" y="925994"/>
          <a:ext cx="10484805" cy="5006012"/>
        </p:xfrm>
        <a:graphic>
          <a:graphicData uri="http://schemas.openxmlformats.org/drawingml/2006/table">
            <a:tbl>
              <a:tblPr/>
              <a:tblGrid>
                <a:gridCol w="492024">
                  <a:extLst>
                    <a:ext uri="{9D8B030D-6E8A-4147-A177-3AD203B41FA5}">
                      <a16:colId xmlns:a16="http://schemas.microsoft.com/office/drawing/2014/main" val="3091294013"/>
                    </a:ext>
                  </a:extLst>
                </a:gridCol>
                <a:gridCol w="2472652">
                  <a:extLst>
                    <a:ext uri="{9D8B030D-6E8A-4147-A177-3AD203B41FA5}">
                      <a16:colId xmlns:a16="http://schemas.microsoft.com/office/drawing/2014/main" val="3458501328"/>
                    </a:ext>
                  </a:extLst>
                </a:gridCol>
                <a:gridCol w="7520129">
                  <a:extLst>
                    <a:ext uri="{9D8B030D-6E8A-4147-A177-3AD203B41FA5}">
                      <a16:colId xmlns:a16="http://schemas.microsoft.com/office/drawing/2014/main" val="3932092260"/>
                    </a:ext>
                  </a:extLst>
                </a:gridCol>
              </a:tblGrid>
              <a:tr h="44127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endParaRPr lang="en-US" sz="1600" b="1" i="0" dirty="0">
                        <a:latin typeface="Helvetica Neue Condensed" panose="02000503000000020004" pitchFamily="2" charset="0"/>
                        <a:ea typeface="Helvetica Neue Condensed" panose="02000503000000020004" pitchFamily="2" charset="0"/>
                        <a:cs typeface="Helvetica Neue Condensed"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sz="1600" b="1" i="0">
                        <a:latin typeface="Helvetica Neue Condensed" panose="02000503000000020004" pitchFamily="2" charset="0"/>
                        <a:ea typeface="Helvetica Neue Condensed" panose="02000503000000020004" pitchFamily="2" charset="0"/>
                        <a:cs typeface="Helvetica Neue Condensed"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sz="1600" b="1" i="0"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PRINCIPLES AND GUARDRAILS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2888803229"/>
                  </a:ext>
                </a:extLst>
              </a:tr>
              <a:tr h="838810">
                <a:tc rowSpan="2">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i="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rgbClr val="FFFFFF">
                        <a:lumMod val="75000"/>
                      </a:srgbClr>
                    </a:solidFill>
                  </a:tcPr>
                </a:tc>
                <a:tc rowSpan="2">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sz="1400" b="1" i="0">
                          <a:latin typeface="Helvetica Neue Condensed" panose="02000503000000020004" pitchFamily="2" charset="0"/>
                          <a:ea typeface="Helvetica Neue Condensed" panose="02000503000000020004" pitchFamily="2" charset="0"/>
                          <a:cs typeface="Helvetica Neue Condensed" panose="02000503000000020004" pitchFamily="2" charset="0"/>
                        </a:rPr>
                        <a:t>Reduce management duplication &amp; bureaucracy</a:t>
                      </a:r>
                      <a:endParaRPr lang="en-US" sz="1200" b="1" i="0">
                        <a:latin typeface="Helvetica Neue Condensed" panose="02000503000000020004" pitchFamily="2" charset="0"/>
                        <a:ea typeface="Helvetica Neue Condensed" panose="02000503000000020004" pitchFamily="2" charset="0"/>
                        <a:cs typeface="Helvetica Neue Condensed" panose="02000503000000020004" pitchFamily="2" charset="0"/>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rgbClr val="FEAA12">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71450" indent="-171450">
                        <a:buFont typeface="Arial" panose="020B0604020202020204" pitchFamily="34" charset="0"/>
                        <a:buChar char="•"/>
                      </a:pPr>
                      <a:r>
                        <a:rPr lang="en-US" sz="1100" b="0" i="0" dirty="0">
                          <a:latin typeface="Helvetica Neue" panose="02000503000000020004" pitchFamily="2" charset="0"/>
                          <a:ea typeface="Helvetica Neue" panose="02000503000000020004" pitchFamily="2" charset="0"/>
                          <a:cs typeface="Helvetica Neue" panose="02000503000000020004" pitchFamily="2" charset="0"/>
                        </a:rPr>
                        <a:t>Move from 7 Business Units to 3 </a:t>
                      </a:r>
                    </a:p>
                    <a:p>
                      <a:pPr marL="171450" indent="-171450">
                        <a:buFont typeface="Arial" panose="020B0604020202020204" pitchFamily="34" charset="0"/>
                        <a:buChar char="•"/>
                      </a:pPr>
                      <a:r>
                        <a:rPr lang="en-US" sz="1100" b="0" i="0" dirty="0">
                          <a:latin typeface="Helvetica Neue" panose="02000503000000020004" pitchFamily="2" charset="0"/>
                          <a:ea typeface="Helvetica Neue" panose="02000503000000020004" pitchFamily="2" charset="0"/>
                          <a:cs typeface="Helvetica Neue" panose="02000503000000020004" pitchFamily="2" charset="0"/>
                        </a:rPr>
                        <a:t>Reduce SVPS &amp; VPs (currently 120) by 30%</a:t>
                      </a:r>
                    </a:p>
                    <a:p>
                      <a:pPr marL="171450" indent="-171450">
                        <a:buFont typeface="Arial" panose="020B0604020202020204" pitchFamily="34" charset="0"/>
                        <a:buChar char="•"/>
                      </a:pPr>
                      <a:r>
                        <a:rPr lang="en-US" sz="1100" b="0" i="0" dirty="0">
                          <a:latin typeface="Helvetica Neue" panose="02000503000000020004" pitchFamily="2" charset="0"/>
                          <a:ea typeface="Helvetica Neue" panose="02000503000000020004" pitchFamily="2" charset="0"/>
                          <a:cs typeface="Helvetica Neue" panose="02000503000000020004" pitchFamily="2" charset="0"/>
                        </a:rPr>
                        <a:t>Cost impact: $35M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5915031"/>
                  </a:ext>
                </a:extLst>
              </a:tr>
              <a:tr h="615509">
                <a:tc vMerge="1">
                  <a:txBody>
                    <a:bodyPr/>
                    <a:lstStyle/>
                    <a:p>
                      <a:pPr algn="ctr"/>
                      <a:endParaRPr lang="en-US" sz="1100" b="1" i="0">
                        <a:latin typeface="Helvetica Neue Condensed" panose="02000503000000020004" pitchFamily="2" charset="0"/>
                        <a:ea typeface="Helvetica Neue Condensed" panose="02000503000000020004" pitchFamily="2" charset="0"/>
                        <a:cs typeface="Helvetica Neue Condensed" panose="02000503000000020004"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sz="1100" b="1" i="0">
                        <a:latin typeface="Helvetica Neue Condensed" panose="02000503000000020004" pitchFamily="2" charset="0"/>
                        <a:ea typeface="Helvetica Neue Condensed" panose="02000503000000020004" pitchFamily="2" charset="0"/>
                        <a:cs typeface="Helvetica Neue Condensed"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50000"/>
                          <a:lumOff val="50000"/>
                        </a:schemeClr>
                      </a:solidFill>
                      <a:prstDash val="dot"/>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71450" indent="-171450">
                        <a:buFont typeface="Arial" panose="020B0604020202020204" pitchFamily="34" charset="0"/>
                        <a:buChar char="•"/>
                      </a:pPr>
                      <a:r>
                        <a:rPr lang="en-US" sz="1100" b="0" i="0" dirty="0">
                          <a:latin typeface="Helvetica Neue" panose="02000503000000020004" pitchFamily="2" charset="0"/>
                          <a:ea typeface="Helvetica Neue" panose="02000503000000020004" pitchFamily="2" charset="0"/>
                          <a:cs typeface="Helvetica Neue" panose="02000503000000020004" pitchFamily="2" charset="0"/>
                        </a:rPr>
                        <a:t>Improve average Span of Control by 1 (excl Retail, Customer Service)</a:t>
                      </a:r>
                    </a:p>
                    <a:p>
                      <a:pPr marL="171450" lvl="0" indent="-171450">
                        <a:buFont typeface="Arial" panose="020B0604020202020204" pitchFamily="34" charset="0"/>
                        <a:buChar char="•"/>
                      </a:pPr>
                      <a:r>
                        <a:rPr lang="en-US" sz="1100" b="0" i="0" dirty="0">
                          <a:latin typeface="Helvetica Neue" panose="02000503000000020004" pitchFamily="2" charset="0"/>
                          <a:ea typeface="Helvetica Neue" panose="02000503000000020004" pitchFamily="2" charset="0"/>
                          <a:cs typeface="Helvetica Neue" panose="02000503000000020004" pitchFamily="2" charset="0"/>
                        </a:rPr>
                        <a:t>Cost impact: $125M (based on average fully burdened cost at layer 4 &amp; 5, currently lowest SPOC)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lumMod val="50000"/>
                          <a:lumOff val="50000"/>
                        </a:srgbClr>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6312821"/>
                  </a:ext>
                </a:extLst>
              </a:tr>
              <a:tr h="133649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i="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sz="1400" b="1" i="0" dirty="0">
                          <a:latin typeface="Helvetica Neue Condensed" panose="02000503000000020004" pitchFamily="2" charset="0"/>
                          <a:ea typeface="Helvetica Neue Condensed" panose="02000503000000020004" pitchFamily="2" charset="0"/>
                          <a:cs typeface="Helvetica Neue Condensed" panose="02000503000000020004" pitchFamily="2" charset="0"/>
                        </a:rPr>
                        <a:t>Transform Marketing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rgbClr val="FEAA12">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indent="0">
                        <a:buFont typeface="Arial" panose="020B0604020202020204" pitchFamily="34" charset="0"/>
                        <a:buNone/>
                      </a:pPr>
                      <a:r>
                        <a:rPr lang="en-US" sz="1100" b="1" i="0" dirty="0">
                          <a:latin typeface="Helvetica Neue" panose="02000503000000020004" pitchFamily="2" charset="0"/>
                          <a:ea typeface="Helvetica Neue" panose="02000503000000020004" pitchFamily="2" charset="0"/>
                          <a:cs typeface="Helvetica Neue" panose="02000503000000020004" pitchFamily="2" charset="0"/>
                        </a:rPr>
                        <a:t>Business Unit</a:t>
                      </a:r>
                    </a:p>
                    <a:p>
                      <a:pPr marL="171450" indent="-171450">
                        <a:buFont typeface="Arial" panose="020B0604020202020204" pitchFamily="34" charset="0"/>
                        <a:buChar char="•"/>
                      </a:pPr>
                      <a:r>
                        <a:rPr lang="en-US" sz="1100" b="0" i="0" dirty="0">
                          <a:latin typeface="Helvetica Neue" panose="02000503000000020004" pitchFamily="2" charset="0"/>
                          <a:ea typeface="Helvetica Neue" panose="02000503000000020004" pitchFamily="2" charset="0"/>
                          <a:cs typeface="Helvetica Neue" panose="02000503000000020004" pitchFamily="2" charset="0"/>
                        </a:rPr>
                        <a:t>Drive brand focused marketing structure vs category</a:t>
                      </a:r>
                    </a:p>
                    <a:p>
                      <a:pPr marL="171450" indent="-171450">
                        <a:buFont typeface="Arial" panose="020B0604020202020204" pitchFamily="34" charset="0"/>
                        <a:buChar char="•"/>
                      </a:pPr>
                      <a:r>
                        <a:rPr lang="en-US" sz="1100" b="0" i="0" dirty="0">
                          <a:latin typeface="Helvetica Neue" panose="02000503000000020004" pitchFamily="2" charset="0"/>
                          <a:ea typeface="Helvetica Neue" panose="02000503000000020004" pitchFamily="2" charset="0"/>
                          <a:cs typeface="Helvetica Neue" panose="02000503000000020004" pitchFamily="2" charset="0"/>
                        </a:rPr>
                        <a:t>Top 20 brands have dedicated teams of 5-7 people; Reduce marketing OH &amp; FTE by 50%</a:t>
                      </a:r>
                    </a:p>
                    <a:p>
                      <a:pPr marL="171450" indent="-171450">
                        <a:buFont typeface="Arial" panose="020B0604020202020204" pitchFamily="34" charset="0"/>
                        <a:buChar char="•"/>
                      </a:pPr>
                      <a:endParaRPr lang="en-US" sz="1100" b="0" i="0" dirty="0">
                        <a:latin typeface="Helvetica Neue" panose="02000503000000020004" pitchFamily="2" charset="0"/>
                        <a:ea typeface="Helvetica Neue" panose="02000503000000020004" pitchFamily="2" charset="0"/>
                        <a:cs typeface="Helvetica Neue" panose="02000503000000020004" pitchFamily="2" charset="0"/>
                      </a:endParaRPr>
                    </a:p>
                    <a:p>
                      <a:pPr marL="0" indent="0">
                        <a:buFont typeface="Arial" panose="020B0604020202020204" pitchFamily="34" charset="0"/>
                        <a:buNone/>
                      </a:pPr>
                      <a:r>
                        <a:rPr lang="en-US" sz="1100" b="1" i="0" dirty="0">
                          <a:latin typeface="Helvetica Neue" panose="02000503000000020004" pitchFamily="2" charset="0"/>
                          <a:ea typeface="Helvetica Neue" panose="02000503000000020004" pitchFamily="2" charset="0"/>
                          <a:cs typeface="Helvetica Neue" panose="02000503000000020004" pitchFamily="2" charset="0"/>
                        </a:rPr>
                        <a:t>Corporate</a:t>
                      </a:r>
                    </a:p>
                    <a:p>
                      <a:pPr marL="171450" indent="-171450">
                        <a:buFont typeface="Arial" panose="020B0604020202020204" pitchFamily="34" charset="0"/>
                        <a:buChar char="•"/>
                      </a:pPr>
                      <a:r>
                        <a:rPr lang="en-US" sz="1100" b="0" i="0" dirty="0">
                          <a:latin typeface="Helvetica Neue" panose="02000503000000020004" pitchFamily="2" charset="0"/>
                          <a:ea typeface="Helvetica Neue" panose="02000503000000020004" pitchFamily="2" charset="0"/>
                          <a:cs typeface="Helvetica Neue" panose="02000503000000020004" pitchFamily="2" charset="0"/>
                        </a:rPr>
                        <a:t>Capitalize on centralization and simplification; Build scale and muscle in marketing excellence &amp; reduce costs 25%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511733"/>
                  </a:ext>
                </a:extLst>
              </a:tr>
              <a:tr h="83369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i="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dirty="0">
                          <a:latin typeface="Helvetica Neue Condensed" panose="02000503000000020004" pitchFamily="2" charset="0"/>
                          <a:ea typeface="Helvetica Neue Condensed" panose="02000503000000020004" pitchFamily="2" charset="0"/>
                          <a:cs typeface="Helvetica Neue Condensed" panose="02000503000000020004" pitchFamily="2" charset="0"/>
                        </a:rPr>
                        <a:t>Sales </a:t>
                      </a:r>
                      <a:r>
                        <a:rPr lang="en-US" sz="1400" b="1" i="0" dirty="0">
                          <a:solidFill>
                            <a:schemeClr val="tx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US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i="0" dirty="0">
                        <a:solidFill>
                          <a:srgbClr val="288FC2"/>
                        </a:solidFill>
                        <a:latin typeface="Helvetica Neue Condensed" panose="02000503000000020004" pitchFamily="2" charset="0"/>
                        <a:ea typeface="Helvetica Neue Condensed" panose="02000503000000020004" pitchFamily="2" charset="0"/>
                        <a:cs typeface="Helvetica Neue Condensed"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rgbClr val="FEAA12">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71450" indent="-171450">
                        <a:buFont typeface="Arial" panose="020B0604020202020204" pitchFamily="34" charset="0"/>
                        <a:buChar char="•"/>
                      </a:pPr>
                      <a:r>
                        <a:rPr lang="en-US" sz="1100" b="0" i="0" dirty="0">
                          <a:latin typeface="Helvetica Neue" panose="02000503000000020004" pitchFamily="2" charset="0"/>
                          <a:ea typeface="Helvetica Neue" panose="02000503000000020004" pitchFamily="2" charset="0"/>
                          <a:cs typeface="Helvetica Neue" panose="02000503000000020004" pitchFamily="2" charset="0"/>
                        </a:rPr>
                        <a:t>Build integrated sales team for top 5 customers making up 60% of revenue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7319582"/>
                  </a:ext>
                </a:extLst>
              </a:tr>
              <a:tr h="94023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i="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dirty="0">
                          <a:solidFill>
                            <a:schemeClr val="tx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Go To Market International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EAA12">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71450" indent="-171450">
                        <a:buFont typeface="Arial" panose="020B0604020202020204" pitchFamily="34" charset="0"/>
                        <a:buChar char="•"/>
                      </a:pPr>
                      <a:r>
                        <a:rPr lang="en-US" sz="1100" b="0" i="0" dirty="0">
                          <a:latin typeface="Helvetica Neue" panose="02000503000000020004" pitchFamily="2" charset="0"/>
                          <a:ea typeface="Helvetica Neue" panose="02000503000000020004" pitchFamily="2" charset="0"/>
                          <a:cs typeface="Helvetica Neue" panose="02000503000000020004" pitchFamily="2" charset="0"/>
                        </a:rPr>
                        <a:t>Expand integrated geography model beyond the first location to 3 additional geographies</a:t>
                      </a:r>
                    </a:p>
                    <a:p>
                      <a:pPr marL="171450" indent="-171450">
                        <a:buFont typeface="Arial" panose="020B0604020202020204" pitchFamily="34" charset="0"/>
                        <a:buChar char="•"/>
                      </a:pPr>
                      <a:r>
                        <a:rPr lang="en-US" sz="1100" b="0" i="0" dirty="0">
                          <a:latin typeface="Helvetica Neue" panose="02000503000000020004" pitchFamily="2" charset="0"/>
                          <a:ea typeface="Helvetica Neue" panose="02000503000000020004" pitchFamily="2" charset="0"/>
                          <a:cs typeface="Helvetica Neue" panose="02000503000000020004" pitchFamily="2" charset="0"/>
                        </a:rPr>
                        <a:t>Build appropriate and pragmatic scale in remaining locations, in partnership with the business units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8733840"/>
                  </a:ext>
                </a:extLst>
              </a:tr>
            </a:tbl>
          </a:graphicData>
        </a:graphic>
      </p:graphicFrame>
    </p:spTree>
    <p:extLst>
      <p:ext uri="{BB962C8B-B14F-4D97-AF65-F5344CB8AC3E}">
        <p14:creationId xmlns:p14="http://schemas.microsoft.com/office/powerpoint/2010/main" val="3069948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08853FD-8666-FE46-72A6-679A8E556065}"/>
              </a:ext>
            </a:extLst>
          </p:cNvPr>
          <p:cNvSpPr>
            <a:spLocks noGrp="1"/>
          </p:cNvSpPr>
          <p:nvPr>
            <p:ph type="body" sz="quarter" idx="10"/>
          </p:nvPr>
        </p:nvSpPr>
        <p:spPr/>
        <p:txBody>
          <a:bodyPr/>
          <a:lstStyle/>
          <a:p>
            <a:r>
              <a:rPr lang="en-US" dirty="0"/>
              <a:t>Output: SAVINGS TARGETS &amp; SPECIFIC PLAN </a:t>
            </a:r>
          </a:p>
        </p:txBody>
      </p:sp>
      <p:grpSp>
        <p:nvGrpSpPr>
          <p:cNvPr id="42" name="Group 41">
            <a:extLst>
              <a:ext uri="{FF2B5EF4-FFF2-40B4-BE49-F238E27FC236}">
                <a16:creationId xmlns:a16="http://schemas.microsoft.com/office/drawing/2014/main" id="{EA821FB7-F1C3-85C4-10DB-8F4CC174B3C7}"/>
              </a:ext>
            </a:extLst>
          </p:cNvPr>
          <p:cNvGrpSpPr/>
          <p:nvPr/>
        </p:nvGrpSpPr>
        <p:grpSpPr>
          <a:xfrm>
            <a:off x="632732" y="1028344"/>
            <a:ext cx="10443905" cy="5329145"/>
            <a:chOff x="632732" y="1178815"/>
            <a:chExt cx="10443905" cy="5329145"/>
          </a:xfrm>
        </p:grpSpPr>
        <p:sp>
          <p:nvSpPr>
            <p:cNvPr id="3" name="Right Arrow 48">
              <a:extLst>
                <a:ext uri="{FF2B5EF4-FFF2-40B4-BE49-F238E27FC236}">
                  <a16:creationId xmlns:a16="http://schemas.microsoft.com/office/drawing/2014/main" id="{E84FF94A-A1AF-5E0C-C2D5-E4AAA661B4CB}"/>
                </a:ext>
              </a:extLst>
            </p:cNvPr>
            <p:cNvSpPr/>
            <p:nvPr/>
          </p:nvSpPr>
          <p:spPr>
            <a:xfrm>
              <a:off x="4083127" y="3444457"/>
              <a:ext cx="6993509" cy="297453"/>
            </a:xfrm>
            <a:prstGeom prst="rightArrow">
              <a:avLst>
                <a:gd name="adj1" fmla="val 50000"/>
                <a:gd name="adj2" fmla="val 0"/>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 name="Right Arrow 49">
              <a:extLst>
                <a:ext uri="{FF2B5EF4-FFF2-40B4-BE49-F238E27FC236}">
                  <a16:creationId xmlns:a16="http://schemas.microsoft.com/office/drawing/2014/main" id="{BA765B21-DEF8-120C-4A69-979BEACB41E2}"/>
                </a:ext>
              </a:extLst>
            </p:cNvPr>
            <p:cNvSpPr/>
            <p:nvPr/>
          </p:nvSpPr>
          <p:spPr>
            <a:xfrm>
              <a:off x="4083127" y="3892427"/>
              <a:ext cx="6993509" cy="297453"/>
            </a:xfrm>
            <a:prstGeom prst="rightArrow">
              <a:avLst>
                <a:gd name="adj1" fmla="val 50000"/>
                <a:gd name="adj2" fmla="val 0"/>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5" name="Right Arrow 50">
              <a:extLst>
                <a:ext uri="{FF2B5EF4-FFF2-40B4-BE49-F238E27FC236}">
                  <a16:creationId xmlns:a16="http://schemas.microsoft.com/office/drawing/2014/main" id="{8AE8FD27-BD0C-6B25-0D10-C4F4E61CDD5A}"/>
                </a:ext>
              </a:extLst>
            </p:cNvPr>
            <p:cNvSpPr/>
            <p:nvPr/>
          </p:nvSpPr>
          <p:spPr>
            <a:xfrm>
              <a:off x="4083127" y="4340397"/>
              <a:ext cx="6993509" cy="297453"/>
            </a:xfrm>
            <a:prstGeom prst="rightArrow">
              <a:avLst>
                <a:gd name="adj1" fmla="val 50000"/>
                <a:gd name="adj2" fmla="val 0"/>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6" name="Right Arrow 51">
              <a:extLst>
                <a:ext uri="{FF2B5EF4-FFF2-40B4-BE49-F238E27FC236}">
                  <a16:creationId xmlns:a16="http://schemas.microsoft.com/office/drawing/2014/main" id="{F408FE35-1BEA-31FB-D20D-2B4846791E87}"/>
                </a:ext>
              </a:extLst>
            </p:cNvPr>
            <p:cNvSpPr/>
            <p:nvPr/>
          </p:nvSpPr>
          <p:spPr>
            <a:xfrm>
              <a:off x="4083127" y="4788367"/>
              <a:ext cx="6993509" cy="297453"/>
            </a:xfrm>
            <a:prstGeom prst="rightArrow">
              <a:avLst>
                <a:gd name="adj1" fmla="val 50000"/>
                <a:gd name="adj2" fmla="val 0"/>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7" name="Right Arrow 53">
              <a:extLst>
                <a:ext uri="{FF2B5EF4-FFF2-40B4-BE49-F238E27FC236}">
                  <a16:creationId xmlns:a16="http://schemas.microsoft.com/office/drawing/2014/main" id="{6A2230F8-D1BA-BDF7-33C5-ED6C8DF67415}"/>
                </a:ext>
              </a:extLst>
            </p:cNvPr>
            <p:cNvSpPr/>
            <p:nvPr/>
          </p:nvSpPr>
          <p:spPr>
            <a:xfrm>
              <a:off x="4083127" y="5236337"/>
              <a:ext cx="6993509" cy="297453"/>
            </a:xfrm>
            <a:prstGeom prst="rightArrow">
              <a:avLst>
                <a:gd name="adj1" fmla="val 50000"/>
                <a:gd name="adj2" fmla="val 0"/>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8" name="Right Arrow 55">
              <a:extLst>
                <a:ext uri="{FF2B5EF4-FFF2-40B4-BE49-F238E27FC236}">
                  <a16:creationId xmlns:a16="http://schemas.microsoft.com/office/drawing/2014/main" id="{1B98D0EB-C5D9-E605-3FD8-C7FCFE3C9B16}"/>
                </a:ext>
              </a:extLst>
            </p:cNvPr>
            <p:cNvSpPr/>
            <p:nvPr/>
          </p:nvSpPr>
          <p:spPr>
            <a:xfrm>
              <a:off x="4083127" y="5684307"/>
              <a:ext cx="6993509" cy="297453"/>
            </a:xfrm>
            <a:prstGeom prst="rightArrow">
              <a:avLst>
                <a:gd name="adj1" fmla="val 50000"/>
                <a:gd name="adj2" fmla="val 0"/>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9" name="Right Arrow 56">
              <a:extLst>
                <a:ext uri="{FF2B5EF4-FFF2-40B4-BE49-F238E27FC236}">
                  <a16:creationId xmlns:a16="http://schemas.microsoft.com/office/drawing/2014/main" id="{F906E88B-528D-2D21-B9A5-ACFA86C02A1C}"/>
                </a:ext>
              </a:extLst>
            </p:cNvPr>
            <p:cNvSpPr/>
            <p:nvPr/>
          </p:nvSpPr>
          <p:spPr>
            <a:xfrm>
              <a:off x="4083127" y="6132275"/>
              <a:ext cx="6993509" cy="297453"/>
            </a:xfrm>
            <a:prstGeom prst="rightArrow">
              <a:avLst>
                <a:gd name="adj1" fmla="val 50000"/>
                <a:gd name="adj2" fmla="val 0"/>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384A0DFF-803C-3743-FE32-8080D08627E8}"/>
                </a:ext>
              </a:extLst>
            </p:cNvPr>
            <p:cNvSpPr txBox="1"/>
            <p:nvPr/>
          </p:nvSpPr>
          <p:spPr>
            <a:xfrm rot="16200000">
              <a:off x="226063" y="4796882"/>
              <a:ext cx="1275005" cy="276999"/>
            </a:xfrm>
            <a:prstGeom prst="rect">
              <a:avLst/>
            </a:prstGeom>
            <a:noFill/>
          </p:spPr>
          <p:txBody>
            <a:bodyPr wrap="square" rtlCol="0">
              <a:spAutoFit/>
            </a:bodyPr>
            <a:lstStyle/>
            <a:p>
              <a:pPr algn="ctr"/>
              <a:r>
                <a:rPr lang="en-US" sz="1200" b="1">
                  <a:solidFill>
                    <a:srgbClr val="000000"/>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FUNCTIONS</a:t>
              </a:r>
            </a:p>
          </p:txBody>
        </p:sp>
        <p:grpSp>
          <p:nvGrpSpPr>
            <p:cNvPr id="11" name="Group 10">
              <a:extLst>
                <a:ext uri="{FF2B5EF4-FFF2-40B4-BE49-F238E27FC236}">
                  <a16:creationId xmlns:a16="http://schemas.microsoft.com/office/drawing/2014/main" id="{488DD0A9-A361-D4C8-2271-D34603A25894}"/>
                </a:ext>
              </a:extLst>
            </p:cNvPr>
            <p:cNvGrpSpPr/>
            <p:nvPr/>
          </p:nvGrpSpPr>
          <p:grpSpPr>
            <a:xfrm>
              <a:off x="1182882" y="1480854"/>
              <a:ext cx="9893755" cy="1763783"/>
              <a:chOff x="1288298" y="1185749"/>
              <a:chExt cx="9893755" cy="1875739"/>
            </a:xfrm>
          </p:grpSpPr>
          <p:sp>
            <p:nvSpPr>
              <p:cNvPr id="12" name="Right Arrow 60">
                <a:extLst>
                  <a:ext uri="{FF2B5EF4-FFF2-40B4-BE49-F238E27FC236}">
                    <a16:creationId xmlns:a16="http://schemas.microsoft.com/office/drawing/2014/main" id="{72BD8F01-9844-6ACF-DE65-5DB594524630}"/>
                  </a:ext>
                </a:extLst>
              </p:cNvPr>
              <p:cNvSpPr/>
              <p:nvPr/>
            </p:nvSpPr>
            <p:spPr>
              <a:xfrm>
                <a:off x="4188544" y="1272503"/>
                <a:ext cx="6993509" cy="316334"/>
              </a:xfrm>
              <a:prstGeom prst="rightArrow">
                <a:avLst>
                  <a:gd name="adj1" fmla="val 50000"/>
                  <a:gd name="adj2" fmla="val 0"/>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3" name="Right Arrow 44">
                <a:extLst>
                  <a:ext uri="{FF2B5EF4-FFF2-40B4-BE49-F238E27FC236}">
                    <a16:creationId xmlns:a16="http://schemas.microsoft.com/office/drawing/2014/main" id="{120ECF06-68C2-E2AA-AF6D-3622356C3A2D}"/>
                  </a:ext>
                </a:extLst>
              </p:cNvPr>
              <p:cNvSpPr/>
              <p:nvPr/>
            </p:nvSpPr>
            <p:spPr>
              <a:xfrm>
                <a:off x="4188544" y="1742387"/>
                <a:ext cx="6993509" cy="316334"/>
              </a:xfrm>
              <a:prstGeom prst="rightArrow">
                <a:avLst>
                  <a:gd name="adj1" fmla="val 50000"/>
                  <a:gd name="adj2" fmla="val 0"/>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4" name="Right Arrow 45">
                <a:extLst>
                  <a:ext uri="{FF2B5EF4-FFF2-40B4-BE49-F238E27FC236}">
                    <a16:creationId xmlns:a16="http://schemas.microsoft.com/office/drawing/2014/main" id="{2350C3A3-BB25-C660-4164-C1A759B489FB}"/>
                  </a:ext>
                </a:extLst>
              </p:cNvPr>
              <p:cNvSpPr/>
              <p:nvPr/>
            </p:nvSpPr>
            <p:spPr>
              <a:xfrm>
                <a:off x="4188544" y="2212271"/>
                <a:ext cx="6993509" cy="316334"/>
              </a:xfrm>
              <a:prstGeom prst="rightArrow">
                <a:avLst>
                  <a:gd name="adj1" fmla="val 50000"/>
                  <a:gd name="adj2" fmla="val 0"/>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5" name="Right Arrow 46">
                <a:extLst>
                  <a:ext uri="{FF2B5EF4-FFF2-40B4-BE49-F238E27FC236}">
                    <a16:creationId xmlns:a16="http://schemas.microsoft.com/office/drawing/2014/main" id="{40AA73E8-5580-E6BE-3D20-9A1DCA8B80F5}"/>
                  </a:ext>
                </a:extLst>
              </p:cNvPr>
              <p:cNvSpPr/>
              <p:nvPr/>
            </p:nvSpPr>
            <p:spPr>
              <a:xfrm>
                <a:off x="4188544" y="2682154"/>
                <a:ext cx="6993509" cy="316334"/>
              </a:xfrm>
              <a:prstGeom prst="rightArrow">
                <a:avLst>
                  <a:gd name="adj1" fmla="val 50000"/>
                  <a:gd name="adj2" fmla="val 0"/>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nvGrpSpPr>
              <p:cNvPr id="16" name="Group 15">
                <a:extLst>
                  <a:ext uri="{FF2B5EF4-FFF2-40B4-BE49-F238E27FC236}">
                    <a16:creationId xmlns:a16="http://schemas.microsoft.com/office/drawing/2014/main" id="{F3D44F9E-72C9-6DA9-48C3-DF3B0FD8C648}"/>
                  </a:ext>
                </a:extLst>
              </p:cNvPr>
              <p:cNvGrpSpPr/>
              <p:nvPr/>
            </p:nvGrpSpPr>
            <p:grpSpPr>
              <a:xfrm>
                <a:off x="1288298" y="1185749"/>
                <a:ext cx="3391813" cy="1875739"/>
                <a:chOff x="1288298" y="1185749"/>
                <a:chExt cx="3391813" cy="1875739"/>
              </a:xfrm>
            </p:grpSpPr>
            <p:sp>
              <p:nvSpPr>
                <p:cNvPr id="17" name="AutoShape 3">
                  <a:extLst>
                    <a:ext uri="{FF2B5EF4-FFF2-40B4-BE49-F238E27FC236}">
                      <a16:creationId xmlns:a16="http://schemas.microsoft.com/office/drawing/2014/main" id="{50D685C5-7E56-C82E-11A1-A6BA0D3335B3}"/>
                    </a:ext>
                  </a:extLst>
                </p:cNvPr>
                <p:cNvSpPr>
                  <a:spLocks/>
                </p:cNvSpPr>
                <p:nvPr/>
              </p:nvSpPr>
              <p:spPr bwMode="auto">
                <a:xfrm>
                  <a:off x="1288298" y="1185750"/>
                  <a:ext cx="2265768" cy="438061"/>
                </a:xfrm>
                <a:prstGeom prst="rect">
                  <a:avLst/>
                </a:prstGeom>
                <a:solidFill>
                  <a:srgbClr val="145E7F"/>
                </a:solidFill>
                <a:ln>
                  <a:no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200" b="1" i="0" u="none" strike="noStrike" kern="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rPr>
                    <a:t>Business Unit 1</a:t>
                  </a:r>
                  <a:endParaRPr kumimoji="0" lang="en-US" altLang="x-none" sz="1100" b="1" i="0" u="none" strike="noStrike" kern="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endParaRPr>
                </a:p>
                <a:p>
                  <a:pPr marL="0" marR="0" lvl="0" indent="0" algn="ctr" defTabSz="914400" eaLnBrk="0"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LEADER+ </a:t>
                  </a:r>
                  <a:r>
                    <a:rPr kumimoji="0" lang="en-US" sz="1000" b="0" i="0" u="none" strike="noStrike" kern="0" cap="none" spc="0" normalizeH="0" baseline="0" noProof="0" dirty="0" err="1">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CEO.Works</a:t>
                  </a: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 Partner</a:t>
                  </a:r>
                  <a:endParaRPr kumimoji="0" lang="en-US" altLang="x-none"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Helvetica Light" charset="0"/>
                  </a:endParaRPr>
                </a:p>
              </p:txBody>
            </p:sp>
            <p:sp>
              <p:nvSpPr>
                <p:cNvPr id="18" name="AutoShape 3">
                  <a:extLst>
                    <a:ext uri="{FF2B5EF4-FFF2-40B4-BE49-F238E27FC236}">
                      <a16:creationId xmlns:a16="http://schemas.microsoft.com/office/drawing/2014/main" id="{513D263D-1559-ACFA-9D2D-B6EE7F356868}"/>
                    </a:ext>
                  </a:extLst>
                </p:cNvPr>
                <p:cNvSpPr>
                  <a:spLocks/>
                </p:cNvSpPr>
                <p:nvPr/>
              </p:nvSpPr>
              <p:spPr bwMode="auto">
                <a:xfrm>
                  <a:off x="1288298" y="1664976"/>
                  <a:ext cx="2265115" cy="438061"/>
                </a:xfrm>
                <a:prstGeom prst="rect">
                  <a:avLst/>
                </a:prstGeom>
                <a:solidFill>
                  <a:srgbClr val="00B6C2">
                    <a:lumMod val="50000"/>
                  </a:srgbClr>
                </a:solidFill>
                <a:ln>
                  <a:no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200" b="1" i="0" u="none" strike="noStrike" kern="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rPr>
                    <a:t>Business Unit 2</a:t>
                  </a:r>
                  <a:endParaRPr kumimoji="0" lang="en-US" altLang="x-none" sz="1050" b="1" i="0" u="none" strike="noStrike" kern="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endParaRPr>
                </a:p>
                <a:p>
                  <a:pPr marL="0" marR="0" lvl="0" indent="0" algn="ctr" defTabSz="914400" eaLnBrk="0"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LEADER+ </a:t>
                  </a:r>
                  <a:r>
                    <a:rPr kumimoji="0" lang="en-US" sz="1000" b="0" i="0" u="none" strike="noStrike" kern="0" cap="none" spc="0" normalizeH="0" baseline="0" noProof="0" dirty="0" err="1">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CEO.Works</a:t>
                  </a: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 Partner</a:t>
                  </a:r>
                  <a:endParaRPr kumimoji="0" lang="en-US" altLang="x-none"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Helvetica Light" charset="0"/>
                  </a:endParaRPr>
                </a:p>
              </p:txBody>
            </p:sp>
            <p:sp>
              <p:nvSpPr>
                <p:cNvPr id="19" name="AutoShape 3">
                  <a:extLst>
                    <a:ext uri="{FF2B5EF4-FFF2-40B4-BE49-F238E27FC236}">
                      <a16:creationId xmlns:a16="http://schemas.microsoft.com/office/drawing/2014/main" id="{E6536DF4-F042-4951-3673-2966E86B55AC}"/>
                    </a:ext>
                  </a:extLst>
                </p:cNvPr>
                <p:cNvSpPr>
                  <a:spLocks/>
                </p:cNvSpPr>
                <p:nvPr/>
              </p:nvSpPr>
              <p:spPr bwMode="auto">
                <a:xfrm>
                  <a:off x="1288298" y="2144202"/>
                  <a:ext cx="2265114" cy="438061"/>
                </a:xfrm>
                <a:prstGeom prst="rect">
                  <a:avLst/>
                </a:prstGeom>
                <a:solidFill>
                  <a:srgbClr val="FCB913">
                    <a:lumMod val="50000"/>
                  </a:srgbClr>
                </a:solidFill>
                <a:ln>
                  <a:no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200" b="1" i="0" u="none" strike="noStrike" kern="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rPr>
                    <a:t>Business Unit 3</a:t>
                  </a:r>
                </a:p>
                <a:p>
                  <a:pPr marL="0" marR="0" lvl="0" indent="0" algn="ctr" defTabSz="914400" eaLnBrk="0"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LEADER+ </a:t>
                  </a:r>
                  <a:r>
                    <a:rPr kumimoji="0" lang="en-US" sz="1000" b="0" i="0" u="none" strike="noStrike" kern="0" cap="none" spc="0" normalizeH="0" baseline="0" noProof="0" dirty="0" err="1">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CEO.Works</a:t>
                  </a: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 Partner</a:t>
                  </a:r>
                  <a:endParaRPr kumimoji="0" lang="en-US" altLang="x-none"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Helvetica Light" charset="0"/>
                  </a:endParaRPr>
                </a:p>
              </p:txBody>
            </p:sp>
            <p:sp>
              <p:nvSpPr>
                <p:cNvPr id="20" name="AutoShape 3">
                  <a:extLst>
                    <a:ext uri="{FF2B5EF4-FFF2-40B4-BE49-F238E27FC236}">
                      <a16:creationId xmlns:a16="http://schemas.microsoft.com/office/drawing/2014/main" id="{7FBD0E6D-F319-6FA4-FB92-2734F1D4C8EF}"/>
                    </a:ext>
                  </a:extLst>
                </p:cNvPr>
                <p:cNvSpPr>
                  <a:spLocks/>
                </p:cNvSpPr>
                <p:nvPr/>
              </p:nvSpPr>
              <p:spPr bwMode="auto">
                <a:xfrm>
                  <a:off x="1288298" y="2623427"/>
                  <a:ext cx="2259552" cy="438061"/>
                </a:xfrm>
                <a:prstGeom prst="rect">
                  <a:avLst/>
                </a:prstGeom>
                <a:solidFill>
                  <a:srgbClr val="000000">
                    <a:lumMod val="50000"/>
                    <a:lumOff val="50000"/>
                  </a:srgbClr>
                </a:solidFill>
                <a:ln>
                  <a:no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400" b="1" i="0" u="none" strike="noStrike" kern="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rPr>
                    <a:t>International </a:t>
                  </a:r>
                  <a:endParaRPr kumimoji="0" lang="en-US" altLang="x-none" sz="1100" b="1" i="0" u="none" strike="noStrike" kern="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endParaRPr>
                </a:p>
                <a:p>
                  <a:pPr marL="0" marR="0" lvl="0" indent="0" algn="ctr" defTabSz="914400" eaLnBrk="0"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LEADER+ </a:t>
                  </a:r>
                  <a:r>
                    <a:rPr kumimoji="0" lang="en-US" sz="1000" b="0" i="0" u="none" strike="noStrike" kern="0" cap="none" spc="0" normalizeH="0" baseline="0" noProof="0" dirty="0" err="1">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CEO.Works</a:t>
                  </a: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 Partner</a:t>
                  </a:r>
                  <a:endParaRPr kumimoji="0" lang="en-US" altLang="x-none"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Helvetica Light" charset="0"/>
                  </a:endParaRPr>
                </a:p>
              </p:txBody>
            </p:sp>
            <p:sp>
              <p:nvSpPr>
                <p:cNvPr id="21" name="AutoShape 3">
                  <a:extLst>
                    <a:ext uri="{FF2B5EF4-FFF2-40B4-BE49-F238E27FC236}">
                      <a16:creationId xmlns:a16="http://schemas.microsoft.com/office/drawing/2014/main" id="{CA6573F9-763C-2D5A-6F67-0844E061E397}"/>
                    </a:ext>
                  </a:extLst>
                </p:cNvPr>
                <p:cNvSpPr>
                  <a:spLocks/>
                </p:cNvSpPr>
                <p:nvPr/>
              </p:nvSpPr>
              <p:spPr bwMode="auto">
                <a:xfrm>
                  <a:off x="3696978" y="1185749"/>
                  <a:ext cx="983133" cy="438061"/>
                </a:xfrm>
                <a:prstGeom prst="rect">
                  <a:avLst/>
                </a:prstGeom>
                <a:solidFill>
                  <a:srgbClr val="FFFFFF"/>
                </a:solidFill>
                <a:ln>
                  <a:solidFill>
                    <a:srgbClr val="145E7F"/>
                  </a:solid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600" b="1" i="0" u="none" strike="noStrike" kern="0" cap="none" spc="0" normalizeH="0" baseline="0" noProof="0" dirty="0">
                      <a:ln>
                        <a:noFill/>
                      </a:ln>
                      <a:solidFill>
                        <a:srgbClr val="000000"/>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sym typeface="Helvetica Light" charset="0"/>
                    </a:rPr>
                    <a:t>$50 M</a:t>
                  </a:r>
                </a:p>
              </p:txBody>
            </p:sp>
            <p:sp>
              <p:nvSpPr>
                <p:cNvPr id="22" name="AutoShape 3">
                  <a:extLst>
                    <a:ext uri="{FF2B5EF4-FFF2-40B4-BE49-F238E27FC236}">
                      <a16:creationId xmlns:a16="http://schemas.microsoft.com/office/drawing/2014/main" id="{B039E837-AA85-FF42-42B2-C5FDEC374B7E}"/>
                    </a:ext>
                  </a:extLst>
                </p:cNvPr>
                <p:cNvSpPr>
                  <a:spLocks/>
                </p:cNvSpPr>
                <p:nvPr/>
              </p:nvSpPr>
              <p:spPr bwMode="auto">
                <a:xfrm>
                  <a:off x="3696978" y="1666575"/>
                  <a:ext cx="983133" cy="438061"/>
                </a:xfrm>
                <a:prstGeom prst="rect">
                  <a:avLst/>
                </a:prstGeom>
                <a:solidFill>
                  <a:srgbClr val="FFFFFF"/>
                </a:solidFill>
                <a:ln>
                  <a:solidFill>
                    <a:srgbClr val="005B61"/>
                  </a:solid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600" b="1" i="0" u="none" strike="noStrike" kern="0" cap="none" spc="0" normalizeH="0" baseline="0" noProof="0" dirty="0">
                      <a:ln>
                        <a:noFill/>
                      </a:ln>
                      <a:solidFill>
                        <a:srgbClr val="000000"/>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sym typeface="Helvetica Light" charset="0"/>
                    </a:rPr>
                    <a:t>$100 M</a:t>
                  </a:r>
                </a:p>
              </p:txBody>
            </p:sp>
            <p:sp>
              <p:nvSpPr>
                <p:cNvPr id="23" name="AutoShape 3">
                  <a:extLst>
                    <a:ext uri="{FF2B5EF4-FFF2-40B4-BE49-F238E27FC236}">
                      <a16:creationId xmlns:a16="http://schemas.microsoft.com/office/drawing/2014/main" id="{6CE6633F-8FFC-1AA8-EC25-A6B8689F60F3}"/>
                    </a:ext>
                  </a:extLst>
                </p:cNvPr>
                <p:cNvSpPr>
                  <a:spLocks/>
                </p:cNvSpPr>
                <p:nvPr/>
              </p:nvSpPr>
              <p:spPr bwMode="auto">
                <a:xfrm>
                  <a:off x="3696978" y="2141262"/>
                  <a:ext cx="983133" cy="438061"/>
                </a:xfrm>
                <a:prstGeom prst="rect">
                  <a:avLst/>
                </a:prstGeom>
                <a:solidFill>
                  <a:srgbClr val="FFFFFF"/>
                </a:solidFill>
                <a:ln>
                  <a:solidFill>
                    <a:srgbClr val="FCB913">
                      <a:lumMod val="50000"/>
                    </a:srgbClr>
                  </a:solid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600" b="1" i="0" u="none" strike="noStrike" kern="0" cap="none" spc="0" normalizeH="0" baseline="0" noProof="0" dirty="0">
                      <a:ln>
                        <a:noFill/>
                      </a:ln>
                      <a:solidFill>
                        <a:srgbClr val="000000"/>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sym typeface="Helvetica Light" charset="0"/>
                    </a:rPr>
                    <a:t>$50 M</a:t>
                  </a:r>
                </a:p>
              </p:txBody>
            </p:sp>
            <p:sp>
              <p:nvSpPr>
                <p:cNvPr id="24" name="AutoShape 3">
                  <a:extLst>
                    <a:ext uri="{FF2B5EF4-FFF2-40B4-BE49-F238E27FC236}">
                      <a16:creationId xmlns:a16="http://schemas.microsoft.com/office/drawing/2014/main" id="{86A57A6E-DE51-A53C-94B9-61CD3C5997A3}"/>
                    </a:ext>
                  </a:extLst>
                </p:cNvPr>
                <p:cNvSpPr>
                  <a:spLocks/>
                </p:cNvSpPr>
                <p:nvPr/>
              </p:nvSpPr>
              <p:spPr bwMode="auto">
                <a:xfrm>
                  <a:off x="3696978" y="2623427"/>
                  <a:ext cx="983133" cy="438061"/>
                </a:xfrm>
                <a:prstGeom prst="rect">
                  <a:avLst/>
                </a:prstGeom>
                <a:solidFill>
                  <a:srgbClr val="FFFFFF"/>
                </a:solidFill>
                <a:ln>
                  <a:solidFill>
                    <a:srgbClr val="000000">
                      <a:lumMod val="50000"/>
                      <a:lumOff val="50000"/>
                    </a:srgbClr>
                  </a:solid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600" b="1" i="0" u="none" strike="noStrike" kern="0" cap="none" spc="0" normalizeH="0" baseline="0" noProof="0" dirty="0">
                      <a:ln>
                        <a:noFill/>
                      </a:ln>
                      <a:solidFill>
                        <a:srgbClr val="000000"/>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sym typeface="Helvetica Light" charset="0"/>
                    </a:rPr>
                    <a:t>$100 M</a:t>
                  </a:r>
                </a:p>
              </p:txBody>
            </p:sp>
          </p:grpSp>
        </p:grpSp>
        <p:sp>
          <p:nvSpPr>
            <p:cNvPr id="25" name="TextBox 24">
              <a:extLst>
                <a:ext uri="{FF2B5EF4-FFF2-40B4-BE49-F238E27FC236}">
                  <a16:creationId xmlns:a16="http://schemas.microsoft.com/office/drawing/2014/main" id="{06D76E4D-2E7A-9BE7-1A94-8557D691ED20}"/>
                </a:ext>
              </a:extLst>
            </p:cNvPr>
            <p:cNvSpPr txBox="1"/>
            <p:nvPr/>
          </p:nvSpPr>
          <p:spPr>
            <a:xfrm rot="16200000">
              <a:off x="-151823" y="2152305"/>
              <a:ext cx="2030776" cy="461665"/>
            </a:xfrm>
            <a:prstGeom prst="rect">
              <a:avLst/>
            </a:prstGeom>
            <a:noFill/>
          </p:spPr>
          <p:txBody>
            <a:bodyPr wrap="square" rtlCol="0">
              <a:spAutoFit/>
            </a:bodyPr>
            <a:lstStyle/>
            <a:p>
              <a:pPr algn="ctr"/>
              <a:r>
                <a:rPr lang="en-US" sz="1200" b="1" dirty="0">
                  <a:solidFill>
                    <a:srgbClr val="000000"/>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BUSINESS UNITS &amp; REGIONS</a:t>
              </a:r>
            </a:p>
          </p:txBody>
        </p:sp>
        <p:sp>
          <p:nvSpPr>
            <p:cNvPr id="26" name="Rectangle 25">
              <a:extLst>
                <a:ext uri="{FF2B5EF4-FFF2-40B4-BE49-F238E27FC236}">
                  <a16:creationId xmlns:a16="http://schemas.microsoft.com/office/drawing/2014/main" id="{7368D281-986F-D8BC-0EB2-4BD43950A266}"/>
                </a:ext>
              </a:extLst>
            </p:cNvPr>
            <p:cNvSpPr/>
            <p:nvPr/>
          </p:nvSpPr>
          <p:spPr>
            <a:xfrm>
              <a:off x="4773515" y="1422485"/>
              <a:ext cx="1471111" cy="5064137"/>
            </a:xfrm>
            <a:prstGeom prst="rect">
              <a:avLst/>
            </a:prstGeom>
            <a:solidFill>
              <a:srgbClr val="FFFFFF"/>
            </a:solidFill>
            <a:ln w="12700" cap="flat" cmpd="sng" algn="ctr">
              <a:solidFill>
                <a:srgbClr val="FFFFFF">
                  <a:lumMod val="85000"/>
                </a:srgbClr>
              </a:solid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sp>
          <p:nvSpPr>
            <p:cNvPr id="27" name="Rectangle 26">
              <a:extLst>
                <a:ext uri="{FF2B5EF4-FFF2-40B4-BE49-F238E27FC236}">
                  <a16:creationId xmlns:a16="http://schemas.microsoft.com/office/drawing/2014/main" id="{25AFE1D7-7300-F6DC-E485-CC22D0728A7B}"/>
                </a:ext>
              </a:extLst>
            </p:cNvPr>
            <p:cNvSpPr/>
            <p:nvPr/>
          </p:nvSpPr>
          <p:spPr>
            <a:xfrm>
              <a:off x="4817427" y="2581173"/>
              <a:ext cx="1386941" cy="2321676"/>
            </a:xfrm>
            <a:prstGeom prst="rect">
              <a:avLst/>
            </a:prstGeom>
            <a:solidFill>
              <a:srgbClr val="FFFFFF"/>
            </a:solidFill>
            <a:ln w="12700" cap="flat" cmpd="sng" algn="ctr">
              <a:no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tx1">
                      <a:lumMod val="75000"/>
                      <a:lumOff val="25000"/>
                    </a:scheme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Week 2</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Kick off meeting with CEO &amp; leaders</a:t>
              </a:r>
            </a:p>
            <a:p>
              <a:pPr marL="0" marR="0" lvl="0" indent="0" defTabSz="914400" eaLnBrk="1" fontAlgn="auto" latinLnBrk="0" hangingPunct="1">
                <a:lnSpc>
                  <a:spcPct val="100000"/>
                </a:lnSpc>
                <a:spcBef>
                  <a:spcPts val="0"/>
                </a:spcBef>
                <a:spcAft>
                  <a:spcPts val="0"/>
                </a:spcAft>
                <a:buClrTx/>
                <a:buSzTx/>
                <a:buFontTx/>
                <a:buNone/>
                <a:tabLst/>
                <a:defRPr/>
              </a:pPr>
              <a:endParaRPr lang="en-US" sz="1200" b="1" kern="0" dirty="0">
                <a:solidFill>
                  <a:srgbClr val="000000">
                    <a:lumMod val="75000"/>
                    <a:lumOff val="25000"/>
                  </a:srgbClr>
                </a:solidFill>
                <a:latin typeface="Helvetica Neue Condensed" panose="02000503000000020004" pitchFamily="2" charset="0"/>
                <a:ea typeface="Helvetica Neue Condensed" panose="02000503000000020004" pitchFamily="2" charset="0"/>
                <a:cs typeface="Helvetica Neue Condensed" panose="02000503000000020004" pitchFamily="2"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Kick off meetings with individual workstream participants</a:t>
              </a:r>
            </a:p>
          </p:txBody>
        </p:sp>
        <p:sp>
          <p:nvSpPr>
            <p:cNvPr id="28" name="Rectangle 27">
              <a:extLst>
                <a:ext uri="{FF2B5EF4-FFF2-40B4-BE49-F238E27FC236}">
                  <a16:creationId xmlns:a16="http://schemas.microsoft.com/office/drawing/2014/main" id="{EA34CE4A-1B33-81B6-E991-BD4B7660ADEA}"/>
                </a:ext>
              </a:extLst>
            </p:cNvPr>
            <p:cNvSpPr/>
            <p:nvPr/>
          </p:nvSpPr>
          <p:spPr>
            <a:xfrm>
              <a:off x="6364849" y="1429535"/>
              <a:ext cx="2889561" cy="5057424"/>
            </a:xfrm>
            <a:prstGeom prst="rect">
              <a:avLst/>
            </a:prstGeom>
            <a:solidFill>
              <a:srgbClr val="FFFFFF"/>
            </a:solidFill>
            <a:ln w="12700" cap="flat" cmpd="sng" algn="ctr">
              <a:solidFill>
                <a:srgbClr val="FFFFFF">
                  <a:lumMod val="85000"/>
                </a:srgbClr>
              </a:solid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sp>
          <p:nvSpPr>
            <p:cNvPr id="29" name="Rectangle 28">
              <a:extLst>
                <a:ext uri="{FF2B5EF4-FFF2-40B4-BE49-F238E27FC236}">
                  <a16:creationId xmlns:a16="http://schemas.microsoft.com/office/drawing/2014/main" id="{217826F4-F3AF-F73C-A748-ACA8E7758C9D}"/>
                </a:ext>
              </a:extLst>
            </p:cNvPr>
            <p:cNvSpPr/>
            <p:nvPr/>
          </p:nvSpPr>
          <p:spPr>
            <a:xfrm>
              <a:off x="6409938" y="2581173"/>
              <a:ext cx="2742007" cy="2056677"/>
            </a:xfrm>
            <a:prstGeom prst="rect">
              <a:avLst/>
            </a:prstGeom>
            <a:solidFill>
              <a:srgbClr val="FFFFFF"/>
            </a:solidFill>
            <a:ln w="12700" cap="flat" cmpd="sng" algn="ctr">
              <a:no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tx1">
                      <a:lumMod val="75000"/>
                      <a:lumOff val="25000"/>
                    </a:scheme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Week 3-4</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dirty="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Create and iterate savings plans and org structure</a:t>
              </a:r>
            </a:p>
            <a:p>
              <a:pPr marL="0" marR="0" lvl="0" indent="0" defTabSz="914400" eaLnBrk="1" fontAlgn="auto" latinLnBrk="0" hangingPunct="1">
                <a:lnSpc>
                  <a:spcPct val="100000"/>
                </a:lnSpc>
                <a:spcBef>
                  <a:spcPts val="0"/>
                </a:spcBef>
                <a:spcAft>
                  <a:spcPts val="0"/>
                </a:spcAft>
                <a:buClrTx/>
                <a:buSzTx/>
                <a:buFontTx/>
                <a:buNone/>
                <a:tabLst/>
                <a:defRPr/>
              </a:pPr>
              <a:endParaRPr lang="en-US" sz="1200" b="1" kern="0" dirty="0">
                <a:solidFill>
                  <a:srgbClr val="000000">
                    <a:lumMod val="75000"/>
                    <a:lumOff val="25000"/>
                  </a:srgbClr>
                </a:solidFill>
                <a:latin typeface="Helvetica Neue Condensed" panose="02000503000000020004" pitchFamily="2" charset="0"/>
                <a:ea typeface="Helvetica Neue Condensed" panose="02000503000000020004" pitchFamily="2" charset="0"/>
                <a:cs typeface="Helvetica Neue Condensed" panose="02000503000000020004" pitchFamily="2"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Multiple cross-workstream meetings to assess structural options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sp>
          <p:nvSpPr>
            <p:cNvPr id="30" name="Rectangle 29">
              <a:extLst>
                <a:ext uri="{FF2B5EF4-FFF2-40B4-BE49-F238E27FC236}">
                  <a16:creationId xmlns:a16="http://schemas.microsoft.com/office/drawing/2014/main" id="{44C74293-F56C-FD4D-3D61-AA3EB91E49DE}"/>
                </a:ext>
              </a:extLst>
            </p:cNvPr>
            <p:cNvSpPr/>
            <p:nvPr/>
          </p:nvSpPr>
          <p:spPr>
            <a:xfrm>
              <a:off x="9374633" y="1422485"/>
              <a:ext cx="1472881" cy="5085475"/>
            </a:xfrm>
            <a:prstGeom prst="rect">
              <a:avLst/>
            </a:prstGeom>
            <a:solidFill>
              <a:srgbClr val="FFFFFF"/>
            </a:solidFill>
            <a:ln w="12700" cap="flat" cmpd="sng" algn="ctr">
              <a:solidFill>
                <a:srgbClr val="FFFFFF">
                  <a:lumMod val="85000"/>
                </a:srgbClr>
              </a:solid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sp>
          <p:nvSpPr>
            <p:cNvPr id="31" name="Rectangle 30">
              <a:extLst>
                <a:ext uri="{FF2B5EF4-FFF2-40B4-BE49-F238E27FC236}">
                  <a16:creationId xmlns:a16="http://schemas.microsoft.com/office/drawing/2014/main" id="{982CD29C-2E99-9F48-B60E-26952488EF3F}"/>
                </a:ext>
              </a:extLst>
            </p:cNvPr>
            <p:cNvSpPr/>
            <p:nvPr/>
          </p:nvSpPr>
          <p:spPr>
            <a:xfrm>
              <a:off x="9453293" y="2567450"/>
              <a:ext cx="1310950" cy="2070400"/>
            </a:xfrm>
            <a:prstGeom prst="rect">
              <a:avLst/>
            </a:prstGeom>
            <a:solidFill>
              <a:srgbClr val="FFFFFF"/>
            </a:solidFill>
            <a:ln w="12700" cap="flat" cmpd="sng" algn="ctr">
              <a:no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tx1">
                      <a:lumMod val="75000"/>
                      <a:lumOff val="25000"/>
                    </a:scheme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Week 5</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dirty="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Full Team Workshop to finalize plans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Complete board package</a:t>
              </a:r>
            </a:p>
          </p:txBody>
        </p:sp>
        <p:grpSp>
          <p:nvGrpSpPr>
            <p:cNvPr id="32" name="Group 31">
              <a:extLst>
                <a:ext uri="{FF2B5EF4-FFF2-40B4-BE49-F238E27FC236}">
                  <a16:creationId xmlns:a16="http://schemas.microsoft.com/office/drawing/2014/main" id="{553B692E-D6B6-42B0-1B2D-31D6F5229D90}"/>
                </a:ext>
              </a:extLst>
            </p:cNvPr>
            <p:cNvGrpSpPr/>
            <p:nvPr/>
          </p:nvGrpSpPr>
          <p:grpSpPr>
            <a:xfrm>
              <a:off x="1180574" y="3383802"/>
              <a:ext cx="3399270" cy="3103157"/>
              <a:chOff x="1168699" y="3164108"/>
              <a:chExt cx="3399270" cy="3103157"/>
            </a:xfrm>
          </p:grpSpPr>
          <p:sp>
            <p:nvSpPr>
              <p:cNvPr id="33" name="AutoShape 3">
                <a:extLst>
                  <a:ext uri="{FF2B5EF4-FFF2-40B4-BE49-F238E27FC236}">
                    <a16:creationId xmlns:a16="http://schemas.microsoft.com/office/drawing/2014/main" id="{0E9FC159-3751-50F3-9627-BB0A67B397E3}"/>
                  </a:ext>
                </a:extLst>
              </p:cNvPr>
              <p:cNvSpPr>
                <a:spLocks/>
              </p:cNvSpPr>
              <p:nvPr/>
            </p:nvSpPr>
            <p:spPr bwMode="auto">
              <a:xfrm>
                <a:off x="1168699" y="3612649"/>
                <a:ext cx="2270676" cy="411915"/>
              </a:xfrm>
              <a:prstGeom prst="rect">
                <a:avLst/>
              </a:prstGeom>
              <a:solidFill>
                <a:srgbClr val="FEAA12"/>
              </a:solidFill>
              <a:ln>
                <a:no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400" b="1" i="0" u="none" strike="noStrike" kern="0" cap="none" spc="0" normalizeH="0" baseline="0" noProof="0" dirty="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rPr>
                  <a:t>Corp Marketing</a:t>
                </a:r>
              </a:p>
              <a:p>
                <a:pPr marL="0" marR="0" lvl="0" indent="0" algn="ctr" defTabSz="914400" eaLnBrk="0"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LEADER+ </a:t>
                </a:r>
                <a:r>
                  <a:rPr kumimoji="0" lang="en-US" sz="1000" b="0" i="0" u="none" strike="noStrike" kern="0" cap="none" spc="0" normalizeH="0" baseline="0" noProof="0" dirty="0" err="1">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CEO.Works</a:t>
                </a: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 Partner</a:t>
                </a:r>
                <a:endParaRPr kumimoji="0" lang="en-US" altLang="x-none"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Helvetica Light" charset="0"/>
                </a:endParaRPr>
              </a:p>
            </p:txBody>
          </p:sp>
          <p:sp>
            <p:nvSpPr>
              <p:cNvPr id="34" name="AutoShape 3">
                <a:extLst>
                  <a:ext uri="{FF2B5EF4-FFF2-40B4-BE49-F238E27FC236}">
                    <a16:creationId xmlns:a16="http://schemas.microsoft.com/office/drawing/2014/main" id="{47EC4EF7-F7E4-2A7F-211C-91A478D637D6}"/>
                  </a:ext>
                </a:extLst>
              </p:cNvPr>
              <p:cNvSpPr>
                <a:spLocks/>
              </p:cNvSpPr>
              <p:nvPr/>
            </p:nvSpPr>
            <p:spPr bwMode="auto">
              <a:xfrm>
                <a:off x="1168699" y="5855013"/>
                <a:ext cx="2270676" cy="411915"/>
              </a:xfrm>
              <a:prstGeom prst="rect">
                <a:avLst/>
              </a:prstGeom>
              <a:solidFill>
                <a:schemeClr val="tx1">
                  <a:lumMod val="75000"/>
                  <a:lumOff val="25000"/>
                </a:schemeClr>
              </a:solidFill>
              <a:ln>
                <a:no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400" b="1" i="0" u="none" strike="noStrike" kern="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rPr>
                  <a:t>HR</a:t>
                </a:r>
              </a:p>
              <a:p>
                <a:pPr marL="0" marR="0" lvl="0" indent="0" algn="ctr" defTabSz="914400" eaLnBrk="0"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LEADER+ </a:t>
                </a:r>
                <a:r>
                  <a:rPr kumimoji="0" lang="en-US" sz="1000" b="0" i="0" u="none" strike="noStrike" kern="0" cap="none" spc="0" normalizeH="0" baseline="0" noProof="0" dirty="0" err="1">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CEO.Works</a:t>
                </a: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 Partner</a:t>
                </a:r>
                <a:endParaRPr kumimoji="0" lang="en-US" altLang="x-none"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Helvetica Light" charset="0"/>
                </a:endParaRPr>
              </a:p>
            </p:txBody>
          </p:sp>
          <p:sp>
            <p:nvSpPr>
              <p:cNvPr id="35" name="AutoShape 3">
                <a:extLst>
                  <a:ext uri="{FF2B5EF4-FFF2-40B4-BE49-F238E27FC236}">
                    <a16:creationId xmlns:a16="http://schemas.microsoft.com/office/drawing/2014/main" id="{8830B591-1980-A415-3283-E7BDDF1F2800}"/>
                  </a:ext>
                </a:extLst>
              </p:cNvPr>
              <p:cNvSpPr>
                <a:spLocks/>
              </p:cNvSpPr>
              <p:nvPr/>
            </p:nvSpPr>
            <p:spPr bwMode="auto">
              <a:xfrm>
                <a:off x="1168699" y="4061187"/>
                <a:ext cx="2270676" cy="411915"/>
              </a:xfrm>
              <a:prstGeom prst="rect">
                <a:avLst/>
              </a:prstGeom>
              <a:solidFill>
                <a:srgbClr val="FEAA12"/>
              </a:solidFill>
              <a:ln>
                <a:no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400" b="1" i="0" u="none" strike="noStrike" kern="0" cap="none" spc="0" normalizeH="0" baseline="0" noProof="0" dirty="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rPr>
                  <a:t>Supply Chain</a:t>
                </a:r>
              </a:p>
              <a:p>
                <a:pPr marL="0" marR="0" lvl="0" indent="0" algn="ctr" defTabSz="914400" eaLnBrk="0"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LEADER+ </a:t>
                </a:r>
                <a:r>
                  <a:rPr kumimoji="0" lang="en-US" sz="1000" b="0" i="0" u="none" strike="noStrike" kern="0" cap="none" spc="0" normalizeH="0" baseline="0" noProof="0" dirty="0" err="1">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CEO.Works</a:t>
                </a: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 Partner</a:t>
                </a:r>
                <a:endParaRPr kumimoji="0" lang="en-US" altLang="x-none"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Helvetica Light" charset="0"/>
                </a:endParaRPr>
              </a:p>
            </p:txBody>
          </p:sp>
          <p:sp>
            <p:nvSpPr>
              <p:cNvPr id="36" name="AutoShape 3">
                <a:extLst>
                  <a:ext uri="{FF2B5EF4-FFF2-40B4-BE49-F238E27FC236}">
                    <a16:creationId xmlns:a16="http://schemas.microsoft.com/office/drawing/2014/main" id="{A3ADED12-1581-1B3D-91B7-4EB29F564F22}"/>
                  </a:ext>
                </a:extLst>
              </p:cNvPr>
              <p:cNvSpPr>
                <a:spLocks/>
              </p:cNvSpPr>
              <p:nvPr/>
            </p:nvSpPr>
            <p:spPr bwMode="auto">
              <a:xfrm>
                <a:off x="1168699" y="4959411"/>
                <a:ext cx="2270676" cy="411915"/>
              </a:xfrm>
              <a:prstGeom prst="rect">
                <a:avLst/>
              </a:prstGeom>
              <a:solidFill>
                <a:schemeClr val="tx1">
                  <a:lumMod val="75000"/>
                  <a:lumOff val="25000"/>
                </a:schemeClr>
              </a:solidFill>
              <a:ln>
                <a:no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400" b="1" i="0" u="none" strike="noStrike" kern="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rPr>
                  <a:t>IT</a:t>
                </a:r>
              </a:p>
              <a:p>
                <a:pPr marL="0" marR="0" lvl="0" indent="0" algn="ctr" defTabSz="914400" eaLnBrk="0"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LEADER+ </a:t>
                </a:r>
                <a:r>
                  <a:rPr kumimoji="0" lang="en-US" sz="1050" b="0" i="0" u="none" strike="noStrike" kern="0" cap="none" spc="0" normalizeH="0" baseline="0" noProof="0" dirty="0" err="1">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CEO.Works</a:t>
                </a:r>
                <a:r>
                  <a:rPr kumimoji="0" lang="en-US" sz="105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 Partner</a:t>
                </a:r>
                <a:endParaRPr kumimoji="0" lang="en-US" altLang="x-none" sz="105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Helvetica Light" charset="0"/>
                </a:endParaRPr>
              </a:p>
            </p:txBody>
          </p:sp>
          <p:sp>
            <p:nvSpPr>
              <p:cNvPr id="37" name="AutoShape 3">
                <a:extLst>
                  <a:ext uri="{FF2B5EF4-FFF2-40B4-BE49-F238E27FC236}">
                    <a16:creationId xmlns:a16="http://schemas.microsoft.com/office/drawing/2014/main" id="{BAD1F26F-457B-F6C8-AA0B-8C6CB5DD8592}"/>
                  </a:ext>
                </a:extLst>
              </p:cNvPr>
              <p:cNvSpPr>
                <a:spLocks/>
              </p:cNvSpPr>
              <p:nvPr/>
            </p:nvSpPr>
            <p:spPr bwMode="auto">
              <a:xfrm>
                <a:off x="1168699" y="3164108"/>
                <a:ext cx="2270676" cy="411915"/>
              </a:xfrm>
              <a:prstGeom prst="rect">
                <a:avLst/>
              </a:prstGeom>
              <a:solidFill>
                <a:srgbClr val="FEAA12"/>
              </a:solidFill>
              <a:ln>
                <a:no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400" b="1" i="0" u="none" strike="noStrike" kern="0" cap="none" spc="0" normalizeH="0" baseline="0" noProof="0" dirty="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rPr>
                  <a:t>Sales</a:t>
                </a:r>
                <a:endParaRPr kumimoji="0" lang="en-US" altLang="x-none" sz="1200" b="1" i="0" u="none" strike="noStrike" kern="0" cap="none" spc="0" normalizeH="0" baseline="0" noProof="0" dirty="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endParaRPr>
              </a:p>
              <a:p>
                <a:pPr marL="0" marR="0" lvl="0" indent="0" algn="ctr" defTabSz="914400" eaLnBrk="0"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LEADER+ </a:t>
                </a:r>
                <a:r>
                  <a:rPr kumimoji="0" lang="en-US" sz="1000" b="0" i="0" u="none" strike="noStrike" kern="0" cap="none" spc="0" normalizeH="0" baseline="0" noProof="0" dirty="0" err="1">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CEO.Works</a:t>
                </a: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 Partner</a:t>
                </a:r>
                <a:endParaRPr kumimoji="0" lang="en-US" altLang="x-none"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Helvetica Light" charset="0"/>
                </a:endParaRPr>
              </a:p>
            </p:txBody>
          </p:sp>
          <p:sp>
            <p:nvSpPr>
              <p:cNvPr id="38" name="AutoShape 3">
                <a:extLst>
                  <a:ext uri="{FF2B5EF4-FFF2-40B4-BE49-F238E27FC236}">
                    <a16:creationId xmlns:a16="http://schemas.microsoft.com/office/drawing/2014/main" id="{7DCEF63D-15A9-88E4-0D82-670798C7FF4D}"/>
                  </a:ext>
                </a:extLst>
              </p:cNvPr>
              <p:cNvSpPr>
                <a:spLocks/>
              </p:cNvSpPr>
              <p:nvPr/>
            </p:nvSpPr>
            <p:spPr bwMode="auto">
              <a:xfrm>
                <a:off x="1168699" y="5407381"/>
                <a:ext cx="2270676" cy="411915"/>
              </a:xfrm>
              <a:prstGeom prst="rect">
                <a:avLst/>
              </a:prstGeom>
              <a:solidFill>
                <a:schemeClr val="tx1">
                  <a:lumMod val="75000"/>
                  <a:lumOff val="25000"/>
                </a:schemeClr>
              </a:solidFill>
              <a:ln>
                <a:no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400" b="1" i="0" u="none" strike="noStrike" kern="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rPr>
                  <a:t>Real Estate &amp; Other</a:t>
                </a:r>
              </a:p>
              <a:p>
                <a:pPr marL="0" marR="0" lvl="0" indent="0" algn="ctr" defTabSz="914400" eaLnBrk="0"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LEADER+ </a:t>
                </a:r>
                <a:r>
                  <a:rPr kumimoji="0" lang="en-US" sz="1050" b="0" i="0" u="none" strike="noStrike" kern="0" cap="none" spc="0" normalizeH="0" baseline="0" noProof="0" dirty="0" err="1">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CEO.Works</a:t>
                </a:r>
                <a:r>
                  <a:rPr kumimoji="0" lang="en-US" sz="105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 Partner</a:t>
                </a:r>
                <a:endParaRPr kumimoji="0" lang="en-US" altLang="x-none" sz="105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Helvetica Light" charset="0"/>
                </a:endParaRPr>
              </a:p>
            </p:txBody>
          </p:sp>
          <p:sp>
            <p:nvSpPr>
              <p:cNvPr id="39" name="AutoShape 3">
                <a:extLst>
                  <a:ext uri="{FF2B5EF4-FFF2-40B4-BE49-F238E27FC236}">
                    <a16:creationId xmlns:a16="http://schemas.microsoft.com/office/drawing/2014/main" id="{1472BA80-81D1-E1AF-6AF9-D98732806DEC}"/>
                  </a:ext>
                </a:extLst>
              </p:cNvPr>
              <p:cNvSpPr>
                <a:spLocks/>
              </p:cNvSpPr>
              <p:nvPr/>
            </p:nvSpPr>
            <p:spPr bwMode="auto">
              <a:xfrm>
                <a:off x="3584836" y="3164108"/>
                <a:ext cx="983133" cy="3103157"/>
              </a:xfrm>
              <a:prstGeom prst="rect">
                <a:avLst/>
              </a:prstGeom>
              <a:solidFill>
                <a:srgbClr val="FFFFFF"/>
              </a:solidFill>
              <a:ln>
                <a:solidFill>
                  <a:schemeClr val="tx1">
                    <a:lumMod val="75000"/>
                    <a:lumOff val="25000"/>
                  </a:schemeClr>
                </a:solid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800" b="1" i="0" u="none" strike="noStrike" kern="0" cap="none" spc="0" normalizeH="0" baseline="0" noProof="0" dirty="0">
                    <a:ln>
                      <a:noFill/>
                    </a:ln>
                    <a:solidFill>
                      <a:srgbClr val="000000"/>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sym typeface="Helvetica Light" charset="0"/>
                  </a:rPr>
                  <a:t>$100 M</a:t>
                </a:r>
              </a:p>
            </p:txBody>
          </p:sp>
          <p:sp>
            <p:nvSpPr>
              <p:cNvPr id="40" name="AutoShape 3">
                <a:extLst>
                  <a:ext uri="{FF2B5EF4-FFF2-40B4-BE49-F238E27FC236}">
                    <a16:creationId xmlns:a16="http://schemas.microsoft.com/office/drawing/2014/main" id="{36BA481C-9C52-9D6E-CF44-CD0B7C9E8C4F}"/>
                  </a:ext>
                </a:extLst>
              </p:cNvPr>
              <p:cNvSpPr>
                <a:spLocks/>
              </p:cNvSpPr>
              <p:nvPr/>
            </p:nvSpPr>
            <p:spPr bwMode="auto">
              <a:xfrm>
                <a:off x="1168699" y="4509728"/>
                <a:ext cx="2270676" cy="411915"/>
              </a:xfrm>
              <a:prstGeom prst="rect">
                <a:avLst/>
              </a:prstGeom>
              <a:solidFill>
                <a:schemeClr val="tx1">
                  <a:lumMod val="75000"/>
                  <a:lumOff val="25000"/>
                </a:schemeClr>
              </a:solidFill>
              <a:ln>
                <a:no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400" b="1" i="0" u="none" strike="noStrike" kern="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rPr>
                  <a:t>Finance</a:t>
                </a:r>
              </a:p>
              <a:p>
                <a:pPr marL="0" marR="0" lvl="0" indent="0" algn="ctr" defTabSz="914400" eaLnBrk="0"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LEADER+ </a:t>
                </a:r>
                <a:r>
                  <a:rPr kumimoji="0" lang="en-US" sz="1000" b="0" i="0" u="none" strike="noStrike" kern="0" cap="none" spc="0" normalizeH="0" baseline="0" noProof="0" dirty="0" err="1">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CEO.Works</a:t>
                </a: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 Partner</a:t>
                </a:r>
                <a:endParaRPr kumimoji="0" lang="en-US" altLang="x-none"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Helvetica Light" charset="0"/>
                </a:endParaRPr>
              </a:p>
            </p:txBody>
          </p:sp>
        </p:grpSp>
        <p:sp>
          <p:nvSpPr>
            <p:cNvPr id="41" name="Rectangle 40">
              <a:extLst>
                <a:ext uri="{FF2B5EF4-FFF2-40B4-BE49-F238E27FC236}">
                  <a16:creationId xmlns:a16="http://schemas.microsoft.com/office/drawing/2014/main" id="{9A4D014C-E7F3-7C9A-939F-0E6E424FECB7}"/>
                </a:ext>
              </a:extLst>
            </p:cNvPr>
            <p:cNvSpPr/>
            <p:nvPr/>
          </p:nvSpPr>
          <p:spPr>
            <a:xfrm>
              <a:off x="4773517" y="1178815"/>
              <a:ext cx="6303120" cy="369482"/>
            </a:xfrm>
            <a:prstGeom prst="rect">
              <a:avLst/>
            </a:prstGeom>
            <a:solidFill>
              <a:srgbClr val="000000">
                <a:lumMod val="75000"/>
                <a:lumOff val="25000"/>
              </a:srgbClr>
            </a:solidFill>
            <a:ln w="12700" cap="flat" cmpd="sng" algn="ctr">
              <a:solidFill>
                <a:srgbClr val="000000">
                  <a:lumMod val="75000"/>
                  <a:lumOff val="2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FFFFFF"/>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Weekly Progress Meetings with CEO, CHRO, CFO</a:t>
              </a:r>
            </a:p>
          </p:txBody>
        </p:sp>
      </p:grpSp>
    </p:spTree>
    <p:extLst>
      <p:ext uri="{BB962C8B-B14F-4D97-AF65-F5344CB8AC3E}">
        <p14:creationId xmlns:p14="http://schemas.microsoft.com/office/powerpoint/2010/main" val="31367734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970B00D-C0BD-2372-C0CD-57FDF7865BD9}"/>
              </a:ext>
            </a:extLst>
          </p:cNvPr>
          <p:cNvSpPr>
            <a:spLocks noGrp="1"/>
          </p:cNvSpPr>
          <p:nvPr>
            <p:ph type="body" sz="quarter" idx="10"/>
          </p:nvPr>
        </p:nvSpPr>
        <p:spPr/>
        <p:txBody>
          <a:bodyPr/>
          <a:lstStyle/>
          <a:p>
            <a:r>
              <a:rPr lang="en-US" dirty="0"/>
              <a:t>Business Unit Example – Summary of Changes</a:t>
            </a:r>
          </a:p>
        </p:txBody>
      </p:sp>
      <p:sp>
        <p:nvSpPr>
          <p:cNvPr id="3" name="Rectangle 2" descr="Enter Chart Description Here:&#10;&#10;End of Chart Description&#10;DO NOT ALTER TEXT BELOW THIS POINT! IF YOU DO YOUR CHART WILL NOT BE EDITABLE!&#10;mkkoexcel__~~~~~~~~~~False~~False~~Falsemkko__4HooU0THZk28POP9trq+pbTvvzd/gcV8t56cq85kb3NDTsUhojRA0EsgEHHMH7oYP1SYpn09ysXVivguJdhTvfyVMsBLTGvcX7WPTor/CmWhxVmJt7RkinPLrPuFxqb1ugFQMyCXZd2GdTnbsQXEYbZTjDngr183byQLUBibYZa91DLJW59l9S+xgWKmBwD6hGO+tIP9cHM3bOhpUsJX8h4SqZWaxitF0LYi19O+M3n6Wxgxl1kMWmBx0pvuiyQc9WLWDYD0cj8Gb7eWujRA9RuirEP10PRgLfNMfhp5DdHZjvSqPC0X3+njfFFnOpfdEHYQoDvuYRGpvN+NKKv05EZjkA6TAjEGaOJk0d6gIc6TCM2kq81/RQYSx4clzK/K+EKPrIvjIgJs0g15I8QbDYLKx+2Tb7StT7w/0IS3xdkSZEmEonud4+pLbJFtJdJLsFgXggaSmUBMFnPA6kkh6W+W3bO8T4zZ0HAFKGt61067Ey3ZiIkkVdEwV3yySSLL/S70tMR6kCU6oF/CQ8YaZbWI5sCwoRkPDCofqg/5N7pdbaK3qFr11TF81YuZ5rlBN83BgZ+ug9jRdzE3op7pHCaVZfq/8YW1xjLFj7fOrKT3S5f9Hcdhd+YEg+gL1qObiDQE0wZT4Z+kYYpJj5sxP2vzgkYUG2qVNmsgX6KGEh2/oeyV73ogCqra3q9nzU7aBVvs3alLpwWeRx52lWjwEglZhkNOH0tNbzMY8VIz0PacotGSUU9CV1z+FT6l3gFk/z7YAdlf70PnDGWbQT7ssuScX7plEQGdaniG/VlmEok4qGR0RsH3NQaLtEMo61pNflELg8PjK3i7PV+9mbIN3cKc2bLSIS97NRPpYNtup47sQzyckG0L4xjK/XgULZlJmooR31YxBHau8VYhU4tG2hiOlrXxkK7sUXn2ExSlVzyE8VrfPLo1N845acEOxz1e4Yj4Y0dGWyd2KGDPE/6xwzT7laIcCpgnrm/4j1In0rmCglPaf7j8F2h5sPdGUJ3geUnZhzlTLn4fbpiNHwAm6aUeCKYn8GfwVXdH7fGaMlkXrLm93pgoh7BTWGpmiL56d7shmjk8U3SHB8SiLV8xdWirRv//O7UK6MIynY4/o9XSwkDRQ6cPwgosaqjX6MdjNIbYHpTOcqSPHNbV4NSQzArlOVlkXFLWN9vhmUTVhdMppgK2rImxumxpGKYctPN9TsW3jRQXbEJOJpoIApU/Rok9KCNOR2ZTP8DsWD7T8yMlZGvWq/LYS6omrd5QVAqtQlssNu+6xgts6V8rAyhjWFNWQOUHhZFu8HKlWbqn87cUloLcWeQuf9AIHfKn+Jv8DnGS3PIqkpf/glqmx41AnjkeP46IyalOayKfDRnvVCbzJGbjGuSZdyoN3T+bMkT+JYsVyQLYYQtC5DrahLvbkffnVEotGor6PY6xtSchd56p0XXY+vh3pv7afh8OYWcWFA+34cdMhbOUS4IibUTXjELhXCBY6QSDwjhPk3+WYvgXDpCWONfxoIm/V+pcuNjpTeymWj2/uELb0jevRn3WHzgdShhUi1WveHreciR8jpt9U6De7gS2SzUdcd6StYP2eD2Gu8nIq/AM667mhpyQNmNA9R7dlJA686GxhPjtM7rU2vLGT62GsxHyXfAArKvZ6HmG8ov7ltx61ZIxTegUj881OkoxQ8rDXUYqpkvEG/laTBUZK32NQ2JtAQblsnJbxHnrf5061l8XTN/W84GeVuNNnFkUspF8DSWs7LCfkoak/GpwwLAGFisAHCT5n/Nsw+tE3ZqqCDqUad5ktKd3ZZLTHPSe8ZXc8xd3DGWeabxPgTertGGzcCZf2OqFKyNB0Tm7F3s/aJO9O+McfsPPx0R+Tx/XUoUjTqrNKXpaziqncBU07JkJb6cfRhcy5qOEh99zKoydj8zX0pxUWiO1yGG0UHmRei6v4FnEQcye7J6C1uWKwfogUxIHeUnQiyp7k1AEWmVzDVX0ug0lFZLHGhKRxUwjMD/iaUgqp3apFRvuDhRtD+5Fbjzw0V/nMK7KBqagtHa+RawsD9NOJJOBN134LxxaXrnNuB57fMXuYQ0+JeeFwt+f+MeJEIzyVfu02ed0m2xYGeAOlmLj4eSi7/PIIHMCGkNKgCcAHiuZ3sjzupPaRBsRnOMp+YOECSlQ/pcAG6GqoNriN46b6pZYDHcH4AHfTxKbYIFm9KjDDBq6XeZXCUQhke1KvYfcc0HywBITsKiga3ybwxFP/014I/m3yECGASFQRTb5/pJhvnbNv7Xfws7X8gQeBFvupqY5d+pOixOfPzxp5xHr6fZg9iX25pq32dRzh0goPF7nz+siBt8/nrj5iZBzyqkY519fUZNnxp1e3GSMe9/lCIiiculINprKWlpNAaIdN4WEiygd4qXFnnE4Kno2CScHy2A6hJo1K7Yhtf5V7cvpDpxGeh4acgKqk3tc0HNYUA8BNkD9HFuZ6fzN/2T0TSIarsKPV4q2BBRe/0WTdc1FqmXRuvnSG5lTd0U2KXogylGelC44wswKhrgh7mre6Dg57ct6sXFWZcP8SeRBi5cQtUSSm8q3RRdOZfZwDU2UJIk/NVLxM+YTbtBwqdAivqZUXWclNWxicJpzObO/Qd6oN/BzhLAhcGbAkNceXfMdKYGomY8cqq2ZxukPz7jnccyLx8U51/lB1fleFHkoaDNKPYDUtfFW3nD2piqFr6xXtriwWEqM4UrgrlyqVYmol/Uf04gCyGYc9+QeEMrWipPjg2JMl00OcSJTOBmoYEypqcYCt8QjnIIgHLdoA5inTzuAoiiGPZ1UBDrvdQ+EMPA6nhLDIodk66jPdy+/cA8XCuSW5AfYrOMB4l4cDzb9oI9Ndw0MvNucU3IDnM8y4n3CDyPNgadgFoEruOiEBo5fu9asT2SI48AAk5yQhnna8f8goS7zKLUrV7GbRChunaOyYxVlb4QCYVdDB+vrm6x5xWsBwbHzuaSshIN7Amcd/2yJYoWdI3SzhfzWx1esh4mhAkSJg8EtgzpLSL2zCqeOpjgCfsJLsnYlf5CW6/2Od2VJFR5VdeezL+oBZVuSxQ4k3mwwlNb6zWxtNFFnZGYlV8m8zirXQBmHnQHY769I1W6YlBYQ5sBTiygOGML2PB7IrecJXt+Z1LZBSFGaTJzK+PRuIQKt0ReA+zTazCVcZi5uvyd/BRjcHpN34B4F2YGS37sZ2gR2/AfZN4D3egJ+Eurn30qxaHUzkuO7ACnHTIHHwsM4QhNa8BYRnqgckjtP32Qvlkte0bcYNogdYW4akpRqem88gnrio/VUOweIouelvBYLfFhBt3XFvxp5iJwNy/BM21KyLB3G0Kh0nisIkKYpKOQsA/SaEsyB/pL9S0BnW9VQGez04xZ+6v2I5ScQgc6PwWrHWVTKh6wdtdvIQdN1Alurl+69yvsD5sKhwLUojEI+izz9w7+HaofrTejoz49Id6pBE9dDLzHA0f9dCLEY8+wgTheEiJu4XMLKkfHQoB6c2PBfjzhsWMAkUhbADVQEmsevQ6ondA8jb1JNePg9N4ReksufFGvvF0D+Az2aK6rMSONs9a48xtu8rf0mjjdNNTz5qz/2MJ2bFPjciHdfENM5j1GZoJjrRmb2+oZ97dGxE0mLI51+fWHDw/05pZXmKozHSx878RmIbiQYz3uEDM9UiWoCqDF4FW3JaWoE057iomxyruFLlZF0opVZSS/oKPhZy4P6W53BhF+1iSWGSxnLAXMUd+udBjXCcFbGSuGfEAOvaeHyzlHFsCWAEu71TSpXTRaE6Q4ZDjUFsQoOQ9M+WuAsYFfypMYkuvC+/WA56rVlKTyX+HODrjXmkgj0Wf10nIgs+SsgGSg2+EX7UhaDZiLZrcyt52tZwasgM+qU0dFrELFI6HdDdF2J9+VtuP3Nmzt2PB/Y5OLbsptsnhTZPygRDW5hZ4psPH72UzpgWSKvRa1A0uSAl+GrrVhzdSVQhH+ZrtXl7LzoZzems8YkphZoznN7FHW6Nu2Fapb0dVGDlj0cZjwdML8oaLYHK/AsXKdVhbFK6r+qnDxijcWjQKk+rsCHqNLRWunrQpPx7S08oHwb/07MOYvJ2FRsbXpCyst4M1AX1FcED4h+fxcV6Z19B54+sDl3HhRVxHS2eITnofl0ATqtp0ZpctuPFr2iKGj/dkDqsMDKbc9ft4dtxPg/z7ZWpnfT1xX8RZEnuQcsoB9ZgbYvwcXw0oIikdt2Im8wNML6Cq5mtL0wQdNE4Py/kHrkCHohqGZ8Pae7hEYhYqXJhzD0IqIji30lmxbFN9e8CvF1sH2zgSiBJ+ns+HHIzH/TYbW3u35HB4Rzgt46z1pS2L+BIcTvs8QCWpusbP6iUpRtVs8Fl69jVu/ZtgKVsGKeS/AwsR7CdXmwm/qXvKHUZ1RfLLjLR8MgbMszsXEyRgCm5Cah5XCI7DRYnsaJWWfeRTvOSYaJD0xuItZykLK2mvs3XNYrlYE1/7yQ0KHdghUUOKsD7IfCpvvDBxoAhMlj7jx6zXkD+ZbXodMfQxa68hYrT4zit+2/Yf6BEsIKEDE3pm374iudBHb3RP3lHXkY8bqEuVEWohQ79iBD0yvsmrNOlAs/47P76PqxTCfCH1veaVDezQs7wVELEXBhOmPSLTw7bmRarWuIQ/PxLqewsRXyagzOlVetivcKiOd3Bif5hvJ8gGzfCyAO4plQnG0U8oesUTTPAZkw2sNSfSm5kuKzKXxZqdUZI4oHtwPefkEkhX39GW0zOWS8KlFhqGxQGAmHa85Yh0HcgYRzqc2KipSShMDhsa0h6JHFHG34JrWzVkyqxd9sTy5BtA6G+dEplcgAHlSe1OGF7xYrQJZVIEZFhZU5O5Lr/jlzaUtOMasZKvfC8Qyp/4h3ATSlV4soFkTlDy9jfl37uwKRftAXM/+I2ss+Oyc1q4hI3cQOiSzl0nIg9J/P7+ox75rtNHxiQyLKgLSOWKyf2l9zTIr6jgtRQp26hPAlVUFlH8pUCTyQx/nh+Ni9BRZFCjkv8OBQC1x4LgsGnEhocYj2wGVKuSnv1gasrfgZCBADgFWXY1gxJq8NtluCxuN9hSIPNkxEdEpi8wfVHM5SF8cHcJu/qRgF9z73cw7Op43PzrEk+NXew0OlEMdK00LSNMfVPXFedVb0O8SBXeY7YwAi5O+DS5UPFJaA243Q8VPUM4NcLFDjbT3PoEXUmb79yvUAZTfGRRqSW7QyKJjbSP1nmdQKqOEdU4UmdrtOIFtlfJ9CZbDrulcxDGnTQ2XBB7YAAdQz+MwCs8YDFOK7YtI0h/jCIPEvx3BHYK1j5ssluphMlTB77kRP4jlsMm+5TrZ3Pj7v4aVW94tWK2CkRKvjE2zv/s0KP3c7nza6TSZUwJJBYa+jPDVkndL8c3PtVaOsfK+WGzfq848BEPIbsGJyxql4GmAfYfaT5Aa6PkA/Nu0QHNH/zMTd6poXjxPHYvRHN1pLpsDxnhTTRdKrrYwI/wUXgPfqoofKDh7SfYsjxvl/KfX55Y32NQto1U+/bQmMowy8N7HmGOpsoS8G69eEMhk6MVDkeILTuH9JHhHJSo80/jWSbzlyP16oZ5WE4k+Fjj1T/oSZIaoSBQNlaNt8jWQajnNXMzsBuMVZSQ1Pcw02pmvK1kokCpBzErdwCnyXifIrkI4O0qyU18g6EUsz8A6xctSeRDghmkNgBVvhScXhkIDCKZgHNEjODagNEXD0Wl98mAnhwzcNN37rCpeiWg92vDuGoS+UMaDo/hi8dGCuk7bA+DW9Ghew8T4vVR/piZk8uyJCXaYlS8LOVgyHLw7F6Cq7lGshNHlA/uPIfhrB+FCX8QSMQvCo/cKpofEqxwQ7ixi6IJjHSrPy62otoQGG9FTKQt6MANrryMvuydsYZTHxCFRSxzbZjA02CCosXQaGXVpkp4N0UAqX6ACkoKNLwVX7VfGp5jVl6lRcgB1JAOElqZy0C899CDRQYNOudzQju/BXc0k0mQBaMJChhjgWPwlkVG+5TV+XKPnr5yykA5YUDkG3qw2oaJVn5vw1VbV0XHFawyQOaxNwy7h+SSfFjRXgeW73beXDZcDcm1dqDp6mU8peMupcbfSxbFksVdSE2HbvEQzzOUH40whdHoeE5Qo7mEcOXVV9PdBiWHmw7/x8IBWyEtBeTLqoHn/ZQVct62FPTyflAykmZ8wGA9nQoEMc8EHg3XQAdiTpa9PsY70lmJnl+AR7sHS2UM7GrES+RMGMBMg3bjmv7xDR0FepykES18PJoRbShy3aaU1VnzAoRfF2aD9KAgPpLjQZTHTVYbIJgV/TdLfJ4S5eLlqnlr2LuTTvvEmcvSFAQkLRuz8vnvN88e+CaNP8K+vf+kuRG3FeIkSxyozBDPLFGblrZgS0ySDufgGtKzqldafW1oczEsJF1CfYdmbzMRawKxAkq0p8vIvnyw1w1zQT64hYw3M1ZibNjJETYg3U6kFQYVmaSAYTykWk4j7r00bYXrplRX0luqAkUXJtG+M63DvRWocgqxzQpOieCZVCas3WeY7i5AHmABhkxHF8zJvsjZN3P+bKQswJAdzUKpS3UZz6wi6h4Vjh+IkmK+CdiP5hLCXBWT2DbCXjhPETIjVMagp8U+8R1Fnk19ac0Y27OGqRFujhZnsZxUpQFSMgyq3jj0l/ycVEYop0l3WFov+JW2/8jUqRDfJTBxG1SjbbdNS5FTDEWyBnQuOULHcBmYhKotyavBIvLbSxTkzjKQU1YckBo4tk+cMlNluzr+cxtWSq8oeHOA6ec5oY9OjNGh+mqixXiPQRwItfOeFfaH0NecHkuFeBSWIBmhaYLlwq5WPl1bcSy6bfYGa5VRRWxUb48U7AV3luJCnIg7uJsjc7s5MhFldIG7MAuwOC7kmS6y5Uz9YPyfdwjXoapCwe5k3CwWNguc8PazuBZwci3oFv7lYFZGwGd+uV0bDq5rGr65wfeaUqvzWK9YuYiEkrsTgb3HWXoEC1d/AHJMnajTMpZnT8obJAAhKXjC+ctbThFwej6dpW15M7ppAgMLFdTXMKaZIHhe+I9maJaZCQCdyqM8HQQTJaKvGyj7zeZOWjQUHhdsB8YbslVYldtqmv5fGR8ku1Kmn4iW6MVDuVW3QpMe90STX9KWsXFcE3JDPtMs1hBAEcObMJo//a7QMwE4JS2V/TFgl51qnL8wrFbzeVp2Fkg9CCvBOUchDCXtfSE5DO9NZ3O8xlS/e/2zhlv3whEPk/TrE6WR4h5/+uLqOYrgknEobVZdUYWf1NLwz36ULb0eikar3mmouP12Ta6WIVETMOEX5UIods19PkD1SEKnBkSYCDWwgBcNe5nCD504W5iu0JLQtk4T0zfV8n4801QtOefVePOKWmThtq/uP3hT+zzfomxozeUo3PIzIe4lHVipYFZoctJNHgL+k1/YmhWt2Haa2GUz/5zLuBk/y2X2or1a0yX+SgMexwCJzbsmqbc7CYlHdKWLZoom7oolzdkILq1NryZ/Snqaha9/SNy3jeWdG1PZi8dlxhZ7hq8oXdKhnnAYkpblSqK/c+jVD4oIuUxdzAnlX+3s/ZJdP5wXAjdcSSwh7o3tNHKTsqT0XkGZEvZ2lbujhG5Hwg94CsW+RiGkWoZYSQrHoS/im/KIi1ggC8h00r5m2hKqyzROi6s9wClQ31GLecbEzvtQ+cN0jwHgLFMkhOUSVc3+Gu8NpERlFKJcHBLqPFc1K6g7g66VrEpaes4evzaZjxN1aFXLHYMhYuArjtTxCP464+i1jW25iUuOgsmdU/47QUlTB9kUa/3boeYe/UWdb+FTyAzH7WXyZLPB/nL/202KWny4nEK0wd5D02L7PI9D20p1ZszTibxsM67/m+Qn2phP3RP/6pDY2zR/8lnKdponuGNZNS6ymRFEQcJEEHjpDYpsMxsZGdBREZOyR4Otzq9ZVrLNgVZMeXkITT2fVP6Q+8nTiewsCgIbo/FEOLm5bP2JL1jrDw9snGPNtgZaIJ3RVEFljJdubt9KF9Adui/HUGkZO1mS0sKxJfw/1LpRc+ceENHGtmYIFxJg7hLzik7T8PUJVSHbDI22TgONr0BxdM+VzFju9vI6txDeNzSsR+HQugN4t3g15G8ggNtYktMCzFmKFJET6v3YnpGPoY4oGF9UNSfKAvh+u61tO/Sblkmsl9Ii/wF90hbDxjgZe/aNvoSSFCL2nuO90F2gC3eCEcg0oap9hfeE7kC5bXMCbCOARNGknaIDKvYYuIptKTUiPwQDO3/b/hOHHko4GWLICe57LI10skvKcd7Ug6ZpT6qwy06DPe8RAhbB3TxuEfzYSgcHU6K9dQIF/9EHQfkhtcFe4AbnOeVLqcM2Dk46OclfmEyrBTUqX+f4LyNzX6NQ3Y5JrPSUkxmfVzVofL+Z72h2GFh4gcmSOgF8twcBhA9YXKUcz2D42Z6dLMw7dvAmnQv5GSCnWXoCPZIjAj3ZA192ypoo/XCMGVf291VZWmtjkfuXTVPwQ4cLaiRq51grkhTEdLjc57wSig0uwYmwOr+hE1Z8L0yJLBotw6hywCdkwxYdgxR0QYS+DhfvEax6TsFb+lpFbNYyN68MFplpNzh0sjevj312NUhtbKLgYhPUbBVgvAO8Z++L087ytmsuPyUr2xFAnMKOA/px68bazCpg3q7JQz7rqxQ4a2so7+q3yS1PZMhml/IRqHm+h21TGv7Fkxl+NLU5Vz0G9kEnPbmNa5kJsPgDzRwW1sTMJ2xjwn71r9NDQ8Wuc0U/bjl5t2X7dhkYo7hRESOmtByOLdHfGnhepLrFNX0JGiJ19RnCskQ1vvAAxawjutyUSnkhqUpdRJolkyCWH+/bqGlZ9BT0s4AKRUN4PrdQ5c/RtFOiFp7/jVE6q/HXdXTFfIFpDKpXStOsXyuh2qzY5RmM8Et0fUvYTJqxRcpiqPzjq0bxBfODo840VjI1v3LBGO7sYLYyYUHrlr6lyHYgM+3G/dzZWj3lg0VSqk29MkQrjgYRZAKKILgEQanYdIVX10UDj+Hqcn4geGJDHr05Ch11n6h7gBsLGxPEEiDHiarhRgxlVmkjM3rD9O+6p95swaTY99wPwa9jEErK3y1/KrUBKtYD8KMxD7QF2/6ZGhyyBwhWoq0frrBHZ9UFY/ZS5gEkemOeYXlp+wKjHS1cTUi8ce2mainfDPW1GcIIHkCH0i+Rdd+jKfW+Uk8uM9Hy97MAK5MZ3lBnR27D0hz4lPSElABaDSnzwUIoou2zKGvK1l5HQNrKgbtpvMCoOTttmKs9tGAN3hjJOyiCcPizZaG+FmJxQUrN+R8PyB2l4IcoilhtvkBRLhTpCAhorj11i6B+5RmxCZH2l80jmvMOfd+9DNX18PZKhVDcbs2WDEd9q9hXUywqNwXzoN4Z3gvbXJUC6o2MACLmXppMWoGbVeviEFXN4DLnPALRUeQguwbiX7iq+8YVyol9ef4c9YBT69lllJdXxWL7agkqp0dGZmmNW0DmW4dzKAq0Ou+d/cuM2iLS/PI3Jz6mbeSMmSLQEE+f4vkkYDQbSIT/HcV1rUmstQD+nCWicUT+I+jmr9V0SqO1z6bPYyy0HmPaCabXR6mifoTa2slJ1ktYvWIvRqsXTzb12JrAqJUeEvEr7Ghdio+igwrzUJeYbaQwg3LR0ChQvvSGjs5bsxtdX3HSSQ9L09bcOVhxQ3/HfY6/G7pZCUbRjJp3wH2lSh2VqHcwaUZClhxehKw7AJICWWGrahSdc/2nPp5o9hZUwmy3Uvv9I2Xzy8EyCnHaYK+DCRz2KSf9Hu6i0iUriVNYbMM/XU3WNNReKhceJgQpaCZqWEReZNvnI4LshVCMMTOzKXjmM3LaRnaAktqZeS4feENtXlz1q3UuOc+tq5yPqG92GUTbk6Khmvw4G7+VgjK9FHV1uV0O3FHtgzjGSuQvMhDjfserD+jeNB2hbRY9oWeaud1Na5CFJS5dIfsTWvqIGSbH0yzMDzDodcquYXBdwUXGuzT4jp52zA3wRywsT43P4dLoXg+SkUKudSPpVvyDOqZlximkNjdqHY4BuRFgejCywuoP5C8iVOh/WBrzSJ0b+MPRoEPTwyOtq4HXBKrF8Oz/17c9LX+5+y55W4+UymV59sde9g8AnWsoIsulK4za0knDod2oHDZDVbUbw3FMsMM6h/60aiGLm4iP9yXmMrGGz8HiZyirw8Ft1Q0qHMmqvWIIbTHFd8IlN5hvbAL3QykHR1xltH6O+Q0hBD5KgoUZClFp41Dn6J9ytfL2/oyU6eHx87sBO51G2IFiLSMkZ/sq+wgBLZFWAA7VEBriNwWR+D8xy8Rg3oj90y8UnH4O+PN64dyuZ2HmFpmvXT8IFsHS0b3cFi8nU9r+4tj0MlixqdfI68Fp5HTd716drreSl9NdJ7KJHU2wCtXz6Y7rtjmjKjP6VUMzyrjniA3nyxDWldKdXf9slVlEaBx93xBoDB5kMw95bomPz9SJkoI1UkHjvmJLU+Tnj9/su2aRNaNpAJtB9jyjOdCz9zWPKcHAfkZxj4KwyG/PBl6JU2Y7kbi8tcls1j/J8AMDsmH8ZyMrY4vYvmw8tsFwQ/JBxpuBRYbGJ+gGw9mKRP+HFoZ1wYqAA+R35OnNJFL4z64u6rF6G7EgNMexfu6P/mlx5NKgqEYRQoc+PP6bmPiFYrE67Ym9LkIcYqJEYoUytrQ654SSXIeRb5y/boHrkWN/HsjGHqgWYtZJV+Qq3O54rT+wnzsmydR/9VDkKaVjNLjH9HT0C6BkafZf40utBXMyU64aIg2YUkdnM7n/ggQc5JJ8/o1qESTq12P0U+LdM8IcfqYg91LM/hk0sgoOik65Yj7DQRXI9YRSioXGZaEDeLDz1pZSOfJf21jxyLj7pKXEV5fX9ZrLC+2cKrF7/zcRYlYDKZhvcI0K6mOfM9jjEHwgSIhxTN0fcwOaxmr2HyINj74ZFC58T8XuxEs4p5r73svxPIJFEarASjhgQrxg22Wr6z+rjbuJqF4sc63MHRlW0kKMDB+zd+xPjSpkPBZxllgbbwQo/Ga/dMXoKl42XgzmmZQiT59s41onxLGEs7Zjwv/6FwB3EWDTNt5iKzydY8ggGQRLrAEEnkoyPkUg0UWgICzkpp+8Z6zWcl+hCmm3lLSQwzWrTD/zJyc01ukSBGyNoa6AXfxtEQD66Qktb2c6gyyrMBvvsAHOAEThJJlwC1w1Y7oas3jF1hZi3qq84Vwe06qks+CbbAhb2XFUCjyJYOUoW4gShrxMqaBxFZGseO/z+/QbmOqPfGc02S26DCNrvDo/MgeNSCRNepZVK7YM+QSFc0ZC02SX1kp2B8erLGf9T4nDI2RnB168aOYLBLVGLWWyr++dv6EuR0i9onx9XFzwplBzfEE7ALfwvR2o8HBG6zEko3kKZLnEUv21B3pnAEGn9ieMq6dYPJIFTG1UU/z8SIRdj3SBCVadX0pFIjxGfgrbHW5XNTnjl0m+nURcKhqggqHhdkYNq2FGsf4NpaqHAlRiNz4+XyewFpUNGCNM3oYUziKorsmZGpbQo6EQoWOy71EIFRzFcOl1Nl/wHeTkdxNAHSVjwGOcg/RIwJdjpo63makqpNfyAr1Y2yPT5Qag+n1sBnlMPFF0377/mJ4vmOMg0EGM4TL9bWNkhqLPuFbf2xFqWzzf8xSdi6z13++6F22zG8yKIZOP5k6IvV7yAvrD4i02Dq31cvyyEs/iZDJ+u5HnfZELiOfsGUXOGqOzuOyMDZqssIbdYMKsQ79Gls1vXY+/0GfaRrd32Jt9z6aBPrc6IfRL9hueE8EY5sU3WOrwS/00R1jjE8KMGzGTtluhKmczNzVtwu+YFzaFyiIhFWZAb3P9brmZrKx7POkCfuZzc3QNn2uFrZHFaW4+w20n+U+xMxmUTi05KKDCS1uT1knDI6QoltGjiYl7QN0hnIIiNf6W66QaJgsu1Kfdv6yZPomr+7orLKXPmOzKQ/dkSTgMWpeoxm1QAzwVeMlBN/1lAgSahbVx0BnKw7SOeu1d4ZtqKzlzjudRspiNJbd/Ed+DPnApWxR4G8Tgjmpzs3VAYiDxw8A7am497d0HPZfq030XKqySbMw6AJrlbE5xCaGRmrmGtwYVvO2tW8SDSou5KZSZ/Zy8gtfYUYfqPDZOxh++i0/tcXJfoMvyUIjxbaPamFRjaKY4qjsKycMEfQXi6Ea53ta3vJWhrl28JURXAYHCBV3S/zU5UN/zbtu7Jmo1OcBjaHK8d1GlwxSfiGsxLHqtzrqwWEO2jTyq1ND6tUSGX3doDU4uaDmw6wYODokZrzcReKqgKLRvXNA30pislr+roeJNIwLwRm+Lb9bbWU7jvw2rrLiciQ1h0yFu8zU66TUknManNCDyBL81fVMtguq21fyLvzFBg/WNlVcHPRNsLvANysxFgOx3fdo0W1xMOze1bX2ajnUcn9eAzZWdOMmNdu2YDaqda9un0cGqstPGmI6K/VoWC7GuZWkKWXY7r3R308nH/eU38bKYWvEaWiKHmptEfUDHlZLNtqHawNzSPOo2Ijej4ts5rnRtCvff2HhHqlqiUl3exJsnVdUroGvy3WEyUqWapQAsFcLnHORsg9AwFQEqxtgP3k6htfPciBiGb58iBc7Oq1H5WB/oomLGgBFGIUiKDILDg4RcGm488txbO43EmR8++8Bw25iqKdO7JU6owH+1amYgBHJ9QgoJk2zPv+tAPsxpn1PXYqTu2yJ4uJDcdl56TcVQySs8YKIahQ869HiWgOrdgA3Mflwu7g2DCeO+3BAD7abS+mFYB1XVbbXVa23st/kR+CUIvg15gSW/PqSLgHljxRLkVc18U42Y9hRKTHSQfli3MmUto5XXJsyogl7LhJCNgm3CE5zPJsRcskYtQkD0yLcnI8u63RrbspnaHinNBAOqsPBE+prXKu57wmxgrty7chW80SA9JQ13IZ0hRu+U3Oen73vprDifIoKbks5XCa5iF25TECTYvnbfoLf7B+9C9VlcEJ/RFpvaaQjdxTszpG77P6KXkVvk+oXbMxOaFF9eQwALlrc+7ITfHTs9R4SXcJYbDC0WBxXfLpYr6jtkimEezaXmzTtvhtZk8ZGaZW9lsdHBZOQTi9F494NrV8mP3gI7FyHDLLcg2qGEIIl24VQSkckL/OQ96Fa2Wou/+AK4q2EU6JU/P6mxmUo4uikOYNU0RJbJMGpEUM2hlBsegbw63FcV2ODdB/hIm/dpgT9/ZsuyxBr02aKe1ZhQkuIKnqDmzQVwK82h2oYE1nFHf+I9XyGo3D11Eksu42ZPxa1wKgjsCU0xk3deJIvbWFlJ6+bXtGVnb/yOVacvmh0/lEgxA+kDWiw1k7i7e3KjFVTP27B1HxuBmGx4umAC0HIptdPfT+xwXv1zl0kVSt+p2UKCpfwV7gsf1iMv4gWMjwyRMuYAmct7PlD0iYqzJRP4MsTCNVUChEBobYWnMNv0PHnpN9Rl8aiWWp2Gyk+fss7YqL8KH/laJGYjlChwyZw68/PsU7Xgn1fDSxfC1Wmo0/pgRvm+ZZoWnkPaTm+xUtWs4I6RaZBK/1t2i2iUgVdqXVxN/cs6FqqsMr0eMKeGv7yj+Lp1p11E/uyissgVw0t8EClti+/YM/LwIJVshRgVa9UMuR2UKZUXKwcKOa0wlyOj5wcUDYi5WVMeS3Be5pjLFRQ7HxdP+5lFGw0G4/kjvN+eGTDkTEeEFw0WTR3U0JrE7cTp363OqKb0m8OER2noyftKufjLldSSJ/hVUGeGDBW/zoPOvBawNAH++dutQFE0LIDyqU7p8EIUnLZ8IilOK7BoCmoE9TRTgXyH9lhJj+RKtXw3Xty1U6g+1G6R5+jDvO6hB853oNYP6c9Pec7mhUdIjVnbTnDY5Fij+87wXzUPowJgDTVE1Fw8GfMwR7oX2iPMc8CcWEd5+5AnQUzjbQk/idACaOftWkg3QyF3ySqVw6EDm1xLywwP7RxtnSMOMHM65Y89sm5k9lOREV54qZG2B1TbJdIzBM+Q77s3WDmYyh1qBGtoFKLWZedygdreAKRFw0dANkFTM09AnYG/ZrNHQwnk7awo1Tk5/hHNn3B30l4oVoCPrDP1l+tV0J1Q4qx6ozkkjfhPqNVW4AEcj/Sq4W9O0jn6/onrMnFu9XFW1WVOYNAzCbYGS10pdiih2BdXhjFnyf/2WR1BdTMIV9B7Poa99pXHAewFDmrnenpvBxbWNvmVgdIpnM3hN4lOPUtFIUOkiFDSSNie9xz9BK9LgnnGrKlcYzj3C5mWVLBoIJy8GoOcMC5MGsLHoFzsTpQe5nwYefDSInkUTrdzuOH/i3o0gjiYL31nykgUzRNYDEMitUXfvWcm5nesJPJwE9HKBGiPup9LIVQN/ObX/rloSmV6SUDtUHOglfYVE71z6yVJ7nC+8XVis6/yqxTWXzsmJaCz6veSo2QwXXuIpJL8pA7spof4lTJ4jUi5YQI1ekm68t6zws1NOtuw9SFQt29bidXbltehoGuRXL/ZNvby7tGKnhlxsHIQi18gnLcZ0gONJTlK7PXeS5tbNk31e5CxURp1iyGwaJDlE7dZtJxIEhA1ja2N8cYq0/1EdBer7HlEAl3n6lY1LVtkdptvwDgh1xIWrCcJVlN0qyx00VuAhDs7dRSoYjoRDWiKZWH7YKQDa58EaSHPKvAwAoLCf8NWG1DTittcWe2tjGrlAtH8Ghahdhc5DRjk+8WnghmC1mD51h+qf7rOEV89OqP9J+CAAtgBRccL7lOXH7rwsTcEU9BlbOxZXmASnvV6vafRy/Kb0DgmYS/Njkg5iCOf2O50iWlp0ultJiADVNm9N/e72eizPmXAUxtd4old4NwS28p9PxX/8MiM0DR2h4WPVIrv85R9kqAglzHuSQ7KqzCAi3mdqrA8ubKM3VlJ2hL0Ea9ZmCEhVAiksmxd7yYYXmjNaebwq0xp7rRWVv8uexhYPPN1TN3dhJxkV2qVAJuRjy28b/xTSfclWuMDGEQN49nFEucyaeb6uRo/TaZhCnNp55SWyFo1/xpGEm/WkddpjAqa+sywid9v0j2781RMGLHEhUCxB0mbzY7hPEaEUlV054C2clO0Q+Kn06HVQwcJHJp3bWoDkn/3QFuxpGu3l6xPSrskqAqC9iIG1HiwAZApm9YWJzC4+MdfE/jawIOFbR/lOxLXJ2iPPcM7g4TIR1x0t2v/RljAP5vAEBPPp7pbK5K45iIzxEQQWESQL312VqqKNs5tl3didm1LXp6wJWZCNK11fdiySvfD0JHxs7dKCKY+8zglwzDTY25dEoO/fkGr69aCNZmKrdlbRKy3Ty+2k4GXgMkZAbB8G2KEEZwCdai1sRf9Vazk2DE2tI1sSPRs3oTLBYH5HTm8D/nEnROed/myZzzKjwXmYCLzV7syIdr2ZLtzNOILi946PWacbduzDXgeOkLpALKjXO3G9KoRcKbyl1g1VAjlDy0fuuwJQpG1ncSnFyoMPf1RmIRwsEJhIzklcWkC0Lw6b0ZcAQgecreX14SgRVuLGNMQQ3ZS8mnJV4wHSPhxFTUQlsozCOD1MhPvG6U9WuPusHw7bdlnlPQ/Fb1JWTJ3jMDMhj7tdOvfOYLWWLPAn0Mgvo4XThcBpr3XFD9PiFyXmU6PTvh0s7NbLEZ5XX/D69hVB25GFvdqfIom7v3kXYmbYGh/AprCO4s3BgY3y5h5hyvQwvz63pgQDd0EZMmIGrvqF9UQFgxkI+Lnhb28UP8ba5Wp+z9tgX0Cj/DJAWkn5l0rmAPriLIJ0u21kBhV03OTuKpg0T7CZV6mPrw2Dzke2+VR/cr21//cAdmw6/tvrdoc5EzerajirsnDVvGy/LoFmre3RfOfK3dUkespDip0RA0Yoh4OFAE1uXFSlA2rzmgloBq/xPrXdoP6FUYg1uByZgDUmWML2nMH5KbGYFsil+Y60PpnyIAvavAYL0b52CE9TH3RUdJFdHtru9c0F/WsDcT7vS2DtoL08NR98RgI7TQoVDG0uDgd87t72yrk/xNaqizyoniuIbX/8WQms5tDsaCaL+yWzfIEKon2q3DnNnyRPYR6lfwfZgQEi/mHDtRynGmGWFUlOlxcgWrh5/zXn6/fsz6XiwOHKryZdUspXhoSbbyEfcXmjZDXnmP7GUdrXevavd6bVkH6ALS1o+9fkF5EgiUq5TLDXo8d6hddCnG2E5ih+G6tM9VCG2G3WmKGllhI8gIkhy1LInaR3UG1553SIyYA+0478uqyNJrJcri3LNsbB7k2G3FE3y9x6wjB6N+OALADnPkajqHz54ehWn7oPIK6rIFINqX71Y9CVjYCTRYmxvEnre7eCNbVI/7f4nCw+zuCah4zYZH34QKo39aojphlVWZwMEUHUdmkB0CbZp7CEjhmqomBEaGdVPR/q+Zdohw/Og0CzMCYvKVwFFFsNoi+SbAra+5rVhg4RccygxiTx6/laBCL5AdD2zooh+dKFrMcWhFqit1r0O5BSLE9/73ynvbbSVoH8mW3EPvrH4LPfxaCccr9CilW3P2ojIUhbPhIlLSgDav1OeAbjDgzwkiIfUhS+0PCOO+0ZVChsUVD1QSe8LCQGspXdFSnX4tDxdZb4U1TBjlwtWwZVr0AX0E/AQuVsU9cpE+37VUKQ41IgAo99gf0rw36GmYqlrUAkwrsbsk/n5FnOTV0X2PACT3ZQWYBh4654f4/XXhQiFa4uDtlXTLMLq8pIsI01zrh5JsGxrqS4XC4vFGDk8y9FGfjCvm9fI8Itij7tNfvsQdFNHnQ/MBH8SCgkg3yx+Rbpbv8/agJXxSyXfgJGgwRfvHLsEeedpGBPwhii84ZcMnYYYmEUrFbhnR0qnzP3dgDF9+qTX0/QRHrIumyzC9HM7jVcxQqNFK8MIj85G7COuJC2ntnnRS/lcan0vMjNJ05uUo7qzh85G/I2lravZPQ2ZPEm3bx4BrRHK9IM0ngXadj+IUKxC4hCKSRZg//TTZbg5HvptXJFSfx2JMSk3KpaOId3MZrODQEZkO+Q1Y6w6F/9xqe5TyIJyAjCRGIgySPxtnpLKAO0f0H9KxbbxgiN1NLk0U1f4KIwUuwsU1xv3mjbmrurQkPlbCV8guG7+tHQshq7oOBbQXZwcRpemqCm/KyrB5bL/r/N5jOa2H6gNbDoogkYrCw919ZDU20W9OIs5UK0zIcslpGFRKBIIrBEzkpq/wrKafG57ruo8/+/LXoLaH3I0D/o97rZ/mKLxa4fY/PRuQwg7YuGgZhjT8ek8nl3PrEZFvT+MV/itMnbricYk8IgtX9t7uX564dWHqZF0drkJ8PpY8MdpZqHdeTjXNhR4Q8rLUKmoQtlG1AsCSNIiwMPFxQnS/7hlypJQZAUlBEMquuBTREW8XuqnevtwCxBnza/ZRM3Nm2eh0W6lRJiB/xciJFji+0T2j/LlhGdrug6d7sYyvAmQQjct+54It9eR7d3/B4Po2uRuiUrINPB2C4TxVYTDPhY11lZc5bgOIUA/VCcltnc0NGx7azo90Z6dxRK+sneM+YFHMvC0HjnTpMIYuNlV2oNgfYucw0+GiCQNg7w7Mh4XJeD7i5IaMk2uT2Ecl8qeE70Vd6Rt5DtRxwlOvF0YeUBi9c1jo3jmQJc4M2k0R/PdGOG5FljyO/SkVSOfwcW5/0pYpp7hPMR28qyOxXYDJssmJ/FrOLPqy1l/L1eWbrDzMyKzqxPx4G/30Jp0FOZ4I/RsB3Ea3eZXLTkluK3T+vSYHMrhv979cxv+SUPHGG3wxny0VgLFxr2qv0em2xg9gn6b74X+IAduY/xH6F0dCYCWLsVsRraoUr/Zh+jX1sEEyxtwE4UYIKlCW2ii1R5saf9Rk9CNVFCvIqmYmbW7+fMF9rK5zuVzNY6xm8+7gqXzsIoxbgbCzvJ3STf8+2c8elcXL51K5KYarRo7GaOgqOZZKdtxhXXXeL6y7K3DEK6iuNosbhi2Gr3MkodW3ltRfPPTfiXds6M9xl50/g9kHMSJ69sKR00+0l8AefBgQ1puJNLMx5c1vxog/b4cgyLYOq1GOJV0U8zgAqeS69cy9grG2YT6rpaZhyxdjkyFykds3XDVi4jiuXOuH1S6aLRBzRTWEvmRn2ZEDI8rZbgE5TZ/5nM2G1VrL2kBk2KOVKy6jxwPfrgfkoWB/ndxQmFm4tNuY/96y9fGYHrIXASn0Rn6odFIvMK2iX2IjfsKGmIFFqrAgJ1O/QJyMHxq5gb8/kKBdHiQBKaJ/LO9o3IBSVtVSX0pzrPluqjHXd75cm+tynBKr/Ua107dZichu/8LV3BlFCH4q4bKNtB0JnqAo1I4LraG87KsyRNF+ELNT9Wq090sLbqA3dzXAeEY8ZChwEQPTt8n+BK3IFskXv/o5tmMzG72Sijdn4uu49g4zxcGG5Jl00O2w/BHa+gihSMEB/dB8j4Z9zgyq8sX/nKbIzIw8U4i1k+DRgDfyO4IOa3fpXSumz6MdaTJjTNrTh8IUzHpTRB04eKF7LY3v0LSFopOC4s9hUKfKHDJI2Cu8gGzHdiLWqV1ela6avBwpNFH48qidkzUpMyZU2MFGP6dvIQb1cD7pJlPw427C5kDE1tQdCHC6lwVeZC/occvHOQh8oyx1wxPMvo/R5LV4VhoRpGwg3DS6L4rPxoss2hcXeZ7h2EFNZv93xpE4BY+F9Z05GcGOi803lMwrO7lDz9aYhE77M0YIwjt4tq39cWAZqDhhdyTp2K4f04jvAG/nQZv1Ec43qCWX4Q7WlrcqvpQCsMggQomImfiBojeiyuXM/2QlLH/mzw3cVstL/0mYnx2R7nt+hsLRAJHkvx1iNotR4Mz1hLXY0dcYUDckk7cywNASY6B79Q7qWFY7p/Fh23XrD62/oDwwMwLg/tHGr8/S82bzrrzoYjgCb8XoFPQVeujTvYREmvvL/27rP2QJwVz5d4fz7/US4kMzqnjI1zndCN2zoKawhJVijnjPlCBVz4F9iLQjl7xrzQY9K7GpIXDbvQkI2vAJha/HdAGmWgTBaa0qSANNWwwyVdwiCq0PH3HW8IHTw8j+6SHHtGvmQXlOdqMryxmb0GBkUdIe2lafhgoEi8RLkuRJtUtl/GOAHQD0ulY5z1aAoPvjWQnuz3IVWCu8Gg1kNcAhzBvp6so8PmhCY9NkuO5b2m3etgnLIPgpivwpbTzfpr0fyAGou6biN9KzKSdlFzkCjsqBf3hnspc9QT7O4srxP++516HCeoDEcxx29juDVCsTBxCe0LXON1TaqnM4S6c8PU6j9C9JEV7XyN36nWTpGVbZACO7HLy4iLYeu3M++2bO7MlkS6Qvbcy5pL7abjoVXflbXIVNDQw+yhVPnwxCk0nY6BeMTBlrqNmcdNCzqSIl1y0+BYn5+Qqtdoqnf8mMysiGMiZwXipdt+H3lgW8OiBxNNJ0DUyjNmxZsnMngqH/gMIsQQZ53hIy06rs+bsm/qXP1LwgEe6DxWWTBlw6NnAG4q9wvYoBl2AWd6hkQgk9/nCAczgC7FE/T4VaiOe3OLI+GxS8eEFcAMiy/8Kwe7adQhSo2WLMnsME9jlzrO1RWvDLQjP8Up0qIr9N+k81LgGyl0966vQvjywYkT4X1qL99W4wi7jdo3Gzy5E+QhRp+5qPHEf2haiM+2HOdalACYSzEi/M9KkK8+a4m52LbJOIxPtQGE6oXHf6QvZbBah+nZ3tu2iWCBgnH9XcZKGY15zHl6FhknnLGXudW6J7iFAOWd9mQBiZ9UH3EknyHfVY2ML90MKmDtG5h1DyHxRMct03wPNtjbD/nOjWzrS0Nq4mYPXkxB2qbExRSjbudqr3trmbFo8D95NqeKsX/tml/OeuZb0/w3J6pYiX626QVR8rE8vdL9ILLX2moy2hIUExrpj66XJs87GayQtAEYkcCcxR6wNp1+HxpKNQT5qWQ8QmHuQGaAzuX3Hggf1cLUmFhrMN8fVfA+XlDoAXL5ZMfP53uvnTDAXnsXFvgEpaVSJVH0Il6m5fKRSysZywRvpGjb+N89R/SGwVlcEuGdSZMyrnQnOe7cgyrDat7l8YfFbsSGJglxLdx4s3Ll55Gs9hcB3bUX+7LKWyJR1n46ntf4/+sb2DcYtn7wuu1rC+elvfW7Se8weVjy9ygFWjWmnsQOoPweGrJXNndQEaTWR9+eEsfCAKyM2mAbZHi5GM2S3BFdbs85GoAlzgWLjjCVuE5/j+sS70rqN/zqFOLPNbYeQ7L487EcsaUG1knKiSGir2Yz6V6Qq5loF+9+cjU+yZ1IwaHo1/W+4CpPrICjjUOTIv7CrxRQH7EXPuvnh5U8AGCRlh0WQeKtHfiwTS0Ku1T791hWxeGDeLy6PqUdwoPf/L2JSDbC/7LbzqoggbqM5BfA8ZGTPM2CdMb0EBi7ZRTHPbID9MiUdwluQWJz/z5hbxP/h26JnN+T/6Bsb67N2PVnxKq3aROscYMBlveuAQp4dmkHL21kV4rKYfv6h9An7kShc09js4SM6aMqTF9UAV2/Upqlj2S/biw0vG7ua6mTjL62PVVzRmj95A9kxUl1aqZYBB5wx+1jp6rdNmd4gElIPXa8kL6it5sREi7AvYlJ9PydPXqaUs1pltxrRlW2DNJajmPeaPuwTD2m4QlFas/VRNzFilLekJ486Nf710hB2DA3+TEpcT/rx7VqNkzM2Mr0eXmobVxM5U8baZVL7tYN1lzqstKUwRYtLc9uP2Bt2Wxbwz5aejU9Skk04XBlFK633SrOc85SS3VxM2evMsvNhPG+9zdoaFBKnXBrlsrVjcCmPfU5ArwZVCRIBqsPRAW+2VNUM6Twgpuxh8DA1M3waveq6P3GIOLLapdLLuLjilbqMC9VGWj2d/BGx4SEDsLXSsT0yMAk9gHdg71c0qlO2RBxrc1flSxjJm+sM6jUNDbfv0f2GeWiKDJ+YwAJWHCYLZ5bbwUmXaJK++wF0pMuM7ao66YS5S/h6rqX51CODcfsF/tTAWrk5lH2Ii1BIhHyR4rykaIxGkPMqqJivyhD5nnEoarqJvN4DwFdZYZFXLvnIUQFvmLbLnTwCgxyLZm2GibSIJNNiWWnr1QMbHENWoUMV192Ie3xWiK8jJ41EXYTac3moAj8rj3wiSQXrlqY3qxAQlBV2wa1wh0BwtubDwwG+rFbV3DsyXZKGH39pcWpUOmcQwB4I7lGr2vNNLKVAGVkheafeDHrWSHCE5GZgPDpVhSQhtNd/gFStYeszACnlxlC9WIkqhqFI1qtcy81ZI6NjKqqVoZTsm8mUUlUaec9S1GEB/4R1yx3KnEHmwz3ROyOXD6jyb324psHiaKNNjzrwUJhp4mkJr17N6/I0ec2cyKz9W6pe4UnwSocXpMJjIbi9qVANZ57ZYWfM5oY4xsucWRNQDEDTjKkq080ANm6pdnq9a3q6JABqe4CMCMeEjb3Z7xocW6tWlAgIT4rLYrHMIZTxugdwa+x2sUAXbj2W1DrYkjwYyn+G6S729oEEqpvBnpZyDwerC9YcOGLqqDdVTRtpDu+TxJuwNyzcPFVwknkbu3QRD4ouZ92jsIPYygcy4lC7ngQlLdKyXVcalpPOi9679yS6c8EtlywFy/IgaTSNI1XCGsy2ggZfD30DSDI4VchYjdk/CsECZ7rjPHYqWx0Ks9ELpgvuRxZXryD5iF3hMq6Afovs2/UgclHdwKxX3hTa1kxlkKZeeFqSYmbdBE5g7zHOlREOol52CyI+UIqLotlMTRAxjhW43ZcMrmFfovMOxBHBLQ6PDv+4DzjDz7JsgzynNIwFZN+vknIX/ko5nimm2xFfVTHINe+bB6CDrt0apQzlt6UUeYsl+zvR+0H9i7yvDrOhuCQiPTgWkBGLvfm/leCgmQrmW+70XIMIc/TgUKXkF6rVdWudkpc0XaT3XUxa9xXPxPvDPPgBkHhPPoAsoGcnMq49RqHnpFhu/ALGYquVe8NZ6FVDJ2p67lbwtrLVfEwfjuzDWnth/uKTsOHAlIOF+qSXIFOWyYVy9JexlT/K1Shre7e+g2FMLdMoAr2FuvS+2q3wC2C6M2QiAyWbMU7lZjUQl0g9QBMMdu/zCoGrljXNiPm9LkaZapwxas02oXBGbdslvYq0B7CAsbPobe/HhipoRNHClWKO16MIkElaYn+ftumuOYlJjG2+yyQ8Rhz0QCuUaWZS2XgXnGBeBlYgG0Wjl9Eh6Zm78MG7cGQ0Lkcuphk+5tGYD71FJdebUO/JWV6TOPfAwATPmbPdPPUSzTeW6eMWEmxz4hQPwmnMH3s4ab40Nb/p3uZ2kxts+8TuP83LKOveqnwYWD3FqZc9Y8BO0m/0pfxC0ilHNhm0vOcsiF6O85xIzKEoRW+pYFJSh8RRIuZfagDtA6trE4z+8EfzE+N41CFTspGDz7APF6fCreaZYbTQsYpXli7L7vWdguQlnJexBUwZNCfg6JnzGtbHFOR/wlsYGnVcPaQIAlO7TaakLNacSKmfSc/wFwihXC9tUJLl7kp4ESwcKwWikOFraH310JBELleeDvhQIDijVO2f25EYowZsOt08GCZCfS3XMnPREacR+thtj1sQbJJj226qbhYaMBaebu0lXTPa5dajpAz+0RWePZuty4G5OS4QYvOjtCHZfltglXjMhzMugCGHVbixbhrUttiGChhAH37XpW/MH9FF5t1h7RPoAq3rwwwOrq2Qsz3/L3VuvXMZqU0hScJDyy0etflKzbb3ypo6G1LSbrZx9pJmmYTV4zknuKivUhY0dU4U1nQbrdm6hDCNIGsSHkFcJkcUypx3gzx8iJE7jv4wIe8vFT0XetbQqJ66MrqPwoYTkRbCaLWCuTo/fNYRwbBzT1/MwxruyzkGi/IS/1fzRF1/4c9gW8mJ5W/kGcW86RAru4A4OMHBV7HKdxO2MkFsiDrJ4joXqBPz7EE2Z3GQ+FcMuuOzle3HnuMKSZRAQANafR/ptp898GIgIpBwtU6bZh3kgecaugIB9ZdxiCZBscJ93mZp1oR4/5C6rQVUC57Lc+wYikuh78q8TXxMzD8ZveLQerkzk8uD+IONobRXWvKOpClkZAcLUoRODRFBO9EQUQHXEtXSplwpMsjnX6LGw1oeWh/d0Vjg2KUvNcnLIeevj/MTO/mFJLhe5TcGOL36NQlI8laMkq/tFKbnw7i9ZqFJjZdjjd9r1Pw4Kos7z5fjNU2J7Qw/WqIQfmi7z1D68XNO/t9o8VeSzerjZy20eiVOXqcN7GVu6jNPh8j2y/QNOcNCGvsbE+oeRTBevFTXprK05ZLOLzV4B6JJMbDBoz/MLFjC46UDIerbVsnen7YpluBGEM8MgBMGO5aiPFOwiFRg4a9+fgI1TeSnLZ3gmhEv7Q+wJp73wk9b2rm9lZLpWZDGynbc/dS0VganvPnkWBZHQWvSNhE61ktm8JYcaUhvwXg/lUmck8yy+pHkmEU+FVldAFPWILacEvms6CI/Vf512mOzTAYGX4vZwAJCtgWndP6DvoBh1xwtNMwf1k0H8NoJ8XxcdKHRYLc21bSKRFPHRp/ExQgFpnQN+7yQ3A2SCb4UPN+OWB/I9UDEYv/XGm1y7YvIe7ZsgKDLC6eGxwF+VAdS0/iiTidVi8fKX9QAe8CQN9GapUv1p62Ni8U6E5agqNIWhuV4sYHJaDjfEjgsTsjBDhk5tmY8x4+bXkEAPW/xJt/Q4t5AXCFonGKnzE+owtw+KEVb831UvWuM7E9SK56jMSvJjtKMDUEWqOxujPbCgF6v0ANSAvIvn2wBDhPmRtH8zSkZbjxgTMgCIg2rl99IA70r9Lm9r8bF0X1QZwDvJrdvW6GFTwb+0mq5isAqzSy2tyLd8oPc+cL7vFRHf5mrERtIyB3vhO0K3rtSuvQCPQZcX00lkz+3V5WvkoSdRDDDmMGBv54UbhXvPys6r57n6PLxKWxwe7eTo9guaCwOLM/z9FnrCB3+v3xA7i08nvhaeGJCvk5QwyalomeXlDau3GHFaT6dtUKBMGXUczQu0HVevVFAmsjqHT+6/XsVUnJYG1Kf0OvMk1F3pJJmrFnQIjXEBPsNRxKFaph+x6J8HYsQ535+GVqYemdAwvfwoCzpg1VqykoGyTsVeuNQiPer5IpP+a3pnDBqM3uzIchbLkpmJuoN52Mz67SFelKot3wYUVpnDlQT/VHiy1cFvM9Xn+a2v+g89u6tjjnwwenpOqUQygAerj4URDzN5FsRw7X6Y2CR6ON1wrzXxBq0zQvFohf8gbKqQY27JYxGLCdA7J+sM96VIZOVFgFNkm+JUfmBxmgGLfrVuyHvcZYV59dxlVzkCr/MiWX2FxSWdAW327trKvr6yc/pm9MZXLUJtqRvtxnnzziO4QRd7w42cuT+gskboMRmCWHa8lHj0qssJIyi432xTTRX4sarAjA3GR9xRo3RP4XwdDNigz7lVMlFOlVx5NTxkYRntiEHAl4bIBnd2h/R/I55IU9kTadczBPFI26mF1MuM6FRHM23/5qqFwDlzrFSP3GTikFrgWlKEflNoWiEjmbgsjR/7toNNgVEU47w1qsk4L2sjboSCpBqp/9F52BLfEEREbk7D7uwQcTs5vgkp5VMZRRQjzS7ZrmaRqIzESwWH4A8wlHoITKNZgmDGJTgOnzyMErVyrOLG7SVHlClpzwKFwKv/Sad3WCn/jYYkWshcLltE6e0E4Wsh02Iu8nRnQZD5vL+gkszyApJVRFXrK+edVi+aa25WZAzYxuSUKsWfJolAdCheqXemmlEnuoV9YUoxDQnIphalohcABVyNiokET4vqFMRGueFB2xE7i8tXWE6BuAw4tGW6UvNu2KZV8wyqvDZkxlFLRHosRh+DScCSNc+VMsyzV1qqC8ERKTT8crEzw5NmftgofgDrF4KkMrv/YrMu1/+CxZ80FdODmM8vKN8EQdur3ua+qv98bXGbmws9GA1XOiSE2zIY+cXZ7/FwTHkvfoebDyLxp+GBU92ri7uIvLjvFfR0fIh/IY4aArgOLw2q6JtQNgrtNbXsMYQQHfPJ4Mh27YMpXM/7kRJ2R+ULmStkrFmCll9bLkNYYeZC5LlxvL8Tp/tti1YIAF9loVhMEazTapeWHvbG3KIJTl/cF3nQurQD8nTTbynH9K5qf3wAIHvDEJMZHbMh664eexNjVFsSXI2mjJDFe6ZRzzugH6QHd401OCCCQmN2z73YivksGd4K/sgtWDbLTlY2dlxbYymEX8KimQ2rg6cyaI750GEjn9IapZoA8KCeuk4dML3g0lW8O3hT6Zlt69bW7WCxwE0bnlWkJYQwTxOfWzCWvUP/X5AS657b2kFVTjDLWEEgICEdkLKS4uKfySsmC0bY0tF2o6pN2YUaxVtDWtP8XD3D/0nk/exHGkSZSDf6Yo8q7Rekoy2h8gWbyBZPl3JhXHMqPodQd9QUQZrIkY10cdRW2dNl7TaymJfIaLNKfX4pqz4dq/e98e9CGjq8kUH0Pr5VYm9SZ4q327CKnMsjXdBJXCmJBKP1tgiEackjp6Rm5qZoa/3qwT1AAfG0yEUtnleybPpY35zvMCQOHnb3dkjq7nS9/CvuxhM0LzbNtJskhqK3smsJidPPdumUQfzPs2gdAqFTzF2v6fZtlrPPWiP9VID6GUiZIc05fnTjqFKNKbWtRkBu0iJOkiknapFGxzLwjTiv+AUGbwAetF46He7+ptJ70MRTnyu9xMJOiiEamhvowzPx5lZs+84S6QvieIcbS9v95G4tICxdI+JeeaeZDWjZ8qxBDn1gRcFKUy2xjWC9LGKUOL6nlMjIQ9lZoLVcRObJT4AhGds7lX1AGSnunNYeepr72Vcd+t2Cvwx1/CGyAt5pnMWxzMw7roSTN/sfBgdVb+wQRS936rmDUeUj4PmoramKTNSaV+S+eRJ2Gor4MJ9OA7Ll1Xq1++TBbDCBGWCSsqzuav2VanfPX6V3SRag1PILQM8GCJU1LY5zjRUB4d8mc+kwTBLLTWY1k1UmuFSDHMiWIR/w9cY49l7oqH/6rOiLKx2q7kTsqP4w6VMVn0y5GQZW9j2ukCLwLD9xJvOBTh92f9V0fBPokH76wIrRpni87oR+/TRdvgoIj+PS7UsqMBFmiQ3zwN9VkdZvBj/71E/ZPKOxv5VIY/PDuYXoOpR+8bMLeo+dxmUTy6dzBWvvEoggLcySle+KswN8ozjJ0FH3e6B7nM0CXy1kcQgY9TI0J7KfaBQGy8uSB/yDI54rUw3QvlER3WJrMAx3igU9l9oJrxJQCizvXf1xJlPAcxpxR3mAzOiZCfgcsNWwM+Nx5k9S2skgqSnO9uq3HSGSnHbzncmataZlkqlFwvg/hN9zZRgbuAWttwQWsbtEFsp9W5oekJKqNGsQZ5h6FLti0z8DOG5DspS6GiBRZN0W21QsHimI+m/podJr0TP2l4lHIXhGjeCJDgjmHIXfGn3TcuKfe2GGffJEfVryypaTG6KMD5i/BdkAHMca9LsAjx5Jjzi4QtYTlXeRZlt6Mx+sNvG1QDILpvjL8TZNpRR/Xt36Sr77+88J1LtscQ5Bvk/Y0c8HwYfbCuKojSjepumLUqr0n3Ph5oWit3JnuCk6gMOhZN+gdOH5eVDZRrhOI6BTWDF58mdl5scdCKKy0dAqVpfHPRJcS5CMcFdzyfFXtk6QQ35y3OtXQuBOhchvD9Xy737b0ifQOtLSFLKs4K0h7gYMBK9duS6YgeKRraQLHGmzPDOwR3U3xpOnaR9lZ4rC/8fOOKyWwc3an3jJtsOXgtJwD8ufzyk+RCI6Sq7AlPXn1bCsOMbTtQLLkIEsh7qxgEJ9gSaGPceXkJA/gy/YN/aLAjts0MMjvPESlFlEh37H02elvL5QrKFeBmkS8n/LliqI5pqQzM/Bu+kV2+1eJW6PWOJFrFCXY9boCJy5S8sC8sqM8plFEOAlqy5cZeO7p6PYZ6mymKHUxmSzlYjO87fuHnmJNLSL04kIow+6++CjXSEfPK7ssNEy0wYSobX6PitaIPZVk8tJlOvxuyZzPWotVVhym9abpM+pyP6VWGRVvVh4z24mC1sUA0Y5Pf9GUB5OvpsYB/56jDW5y4vba9PLVqpiKR1gN5qEUXK52VK5PndR5jDAAgid9zH+0DL6rN/W+/I+ztN8g1MNXixEhu6Pcgf9Gbf0A84dGlqbWj/IqwvZ0dOow3z13u1ByUm/wDYhHdZ18xUs0x+SFCeCX7VsgMP9cQC9t1AtQpHfVxGTAvnJsCtxXuw8azAzpq7YB2+Y2Qni+xrYzjvMc9y9tD1WkRTjlX42yBqUZd5y2/N0fCeEF2mHiW1WQtZIyqwTgJLpQ+k1h0A5mLK/hXa0J5cnCKlv0w6aesWSClPsUSmON/C4PBIYgmGHA95ClTa6vXMDwfg0/NjYuekMDFq6/Kdq06hh2WjUvc3OtCVdZg6oD9uTWlGZqY3nTfQSgtjzNOxZdNxApzFt7p8dXMtBs3k0W7WyL+TwzGpiJYAPx85xMVfq9MU6ilQrxvIq9NyGeqRo0rxiUIt/dFJpVUe7bYX+7pErcqDBBh2vaQyv+s+nHsq8FM3LVkga3Sk/zfG8JzUz+oRE1oUv9uiT365EvLdzGr0uvKnDYFlYAl8l4XolHN97pGHhh1kmRYUdFU8NOsAqaYV4bdRbtbMW02ouP+9FRn6S8VS9e+LWU1exizaxBqeTzwkNjfyWMXA4bbsG91O/p3zrtHNOSuj6yv1sVl9NT0oX1KbEvcbVORjqlGOLqwCGwcWlxgIgb3uUxF9QeeGjT+vmUYxawFxWaE6mPnQQLMv0zhksIbMUH6gJGuOARsTFlozfJdh1S0+INtfzs/Sdsl2zEj2XJCvtX5/W1r1Y4nu9nlCJrjQsX93pcETAf05027z6ZYC2dKFYxvhxOE+/Uh3J8vZ2WA3Klt0SFvdfl0iA10GI2WIVQN26WPZLaSdLRHkMpuqpqv9oa4EG+DeqB1uXLFD/GRtxz+bC/QZZMZbGrwQcOnRmCTEGv/tkvT3PGdAFh/DGHDDb4hNAEtJA8we2oZz0SGHkv/7Zi9aPbsigO9Bve6AuxXf8bTYQT8hhUDEsnTqTddWBS+BT7UR/Kso2yfVyp5mLTWZTWG6A8A13cXtsreyRYRL8xGYxFbpeEJVcdbc0LJ7xFFfg2uDtsLM9NbYLaiQUY6IhlOHCtGtWV/6kICcTxhzLmSshXE4ap+/y9CXRZw1PdDP1JvdCxEgIGEgQoTmA72ukAxpmzw3hm7qpcGmvYuCB+72E7muUJJpvVpNrMDy/Gi2RGrXbiRiK+F9vepjnyd6E2gC2hdUiqcx53Kksi2UUV8mOOCbEIDeTt96raA8j6d9XRwhlpYHItm8+5fz5MtRdDrX8wf/jZMRysAlTIZr8bS/dRkbxaUwprdTWb97u8ckQLs3lrS5Y8YVnUUyTw/726XFMEKTA3mKE2gS9365x04iqji9yUw7y18q0z/H/HBOKNUuPkxSm6UMWVurNxO3vO7A/nIC2OpCuTwwzrc4t9IUA2qC8c7xAxHCL56DyLbbekJVLGYxRWDRgy8n2bslkzITLbx6ieXqQgK92mou1ezenydCepVbBiqQE00HLCPJbBE92PZLLY1i8IVXtOKof9BRJGzxDd9yTsOyPhrTztdTLm+01nn2fJQZGN3RXzyWNr8CqnytKCW63rbuGDS/X+c9kRTLOzGSwru7sQMoWRAKC8N/GUCX3eAlzg367T8oO3ybLBwWZgyJih+YVaTGCScajPFHLd2iWu+myHCN9V71V5K/E277Mtwu8WHQRwfMToBSEvO12ss8b64ZrMtmlZ2SG4Yp5hDClSlxCYkCWdii2uOM0laqrw3MSzrga7hLWiCycPfZrmYZURnlwuJNfTHoXWS0ei0T68/VNOzvWyI0eLIR0+A9xzXc2WK7jRieL/D53NKJeU9X5tepneQpqpAMJD2QB4X6T/P4rt6yUSX1nT1NwTRdtxiKVgk04+ul6rneGK0aVT8dF5WLr8wq9sQDnWoSbDoEuJYcH4p44tI/pjH6Fd+tURPvGDt//eJ/ko5UgTlyHcYOk67OSy0+zXMzYxQLVN6UiDF7AvivuIxD68xc3OuiO66jPt9HTA1nhCknq8rSkPQEbUIfvUu4QVbc0EIz4aSOkZpLEZ85WnUawKGiq3HC4j9kaTNsKj4QqsVUEkWwxz7MfsrAn0/kki1pGYePIEv+9ah0xUI9kJcJI7ECaHbssLKDcC3tl6nrBmt0dl3GgCU8AO+/6tXnAxDjqfotTNxRGE/mvFlBQpVFSn+SYebn5BAXbzbbMHY0p1nHYjfrjKaNtP8R+Q7969qHAhtAy1/uoa51EPxjwt3Zvw71OnOlQf0tF4gYy31RosgtaZlTUHKq3uNU5ppzpmSelhOfyjtUBWx7UfPtiUFwGDTRIUY7qwUGcLikPu/3gj2CVvlsSB9/4icsm3iJjBxp2vqliFpDYSLdjY3Wy/zbp8Rvus1ERMPLcYioEnmOs1CitA+sFIuIeUz33CN3Ukc2XrjNZwnpotUcuRL+1q1bmqA2aFty4q5psbEBeR4qk/Zx108LAOszF7sce2XvyUekDYDlTSd+wYZmRgQ0YEcG0ML7ZdI1HwdY++2mJFOXSAve1WlpfG/ED0dLyp/5ZM48Ix1aYZ33tHBBQnobWcmyyMDBrtNoDzGFMmI803DrwlimKq+zE2Iq96Ikfa9728GxHBifRjN57YxAULV9dLthhPy6GZzO2lMwp+HCs0Y0FTZicG80wZ6ZcCkSpon5ucn6/f1MtU/1sB2pbps0sjfvRDYov2Uk2zRvOgvEWVn2jVyChQm4W37qdqcW/vMlVDZyj30C+jCH4lausiJbsYCCBm41Qco7EGneDbn58c0C8jsvnrqwuwhxW4b1KM9yMAoku6ZI5wU20tEI43nmHjBVXLk9dIxjjz7jUYKijcYjvWEAhPxg0YtUyXyg78Yu75eudllhBnpdqt16h7Mg227ZqYL1KjU4XzHxgADmXrBfVNupYju1mPKQaLQrHIlcqN5cHYKf/lrfDICi9EDyptBpNEFqIBib/c7Fo8IeIoDJqrAxwLclKUgGQ+vB8GyR1AuggbKX7cWLbDx7f6j96HoFIIEmKNWK725hhooBgJmZUdsgVM+lt5wH4pVCLXVFyQ82ugt3kZnzN1vrw4aKeR5TjHnG25NMDRLVrZLhSfb1MLmE/uYEYt29MsS/O9iZjTjjpNBx5iofiLfsJndscE/m25agXM5PCiSRVo1vXfHAot546AXdZi9Kbif0y2O+u5d6yb8wLCfg9Dn32PIbuYG9ADF7iCazPYRnOHUv7JKp9xfg9QbXnRGLGTck/UHUn9oGRq5UDrDQSeWX1c2IO/esf3AG5negUg9pAcTQwsOSenJlmYRQCSwZ85R/kLP4cXiL10tCS1qRn9IXlefxMoLT2R8OB2UzYETqJfUMfWLg6euTZQsWEIfx8X5gor9KC4/S7/+J/a8jmdBzdXu27T+Orgg2MUDYRuzrCgVpJh4LRPlsiioPuaswiPD2vxz1X20KjF2zwNM7mpDpwHJ/nqLBNY0kR9wX55T8mGkCwQ3J1g+KWuMj9bAPmJgkM2YyWK0B0M51watwC+tsewt8JKqwbiz8GVltUA57/nrta3dh9TZ9ee4jR48fWf7hmu7OY1G75h+LM0Er0Uh1BqDJrUWhY3oJfxlLdX+UhfCqXYSicvlrdfQIeBMq1sQqjCVp8VTXwrOuqNYFjZ1bgD62IeuG/9G7b4Egkn2KYhtcllr9LKSjdVQsGkxBgIc+QA3x87OzXWUPYoOwYogzvQnAbMVfXe282e6w9x6Vl3nPR8/f9Az6ss6XM3ugQC0B2Caf4Lp9xPCCkMB+Dt/NO+lx01i2j+IIKjD/MZDDnXZfihLhvHAmgHMZZpfO9Kt2Jac65fnO2K3YOtamc5iOvNBkRrnA8Dh3HxWNypaK5Ou9iJkcivDBt2Pw35R4W/EZCWssmUM8dXcKi9D9/YhSteJkQ6bxc2JUMYr3S8dj/p6ucPlNhU6+io95AnQ4TyyhMGC7E7z+tNT36rZkjSLZqssPf3va1Eums9HmzAo2oKzy41Hk1Lm/ROWiUf7NjkOBSOUKoGw4JY+yCSq3Yl40YmDKHCpsbybEy5L7EVfsPzRy/nkf14UcBn7D1OyG8As1pQ5L3g6nzYlKoeQ1nbME2xO1uh1B+e/Zhhr1i/IdeFxGXk2xEsntHxWYFSFB7OYo7K+PAh9aTR3vyGn9mdu3Zs3wMmnxqPYGyRfFxfEFBAEyyhOGAm/AXxrpa8vgq0Jr5iSLFetRDplSxmbpt9E64HvSfmop3eV5wDZGj2hS+bPaJTfukcTjOGF4YWCxTubZqMGylT4ZrJjLpCKX33VH3llJHG/EentICS2gDHlUtlqbzdE8HHxBtHrOslbr+hbfm3ulXY0M+iER+n9Y1ko6Tavr8ZEmp5a5b5auh823358/gG6X4RyzCcA4XuRAZ2r48yCxDx+8STggmGbl1RQf4WfrVIvO1hzNxP+9DmSBWSK3nu1VdPfjShbek5RXQBP/NqwLi64UuWxtkBDsqR98MHRhKyafjUnbILLR6H63nH1jD014+EMylCxm1+DvzrlmQS6dx+usJ65rNQ4oK89kEpOpP/D8z8d02+pj3SeYuWVllCrZj+7fJbjrvBLHZpKPmu4JAumViMBN1OU0I7ctSr+CbWQP6vmnecQ5jlPf4Oim9wmNb+JgLaOzoZ4BYjGYwj5rcxVGo571Pfxf9V1itoJLS8AhOKDXggPh3zc5tvYbFoIUeGutWe87fsNeWil3EEymwUTif5YyJDshMfMN5ec8QJaXrm8Hg+AumHXn+Q4Z03l4neXgTJ2qg0sh9+2lr9ngvzYHIYQeQQtXWg7DmE4C44snOahYyv+RYcjtLkJwnGMPFyRy0hxX0623gkuruBKQmsFcbiB0Vdt/dr7uvw2wyNmA8GdMZcjP23sFGAVcYElf/ExeIu76VPfPnb6y3T8wKtkfiTZ5q8mts6YrKiBtKxIU+W4PMidN0PHgheI6Zd7GDUCMp1tvThkPKt1kwCpevFAVeY3b8En2udOYtlBC/nJDcE2BeFTCNsf8G3UzYjGs15ErtJ1TghwHCemoCS2boNbdLBds4sX1Hlow3xc4mkGIAlM/G/sQcOxLv+mcwxFO4EvVHXyMH50ud0zJ0hZIQexCzZv5dro0kMYxcfDrgwV1CCM45pbNEsC+4hKIMQMqDIkxMxhjllwcMNEZDq8ZL+FKu7zng43DNmWvxEtQ2NGoF7GWhPRr9/YQYegwIb3sxJAmT+Ywery8c4CuX0y0Yk+iOfQXbjcf5M4wZRsVJXm+tl62licu3g80gaIrnhXWgcJfmJezVuK2LJ/YDiiGLrG2+wJRLstZmUsg2i3F4IHGk/tfK5ELEJKumDcYcSw9tSHcqp+OOhqQofsLyPXJuzg8f52TyHAaBI/m9kM/slLlzRgFLrDtj1qZ3j7iyj3ThZ3tUpbIrKCHPBxR8JeYIRMO5kf0wqfdhl/YYjFM2nEMdWqggrWGauBIpIH4Lp8/xnG0LxR8l/OcFgpFh5vu5+ALkJvgdLvUkdRKcahXvZfLi0b30e0xXpbG0fwPrO4Hvc0K4KcvaW9NsV/GcKqJvxexPjbmxthah0AnAy9EEkrl9v4yyo/Rsjw7v6xW5vwZdAbx9m4YCAoT6uCJ73koBrAveHoZVsyu3sqISk0vzHGCjfG8PlpLhvdGq6yuZFeX1r4TsU5Xy8wTQa2BWxlbZZ3b4aoFNMoJE/Ep/k6IaF26gyWED9dIJoGS7RcxTXxDOlDi/NTrz571LS+jAvNPX1Nuwk4Dy26gj6ik+WilxqTrD9IBOhybkZ8mCGr+50nfkspZPkS7IdnX2gIjfzFUUYTW2pTgLtoo0mjHp0h9rIeonIUWg7PdnTWJVC24X5K8EkeKZJsQp5vf1SBowNe6qN4wINxqn8ofGtM2QBu3mmJ5kqx8AYjDikiO8ejVDerJd78IIMySgWUhiqXNccVuUWoWU/1vFnVcxCnTz+qD/QEKEc3ugiLImm/HJ0UqNgDV1oKBz7pZhesZVcm0NYzmToqZGThLRNQQHwY0HPpF7f0iJZUQa1miA2s0R3NKej+adyFaOQTCwrg3QnhIfDZL6JdOyXC4ACYY7QDV6ezGKsRSi+Va+w5ABzJhD8ytOGMc/VsKOEJ/sxfcIgUrpeW5nDdzNbksNKRVmUK6fCbqm7xl24D7iMZjNrzDp3bDTb7uH23Ie+wI8uSJ4yhL5YpWnBvM7TNAIF00mhlP5Kryh0nQ3BsFUn1sAI+qFv4cGaaaAjWm9j/IWP2g8SlgHKymUxgD59KGy/SGI3zTKP9I2pJsSRkY62Pzk4nRWa2OBr+lR8I6XhWH7cvJ5JF9W5HMsaChQf8Dbm9KgRUMsERj9xgW1rvDXog5LzQU63SZMU91vngYWy3yyQAlCa/C9asfnf0uEp35yNFWcZGOBMVhmK0Ae5+ZcW91BLPZdVL3vu6mvScp8palbWISVeIYwiaGhifsBzzWQ7Ss1RcJlVayuqcPCOmb6NK0B8VXisiyfOg3NkVwUK+4aqUy3OSccApaOjx5rfcVpQG9gVSLk5KxUZy0qP5e5WUlepJ37ypqnnHBJXD6M0IWuNlsNm3ct1qtIJ95lKIfyxjmhMS3FZ69GhGn+vGPzLbDfhljUbIhpZsD0ixoaQqnKE5UJWi3k55dOTSMDzv0tc8LWk7QjXPrVykdTDCy3hbQuKN09mwUzZEUiKnfit0EFfUn0OO/is2xDG2vulxAkRKXxG7lX2mE5NF9BGWhEbrT0MEIzWOm4YTGAxKzWjL+Gi8gl00bpdOifxD84PfwkFeE8yECZIVZfWJXGYlMUFlS1Zemlm12+2HEMiteuuPieeCKoPzuf17Vt0KYQCj2LbvuYeIQgDc/fJa4d92rDCz+FecRkld3lK/zJ+3lnLfdnQQaGEsE2WZqr0nJcp36HCN25xPjcLpwoIScvILip1oDISio/KkWsecLfPsGcLixUyLuY622Jc4+6+8M8KWwFtji/85fIlPYGgZLxm92Rm54GTp2xy5nHK2/ZLsRdPMU+Rc1shfQpkt3VPA/G4z5vafk7XasuN+DvbkpUZvWIea0dpVqAOnLC+g5EZIcGq0QfBK34eczzgzw1iW0S+tfoZfQ5ljHR/k2lSMAzz958HgUjR/WYV6EY470yueX38KUiqD8GO6MFp5o5QyJ3+PaVnJKX5sKv3KgL8zueNnLw28MOEHlJv5V971hk50JcSDTiwQCSTduIg6VrkoFa6AhowBatxeNthUALIgkkzzZA8NBJ/3D6uqPXZUMIQXVK5eCM6n7OeACbSkO0P2Sa3AjwZlcfn4MyI6aWk+XuDFKyh4YhNlP740tKB5lkCHR2uoRsqATaclHxIzYGbVmjyux6CCRgT0nUxqViVyfX8etr17zvKBznofii5L0X+FihVnOQGUYKq1vkU8u75p3Ioe/EackPDQk/JtMDcBhEGxMRd/UVnuFS0NcdXfLNZwn0EEpzkLXcivrq42B52ozcMLUQlkoWqVosmy5eS22U5e3MW8mcMsAWjHSz+rErJ4+cczB18nhzWoyBQk05D0fsR9dAxPMHed11z+AXGB/1sutANqVAOzpEn7wVU/POILqjUnITgBHMwFrCWXvAM2y46hvrfbNXhzO6lLhty4i6zzN5g/y6Tmr+4munoW1A1G6Ikm5ugcz12hTxV8jGHOSVM0JSfm+wuEDS6m8ucLQPYl0Soc3GQkpPFKLcklQR++bmbmQ+FDc1VYGT7bElCcFlSJnp9F4HfiKu8UdL5jwK6V307QhHtfe5wOajtaD2onugkA81c4cXd809AFLOMO+rIpVw/78ElM/PZ0ewhtJxuf2LHY+yy0AxWi+a02UCEVtMOCkAXGIHHL4sPJbktGRXSOBPJd95DqG9strVo0zbK0BokrhGoGKVJ/PaGebSESng0gf+4Ovqj/xs8DrBxDIS5IJcQs+KMh8aA5uvugoS4wj3lZecEtXHBb1QR+085Vq+DPPXBmSR/91RAhOxjJuLzXIjuosxnTehCPp3HgQ7iDyKhTG2G7x7cW2mkoZ0DcyZNxX/5uVit0G8K7WrV8w92jDmVw1hlUCaP18yUgtk/JjwnVqUuAgihQC79vYgPavUIc6hCdfBWHEMBP5p6nitG4/e0F+OE+YkBeDhM5hN0SNe6H17HEpnp2TcZ8YZr2py4T7HzNDIh3x/jA0yjOx6jg3x/8hP3fKcUMNvaE9OT5vX8FYalBsBFKIX99Ppsmg9vvzeEmo70P8qUs5q8OmCjxoBUIPvXK4f6cZLVNAdD2MYxwBrAQYuXZV6Jwu1F6oQ5phG+VvJaerZEk4yD7zitBTjtyGFHzLaaPWE5A3c9FYb3ixDqxBAmgc5iRDF+Q9Ai01xQ8dWw+vJpC0niLg0KBC0SN+SFr7NrCllupvk6Q/nIPNtKh14wxlOeA=">
            <a:extLst>
              <a:ext uri="{FF2B5EF4-FFF2-40B4-BE49-F238E27FC236}">
                <a16:creationId xmlns:a16="http://schemas.microsoft.com/office/drawing/2014/main" id="{E6870A49-9379-F37C-4494-A9747448FB10}"/>
              </a:ext>
            </a:extLst>
          </p:cNvPr>
          <p:cNvSpPr>
            <a:spLocks noChangeAspect="1"/>
          </p:cNvSpPr>
          <p:nvPr>
            <p:custDataLst>
              <p:tags r:id="rId1"/>
            </p:custDataLst>
          </p:nvPr>
        </p:nvSpPr>
        <p:spPr>
          <a:xfrm>
            <a:off x="-164386" y="1651546"/>
            <a:ext cx="7549694" cy="4353878"/>
          </a:xfrm>
          <a:prstGeom prst="rect">
            <a:avLst/>
          </a:prstGeom>
          <a:blipFill>
            <a:blip r:embed="rId3"/>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1EC1BE0E-2CCF-618F-3DAE-8E4E72796697}"/>
              </a:ext>
            </a:extLst>
          </p:cNvPr>
          <p:cNvGrpSpPr/>
          <p:nvPr/>
        </p:nvGrpSpPr>
        <p:grpSpPr>
          <a:xfrm>
            <a:off x="6292851" y="372722"/>
            <a:ext cx="5544620" cy="5780429"/>
            <a:chOff x="3752948" y="3536268"/>
            <a:chExt cx="11261817" cy="1469680"/>
          </a:xfrm>
        </p:grpSpPr>
        <p:sp>
          <p:nvSpPr>
            <p:cNvPr id="5" name="Rectangle 4">
              <a:extLst>
                <a:ext uri="{FF2B5EF4-FFF2-40B4-BE49-F238E27FC236}">
                  <a16:creationId xmlns:a16="http://schemas.microsoft.com/office/drawing/2014/main" id="{16DA27E5-BCAA-5FBB-9729-B0CE654AF4A6}"/>
                </a:ext>
              </a:extLst>
            </p:cNvPr>
            <p:cNvSpPr/>
            <p:nvPr/>
          </p:nvSpPr>
          <p:spPr>
            <a:xfrm>
              <a:off x="3752948" y="3779359"/>
              <a:ext cx="11261817" cy="1226589"/>
            </a:xfrm>
            <a:prstGeom prst="rect">
              <a:avLst/>
            </a:prstGeom>
            <a:solidFill>
              <a:schemeClr val="bg1"/>
            </a:solidFill>
            <a:ln>
              <a:solidFill>
                <a:srgbClr val="288FC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100" b="1" u="sng" dirty="0">
                <a:solidFill>
                  <a:schemeClr val="tx1">
                    <a:lumMod val="50000"/>
                  </a:schemeClr>
                </a:solidFill>
                <a:latin typeface="Helvetica Neue" panose="02000503000000020004"/>
              </a:endParaRPr>
            </a:p>
            <a:p>
              <a:r>
                <a:rPr lang="en-US" sz="1100" b="1" u="sng" dirty="0">
                  <a:solidFill>
                    <a:schemeClr val="tx1">
                      <a:lumMod val="50000"/>
                    </a:schemeClr>
                  </a:solidFill>
                  <a:latin typeface="Helvetica Neue" panose="02000503000000020004"/>
                </a:rPr>
                <a:t>Overall BU</a:t>
              </a:r>
            </a:p>
            <a:p>
              <a:pPr marL="171450" indent="-171450">
                <a:buFont typeface="Arial" panose="020B0604020202020204" pitchFamily="34" charset="0"/>
                <a:buChar char="•"/>
              </a:pPr>
              <a:r>
                <a:rPr lang="en-US" sz="1100" dirty="0">
                  <a:solidFill>
                    <a:schemeClr val="tx1">
                      <a:lumMod val="50000"/>
                    </a:schemeClr>
                  </a:solidFill>
                  <a:latin typeface="Helvetica Neue" panose="02000503000000020004"/>
                </a:rPr>
                <a:t>Consolidated 3 segments into 1 vertical with resources focused on Top 10 Brands</a:t>
              </a:r>
            </a:p>
            <a:p>
              <a:pPr marL="171450" indent="-171450">
                <a:buFont typeface="Arial" panose="020B0604020202020204" pitchFamily="34" charset="0"/>
                <a:buChar char="•"/>
              </a:pPr>
              <a:r>
                <a:rPr lang="en-US" sz="1100" dirty="0">
                  <a:solidFill>
                    <a:schemeClr val="tx1">
                      <a:lumMod val="50000"/>
                    </a:schemeClr>
                  </a:solidFill>
                  <a:latin typeface="Helvetica Neue" panose="02000503000000020004"/>
                </a:rPr>
                <a:t>X &amp; Y to remain in a  “Commercial” vertical  </a:t>
              </a:r>
            </a:p>
            <a:p>
              <a:pPr marL="171450" indent="-171450">
                <a:buFont typeface="Arial" panose="020B0604020202020204" pitchFamily="34" charset="0"/>
                <a:buChar char="•"/>
              </a:pPr>
              <a:r>
                <a:rPr lang="en-US" sz="1100" dirty="0">
                  <a:solidFill>
                    <a:schemeClr val="tx1">
                      <a:lumMod val="50000"/>
                    </a:schemeClr>
                  </a:solidFill>
                  <a:latin typeface="Helvetica Neue" panose="02000503000000020004"/>
                </a:rPr>
                <a:t>Marketing organized consistent with Brand Management principles</a:t>
              </a:r>
            </a:p>
            <a:p>
              <a:pPr marL="171450"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HR and Finance will be integrated across the Segment</a:t>
              </a:r>
            </a:p>
            <a:p>
              <a:pPr marL="171450"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Supply Chain in BU to remain focused on world-class S&amp;OP. Operational accountability to move to Center via project z.</a:t>
              </a:r>
              <a:endParaRPr lang="en-US" sz="1100" dirty="0">
                <a:solidFill>
                  <a:schemeClr val="tx1">
                    <a:lumMod val="50000"/>
                  </a:schemeClr>
                </a:solidFill>
                <a:latin typeface="Helvetica Neue" panose="02000503000000020004"/>
              </a:endParaRPr>
            </a:p>
            <a:p>
              <a:endParaRPr lang="en-US" sz="1100" b="1" u="sng" dirty="0">
                <a:solidFill>
                  <a:schemeClr val="tx1">
                    <a:lumMod val="50000"/>
                  </a:schemeClr>
                </a:solidFill>
                <a:latin typeface="Helvetica Neue" panose="02000503000000020004"/>
              </a:endParaRPr>
            </a:p>
            <a:p>
              <a:endParaRPr lang="en-US" sz="1100" b="1" u="sng" dirty="0">
                <a:solidFill>
                  <a:schemeClr val="tx1">
                    <a:lumMod val="50000"/>
                  </a:schemeClr>
                </a:solidFill>
                <a:latin typeface="Helvetica Neue" panose="02000503000000020004"/>
              </a:endParaRPr>
            </a:p>
            <a:p>
              <a:r>
                <a:rPr lang="en-US" sz="1100" b="1" u="sng" dirty="0">
                  <a:solidFill>
                    <a:schemeClr val="tx1">
                      <a:lumMod val="50000"/>
                    </a:schemeClr>
                  </a:solidFill>
                  <a:latin typeface="Helvetica Neue" panose="02000503000000020004"/>
                </a:rPr>
                <a:t>Role Reduction</a:t>
              </a:r>
            </a:p>
            <a:p>
              <a:pPr marL="171450" indent="-171450">
                <a:buFont typeface="Arial" panose="020B0604020202020204" pitchFamily="34" charset="0"/>
                <a:buChar char="•"/>
              </a:pPr>
              <a:r>
                <a:rPr lang="en-US" sz="1100" dirty="0">
                  <a:solidFill>
                    <a:schemeClr val="tx1">
                      <a:lumMod val="50000"/>
                    </a:schemeClr>
                  </a:solidFill>
                  <a:latin typeface="Helvetica Neue" panose="02000503000000020004"/>
                </a:rPr>
                <a:t>Reduced 50% of the CEO, SVP, and VP level roles from 39 to 20</a:t>
              </a:r>
            </a:p>
            <a:p>
              <a:pPr marL="171450"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Shifted to a brand management structure to drive focus on our top 10 brands and reduce non-value added activities</a:t>
              </a:r>
            </a:p>
            <a:p>
              <a:pPr marL="628650" lvl="1"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~130 roles globally in Marketing</a:t>
              </a:r>
            </a:p>
            <a:p>
              <a:pPr marL="1085850" lvl="2"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~45% reduction in roles in x “vertical”</a:t>
              </a:r>
            </a:p>
            <a:p>
              <a:pPr marL="1085850" lvl="2"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~35% reduction in roles in y “vertical”</a:t>
              </a:r>
            </a:p>
            <a:p>
              <a:pPr marL="171450"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R&amp;D roles globally simplified consistent with operating structure</a:t>
              </a:r>
            </a:p>
            <a:p>
              <a:pPr marL="628650" lvl="1"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~45% reduction of roles focused on innovation</a:t>
              </a:r>
            </a:p>
            <a:p>
              <a:pPr marL="628650" lvl="1"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~20% reduction of roles focused on supplier management activities</a:t>
              </a:r>
            </a:p>
            <a:p>
              <a:pPr marL="628650" lvl="1"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 5% reduction of roles Quality, Regulatory and Compliance activities</a:t>
              </a:r>
            </a:p>
            <a:p>
              <a:pPr marL="171450"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US Sales ~15% reduction of roles</a:t>
              </a:r>
            </a:p>
            <a:p>
              <a:pPr marL="628650" lvl="1"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Top 4 Customer roles transitioned to CCO</a:t>
              </a:r>
            </a:p>
            <a:p>
              <a:pPr marL="628650" lvl="1"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Structure and key capabilities rationalized / aligned</a:t>
              </a:r>
            </a:p>
            <a:p>
              <a:pPr marL="628650" lvl="1"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2 specialty sales teams added resources from other 2 BUs in return for SLA</a:t>
              </a:r>
            </a:p>
            <a:p>
              <a:pPr marL="171450"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Assumption of 20% cost reduction of US HR resources</a:t>
              </a:r>
            </a:p>
            <a:p>
              <a:pPr marL="171450"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Assumption of 10% cost reduction of US Finance resources</a:t>
              </a:r>
            </a:p>
            <a:p>
              <a:endPar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endParaRPr>
            </a:p>
          </p:txBody>
        </p:sp>
        <p:sp>
          <p:nvSpPr>
            <p:cNvPr id="6" name="TextBox 5">
              <a:extLst>
                <a:ext uri="{FF2B5EF4-FFF2-40B4-BE49-F238E27FC236}">
                  <a16:creationId xmlns:a16="http://schemas.microsoft.com/office/drawing/2014/main" id="{2FE6392D-60B0-FA58-7311-E9D2F93A8FC6}"/>
                </a:ext>
              </a:extLst>
            </p:cNvPr>
            <p:cNvSpPr txBox="1"/>
            <p:nvPr/>
          </p:nvSpPr>
          <p:spPr>
            <a:xfrm>
              <a:off x="3972208" y="3536268"/>
              <a:ext cx="10235609" cy="91165"/>
            </a:xfrm>
            <a:prstGeom prst="rect">
              <a:avLst/>
            </a:prstGeom>
            <a:noFill/>
          </p:spPr>
          <p:txBody>
            <a:bodyPr wrap="square" rtlCol="0">
              <a:spAutoFit/>
            </a:bodyPr>
            <a:lstStyle/>
            <a:p>
              <a:endParaRPr lang="en-US" sz="1600" b="1">
                <a:latin typeface="Roboto" panose="02000000000000000000" pitchFamily="2" charset="0"/>
                <a:ea typeface="Roboto" panose="02000000000000000000" pitchFamily="2" charset="0"/>
                <a:cs typeface="Arial" panose="020B0604020202020204" pitchFamily="34" charset="0"/>
              </a:endParaRPr>
            </a:p>
          </p:txBody>
        </p:sp>
      </p:grpSp>
    </p:spTree>
    <p:extLst>
      <p:ext uri="{BB962C8B-B14F-4D97-AF65-F5344CB8AC3E}">
        <p14:creationId xmlns:p14="http://schemas.microsoft.com/office/powerpoint/2010/main" val="3274525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83516A-DB9B-1DAF-8609-CEF2CA4D39E0}"/>
              </a:ext>
            </a:extLst>
          </p:cNvPr>
          <p:cNvSpPr>
            <a:spLocks noGrp="1"/>
          </p:cNvSpPr>
          <p:nvPr>
            <p:ph type="body" sz="quarter" idx="10"/>
          </p:nvPr>
        </p:nvSpPr>
        <p:spPr/>
        <p:txBody>
          <a:bodyPr/>
          <a:lstStyle/>
          <a:p>
            <a:r>
              <a:rPr lang="en-US" dirty="0"/>
              <a:t>Business Unit Example – Proposed Org Chart</a:t>
            </a:r>
          </a:p>
        </p:txBody>
      </p:sp>
      <p:graphicFrame>
        <p:nvGraphicFramePr>
          <p:cNvPr id="5" name="Diagram 4">
            <a:extLst>
              <a:ext uri="{FF2B5EF4-FFF2-40B4-BE49-F238E27FC236}">
                <a16:creationId xmlns:a16="http://schemas.microsoft.com/office/drawing/2014/main" id="{14B8AF72-F259-2FBD-05FA-D7D3C8855DC5}"/>
              </a:ext>
            </a:extLst>
          </p:cNvPr>
          <p:cNvGraphicFramePr/>
          <p:nvPr>
            <p:extLst>
              <p:ext uri="{D42A27DB-BD31-4B8C-83A1-F6EECF244321}">
                <p14:modId xmlns:p14="http://schemas.microsoft.com/office/powerpoint/2010/main" val="1165364239"/>
              </p:ext>
            </p:extLst>
          </p:nvPr>
        </p:nvGraphicFramePr>
        <p:xfrm>
          <a:off x="484693" y="1308100"/>
          <a:ext cx="11078657" cy="47752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00D99AF6-D6D6-E3A1-DDEE-ED1271E0DCAB}"/>
              </a:ext>
            </a:extLst>
          </p:cNvPr>
          <p:cNvSpPr txBox="1"/>
          <p:nvPr/>
        </p:nvSpPr>
        <p:spPr>
          <a:xfrm>
            <a:off x="7518400" y="4171464"/>
            <a:ext cx="4044950" cy="1815882"/>
          </a:xfrm>
          <a:prstGeom prst="rect">
            <a:avLst/>
          </a:prstGeom>
          <a:noFill/>
          <a:ln>
            <a:solidFill>
              <a:sysClr val="windowText" lastClr="000000"/>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rPr>
              <a:t>Roles Removed:</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rPr>
              <a:t>Separate VP Sales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rPr>
              <a:t>Separate C&amp;P duplicative heads -- ~7 heads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rPr>
              <a:t>Separate LATAM lead</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rPr>
              <a:t>Roles Changed:</a:t>
            </a:r>
            <a:endParaRPr kumimoji="0" lang="en-US" sz="1400" b="0" i="0" u="none" strike="noStrike" kern="0" cap="none" spc="0" normalizeH="0" baseline="0" noProof="0" dirty="0">
              <a:ln>
                <a:noFill/>
              </a:ln>
              <a:solidFill>
                <a:prstClr val="black"/>
              </a:solidFill>
              <a:effectLst/>
              <a:uLnTx/>
              <a:uFillTx/>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rPr>
              <a:t>Consolidated International</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rPr>
              <a:t>Consolidated Sales</a:t>
            </a:r>
          </a:p>
        </p:txBody>
      </p:sp>
    </p:spTree>
    <p:extLst>
      <p:ext uri="{BB962C8B-B14F-4D97-AF65-F5344CB8AC3E}">
        <p14:creationId xmlns:p14="http://schemas.microsoft.com/office/powerpoint/2010/main" val="4024821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CE06F3-5CEB-0F47-26CB-7C6398B8A930}"/>
              </a:ext>
            </a:extLst>
          </p:cNvPr>
          <p:cNvSpPr>
            <a:spLocks noGrp="1"/>
          </p:cNvSpPr>
          <p:nvPr>
            <p:ph type="body" sz="quarter" idx="10"/>
          </p:nvPr>
        </p:nvSpPr>
        <p:spPr/>
        <p:txBody>
          <a:bodyPr/>
          <a:lstStyle/>
          <a:p>
            <a:r>
              <a:rPr lang="en-US" dirty="0"/>
              <a:t>Function Example – Proposed Org Chart </a:t>
            </a:r>
          </a:p>
        </p:txBody>
      </p:sp>
      <p:graphicFrame>
        <p:nvGraphicFramePr>
          <p:cNvPr id="3" name="Diagram 2">
            <a:extLst>
              <a:ext uri="{FF2B5EF4-FFF2-40B4-BE49-F238E27FC236}">
                <a16:creationId xmlns:a16="http://schemas.microsoft.com/office/drawing/2014/main" id="{313E1533-729D-E8FF-C157-52929EA3AEF0}"/>
              </a:ext>
            </a:extLst>
          </p:cNvPr>
          <p:cNvGraphicFramePr/>
          <p:nvPr>
            <p:extLst>
              <p:ext uri="{D42A27DB-BD31-4B8C-83A1-F6EECF244321}">
                <p14:modId xmlns:p14="http://schemas.microsoft.com/office/powerpoint/2010/main" val="1437159900"/>
              </p:ext>
            </p:extLst>
          </p:nvPr>
        </p:nvGraphicFramePr>
        <p:xfrm>
          <a:off x="788500" y="1026266"/>
          <a:ext cx="10315328" cy="37180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Table 3">
            <a:extLst>
              <a:ext uri="{FF2B5EF4-FFF2-40B4-BE49-F238E27FC236}">
                <a16:creationId xmlns:a16="http://schemas.microsoft.com/office/drawing/2014/main" id="{827595F4-FF4A-74A3-A46A-C790CA5AD420}"/>
              </a:ext>
            </a:extLst>
          </p:cNvPr>
          <p:cNvGraphicFramePr>
            <a:graphicFrameLocks noGrp="1"/>
          </p:cNvGraphicFramePr>
          <p:nvPr>
            <p:extLst>
              <p:ext uri="{D42A27DB-BD31-4B8C-83A1-F6EECF244321}">
                <p14:modId xmlns:p14="http://schemas.microsoft.com/office/powerpoint/2010/main" val="4279344695"/>
              </p:ext>
            </p:extLst>
          </p:nvPr>
        </p:nvGraphicFramePr>
        <p:xfrm>
          <a:off x="6991139" y="4544113"/>
          <a:ext cx="4112689" cy="1098138"/>
        </p:xfrm>
        <a:graphic>
          <a:graphicData uri="http://schemas.openxmlformats.org/drawingml/2006/table">
            <a:tbl>
              <a:tblPr/>
              <a:tblGrid>
                <a:gridCol w="1237788">
                  <a:extLst>
                    <a:ext uri="{9D8B030D-6E8A-4147-A177-3AD203B41FA5}">
                      <a16:colId xmlns:a16="http://schemas.microsoft.com/office/drawing/2014/main" val="856795777"/>
                    </a:ext>
                  </a:extLst>
                </a:gridCol>
                <a:gridCol w="951552">
                  <a:extLst>
                    <a:ext uri="{9D8B030D-6E8A-4147-A177-3AD203B41FA5}">
                      <a16:colId xmlns:a16="http://schemas.microsoft.com/office/drawing/2014/main" val="3980554744"/>
                    </a:ext>
                  </a:extLst>
                </a:gridCol>
                <a:gridCol w="961674">
                  <a:extLst>
                    <a:ext uri="{9D8B030D-6E8A-4147-A177-3AD203B41FA5}">
                      <a16:colId xmlns:a16="http://schemas.microsoft.com/office/drawing/2014/main" val="2081691711"/>
                    </a:ext>
                  </a:extLst>
                </a:gridCol>
                <a:gridCol w="961675">
                  <a:extLst>
                    <a:ext uri="{9D8B030D-6E8A-4147-A177-3AD203B41FA5}">
                      <a16:colId xmlns:a16="http://schemas.microsoft.com/office/drawing/2014/main" val="1578100818"/>
                    </a:ext>
                  </a:extLst>
                </a:gridCol>
              </a:tblGrid>
              <a:tr h="307340">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endParaRPr lang="en-US" sz="12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dirty="0"/>
                        <a:t>Current</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dirty="0"/>
                        <a:t>Future</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dirty="0"/>
                        <a:t>Change</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extLst>
                  <a:ext uri="{0D108BD9-81ED-4DB2-BD59-A6C34878D82A}">
                    <a16:rowId xmlns:a16="http://schemas.microsoft.com/office/drawing/2014/main" val="2602744014"/>
                  </a:ext>
                </a:extLst>
              </a:tr>
              <a:tr h="333598">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dirty="0"/>
                        <a:t>Headcount</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dirty="0"/>
                        <a:t>65</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dirty="0"/>
                        <a:t>50</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dirty="0"/>
                        <a:t>15 / 22%</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extLst>
                  <a:ext uri="{0D108BD9-81ED-4DB2-BD59-A6C34878D82A}">
                    <a16:rowId xmlns:a16="http://schemas.microsoft.com/office/drawing/2014/main" val="584054307"/>
                  </a:ext>
                </a:extLst>
              </a:tr>
              <a:tr h="412757">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dirty="0"/>
                        <a:t>People Cost     ($ in mil)</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dirty="0"/>
                        <a:t>$13.2</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dirty="0"/>
                        <a:t>$10.8</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dirty="0"/>
                        <a:t>$2.4 </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extLst>
                  <a:ext uri="{0D108BD9-81ED-4DB2-BD59-A6C34878D82A}">
                    <a16:rowId xmlns:a16="http://schemas.microsoft.com/office/drawing/2014/main" val="1345285131"/>
                  </a:ext>
                </a:extLst>
              </a:tr>
            </a:tbl>
          </a:graphicData>
        </a:graphic>
      </p:graphicFrame>
    </p:spTree>
    <p:extLst>
      <p:ext uri="{BB962C8B-B14F-4D97-AF65-F5344CB8AC3E}">
        <p14:creationId xmlns:p14="http://schemas.microsoft.com/office/powerpoint/2010/main" val="42666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EE6146-ACC4-4B24-F999-20B24FC44203}"/>
              </a:ext>
            </a:extLst>
          </p:cNvPr>
          <p:cNvSpPr>
            <a:spLocks noGrp="1"/>
          </p:cNvSpPr>
          <p:nvPr>
            <p:ph type="body" sz="quarter" idx="10"/>
          </p:nvPr>
        </p:nvSpPr>
        <p:spPr/>
        <p:txBody>
          <a:bodyPr/>
          <a:lstStyle/>
          <a:p>
            <a:r>
              <a:rPr lang="en-US" dirty="0"/>
              <a:t>Business Unit Example – How Changes Strengthen us for the Future</a:t>
            </a:r>
          </a:p>
        </p:txBody>
      </p:sp>
      <p:grpSp>
        <p:nvGrpSpPr>
          <p:cNvPr id="3" name="Group 2">
            <a:extLst>
              <a:ext uri="{FF2B5EF4-FFF2-40B4-BE49-F238E27FC236}">
                <a16:creationId xmlns:a16="http://schemas.microsoft.com/office/drawing/2014/main" id="{81AD2E97-5F87-2C6F-FA2F-F6D25D9CB023}"/>
              </a:ext>
            </a:extLst>
          </p:cNvPr>
          <p:cNvGrpSpPr/>
          <p:nvPr/>
        </p:nvGrpSpPr>
        <p:grpSpPr>
          <a:xfrm>
            <a:off x="649315" y="1197779"/>
            <a:ext cx="10886193" cy="4810883"/>
            <a:chOff x="649315" y="1381929"/>
            <a:chExt cx="10886193" cy="4810883"/>
          </a:xfrm>
        </p:grpSpPr>
        <p:grpSp>
          <p:nvGrpSpPr>
            <p:cNvPr id="4" name="Group 3">
              <a:extLst>
                <a:ext uri="{FF2B5EF4-FFF2-40B4-BE49-F238E27FC236}">
                  <a16:creationId xmlns:a16="http://schemas.microsoft.com/office/drawing/2014/main" id="{A685727B-6993-3B58-3142-308581767C37}"/>
                </a:ext>
              </a:extLst>
            </p:cNvPr>
            <p:cNvGrpSpPr/>
            <p:nvPr/>
          </p:nvGrpSpPr>
          <p:grpSpPr>
            <a:xfrm>
              <a:off x="649315" y="1381929"/>
              <a:ext cx="2620339" cy="4810883"/>
              <a:chOff x="1150374" y="1378188"/>
              <a:chExt cx="3156156" cy="4810883"/>
            </a:xfrm>
          </p:grpSpPr>
          <p:grpSp>
            <p:nvGrpSpPr>
              <p:cNvPr id="29" name="Group 28">
                <a:extLst>
                  <a:ext uri="{FF2B5EF4-FFF2-40B4-BE49-F238E27FC236}">
                    <a16:creationId xmlns:a16="http://schemas.microsoft.com/office/drawing/2014/main" id="{460849C1-FC9A-0B75-75CD-6BE1EAD5E103}"/>
                  </a:ext>
                </a:extLst>
              </p:cNvPr>
              <p:cNvGrpSpPr/>
              <p:nvPr/>
            </p:nvGrpSpPr>
            <p:grpSpPr>
              <a:xfrm>
                <a:off x="1150374" y="1378188"/>
                <a:ext cx="3156156" cy="1396132"/>
                <a:chOff x="1150374" y="1378188"/>
                <a:chExt cx="3156156" cy="1396132"/>
              </a:xfrm>
            </p:grpSpPr>
            <p:sp>
              <p:nvSpPr>
                <p:cNvPr id="34" name="Rectangle 33">
                  <a:extLst>
                    <a:ext uri="{FF2B5EF4-FFF2-40B4-BE49-F238E27FC236}">
                      <a16:creationId xmlns:a16="http://schemas.microsoft.com/office/drawing/2014/main" id="{BBF07B40-A3D0-E7DC-A7B4-24D15FA6C12F}"/>
                    </a:ext>
                  </a:extLst>
                </p:cNvPr>
                <p:cNvSpPr/>
                <p:nvPr/>
              </p:nvSpPr>
              <p:spPr>
                <a:xfrm>
                  <a:off x="1150374" y="1779637"/>
                  <a:ext cx="3156156" cy="99468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lumMod val="75000"/>
                          <a:lumOff val="25000"/>
                        </a:schemeClr>
                      </a:solidFill>
                      <a:effectLst/>
                      <a:uLnTx/>
                      <a:uFillTx/>
                      <a:latin typeface="Roboto"/>
                      <a:ea typeface="+mn-ea"/>
                      <a:cs typeface="+mn-cs"/>
                    </a:rPr>
                    <a:t>Magnify Talent and align  Resources on our Top Brands to drive market share gains &amp; improved profitability</a:t>
                  </a:r>
                </a:p>
              </p:txBody>
            </p:sp>
            <p:sp>
              <p:nvSpPr>
                <p:cNvPr id="35" name="Rectangle 34">
                  <a:extLst>
                    <a:ext uri="{FF2B5EF4-FFF2-40B4-BE49-F238E27FC236}">
                      <a16:creationId xmlns:a16="http://schemas.microsoft.com/office/drawing/2014/main" id="{7B83A831-1FF5-40B1-1B01-729029F46673}"/>
                    </a:ext>
                  </a:extLst>
                </p:cNvPr>
                <p:cNvSpPr/>
                <p:nvPr/>
              </p:nvSpPr>
              <p:spPr>
                <a:xfrm>
                  <a:off x="1150374" y="1378188"/>
                  <a:ext cx="3156156" cy="40144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Roboto Light" panose="02000000000000000000" pitchFamily="2" charset="0"/>
                      <a:ea typeface="Roboto Light" panose="02000000000000000000" pitchFamily="2" charset="0"/>
                      <a:cs typeface="+mn-cs"/>
                    </a:rPr>
                    <a:t>Value Creation Priority - 1</a:t>
                  </a:r>
                </a:p>
              </p:txBody>
            </p:sp>
          </p:grpSp>
          <p:grpSp>
            <p:nvGrpSpPr>
              <p:cNvPr id="30" name="Group 29">
                <a:extLst>
                  <a:ext uri="{FF2B5EF4-FFF2-40B4-BE49-F238E27FC236}">
                    <a16:creationId xmlns:a16="http://schemas.microsoft.com/office/drawing/2014/main" id="{24D43807-BC60-B48A-A27D-365EECAC1A81}"/>
                  </a:ext>
                </a:extLst>
              </p:cNvPr>
              <p:cNvGrpSpPr/>
              <p:nvPr/>
            </p:nvGrpSpPr>
            <p:grpSpPr>
              <a:xfrm>
                <a:off x="1150374" y="3011435"/>
                <a:ext cx="3156156" cy="3177636"/>
                <a:chOff x="1150374" y="990905"/>
                <a:chExt cx="3156156" cy="3177636"/>
              </a:xfrm>
            </p:grpSpPr>
            <p:sp>
              <p:nvSpPr>
                <p:cNvPr id="32" name="Rectangle 31">
                  <a:extLst>
                    <a:ext uri="{FF2B5EF4-FFF2-40B4-BE49-F238E27FC236}">
                      <a16:creationId xmlns:a16="http://schemas.microsoft.com/office/drawing/2014/main" id="{6E8C7F51-EF91-EAE2-1DCA-7DE513117C8A}"/>
                    </a:ext>
                  </a:extLst>
                </p:cNvPr>
                <p:cNvSpPr/>
                <p:nvPr/>
              </p:nvSpPr>
              <p:spPr>
                <a:xfrm>
                  <a:off x="1150374" y="1292241"/>
                  <a:ext cx="3156156" cy="28763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88900" marR="0" lvl="0" indent="-88900" algn="l" defTabSz="914400" rtl="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Top 10 brands </a:t>
                  </a:r>
                  <a:r>
                    <a:rPr kumimoji="0" lang="en-US" sz="1050" b="0" i="0" u="none" strike="noStrike" kern="1200" cap="none" spc="0" normalizeH="0" baseline="0" noProof="0" dirty="0">
                      <a:ln>
                        <a:noFill/>
                      </a:ln>
                      <a:solidFill>
                        <a:srgbClr val="696158"/>
                      </a:solidFill>
                      <a:effectLst/>
                      <a:uLnTx/>
                      <a:uFillTx/>
                      <a:latin typeface="Roboto"/>
                      <a:ea typeface="+mn-ea"/>
                      <a:cs typeface="+mn-cs"/>
                    </a:rPr>
                    <a:t>led by our best / most experienced Senior Directors and  Directors with clear ownership and accountability</a:t>
                  </a:r>
                </a:p>
                <a:p>
                  <a:pPr marL="88900" marR="0" lvl="0" indent="-88900" algn="l" defTabSz="914400" rtl="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050" b="0" i="0" u="none" strike="noStrike" kern="1200" cap="none" spc="0" normalizeH="0" baseline="0" noProof="0" dirty="0">
                      <a:ln>
                        <a:noFill/>
                      </a:ln>
                      <a:solidFill>
                        <a:srgbClr val="696158"/>
                      </a:solidFill>
                      <a:effectLst/>
                      <a:uLnTx/>
                      <a:uFillTx/>
                      <a:latin typeface="Roboto"/>
                      <a:ea typeface="+mn-ea"/>
                      <a:cs typeface="+mn-cs"/>
                    </a:rPr>
                    <a:t>Reduced structure will </a:t>
                  </a:r>
                  <a:r>
                    <a:rPr kumimoji="0" lang="en-US" sz="1050" b="1" i="0" u="none" strike="noStrike" kern="1200" cap="none" spc="0" normalizeH="0" baseline="0" noProof="0" dirty="0">
                      <a:ln>
                        <a:noFill/>
                      </a:ln>
                      <a:solidFill>
                        <a:srgbClr val="C00000"/>
                      </a:solidFill>
                      <a:effectLst/>
                      <a:uLnTx/>
                      <a:uFillTx/>
                      <a:latin typeface="Roboto"/>
                      <a:ea typeface="+mn-ea"/>
                      <a:cs typeface="+mn-cs"/>
                    </a:rPr>
                    <a:t>accelerate decision making, improve productivity </a:t>
                  </a:r>
                  <a:r>
                    <a:rPr kumimoji="0" lang="en-US" sz="1050" b="0" i="0" u="none" strike="noStrike" kern="1200" cap="none" spc="0" normalizeH="0" baseline="0" noProof="0" dirty="0">
                      <a:ln>
                        <a:noFill/>
                      </a:ln>
                      <a:solidFill>
                        <a:srgbClr val="696158"/>
                      </a:solidFill>
                      <a:effectLst/>
                      <a:uLnTx/>
                      <a:uFillTx/>
                      <a:latin typeface="Roboto"/>
                      <a:ea typeface="+mn-ea"/>
                      <a:cs typeface="+mn-cs"/>
                    </a:rPr>
                    <a:t>and</a:t>
                  </a:r>
                  <a:r>
                    <a:rPr kumimoji="0" lang="en-US" sz="1050" b="1" i="0" u="none" strike="noStrike" kern="1200" cap="none" spc="0" normalizeH="0" baseline="0" noProof="0" dirty="0">
                      <a:ln>
                        <a:noFill/>
                      </a:ln>
                      <a:solidFill>
                        <a:srgbClr val="288FC2"/>
                      </a:solidFill>
                      <a:effectLst/>
                      <a:uLnTx/>
                      <a:uFillTx/>
                      <a:latin typeface="Roboto"/>
                      <a:ea typeface="+mn-ea"/>
                      <a:cs typeface="+mn-cs"/>
                    </a:rPr>
                    <a:t> </a:t>
                  </a:r>
                  <a:r>
                    <a:rPr kumimoji="0" lang="en-US" sz="1050" b="1" i="0" u="none" strike="noStrike" kern="1200" cap="none" spc="0" normalizeH="0" baseline="0" noProof="0" dirty="0">
                      <a:ln>
                        <a:noFill/>
                      </a:ln>
                      <a:solidFill>
                        <a:srgbClr val="C00000"/>
                      </a:solidFill>
                      <a:effectLst/>
                      <a:uLnTx/>
                      <a:uFillTx/>
                      <a:latin typeface="Roboto"/>
                      <a:ea typeface="+mn-ea"/>
                      <a:cs typeface="+mn-cs"/>
                    </a:rPr>
                    <a:t>enable differentiated investment </a:t>
                  </a:r>
                  <a:r>
                    <a:rPr kumimoji="0" lang="en-US" sz="1050" b="0" i="0" u="none" strike="noStrike" kern="1200" cap="none" spc="0" normalizeH="0" baseline="0" noProof="0" dirty="0">
                      <a:ln>
                        <a:noFill/>
                      </a:ln>
                      <a:solidFill>
                        <a:srgbClr val="696158"/>
                      </a:solidFill>
                      <a:effectLst/>
                      <a:uLnTx/>
                      <a:uFillTx/>
                      <a:latin typeface="Roboto"/>
                      <a:ea typeface="+mn-ea"/>
                      <a:cs typeface="+mn-cs"/>
                    </a:rPr>
                    <a:t>in support of key consumer insights</a:t>
                  </a:r>
                </a:p>
                <a:p>
                  <a:pPr marL="88900" marR="0" lvl="0" indent="-88900" algn="l" defTabSz="914400" rtl="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Brands outside Top 10 </a:t>
                  </a:r>
                  <a:r>
                    <a:rPr kumimoji="0" lang="en-US" sz="1050" b="0" i="0" u="none" strike="noStrike" kern="1200" cap="none" spc="0" normalizeH="0" baseline="0" noProof="0" dirty="0">
                      <a:ln>
                        <a:noFill/>
                      </a:ln>
                      <a:solidFill>
                        <a:srgbClr val="696158"/>
                      </a:solidFill>
                      <a:effectLst/>
                      <a:uLnTx/>
                      <a:uFillTx/>
                      <a:latin typeface="Roboto"/>
                      <a:ea typeface="+mn-ea"/>
                      <a:cs typeface="+mn-cs"/>
                    </a:rPr>
                    <a:t>are led by small,  ‘fit for purpose’ teams focused on optimizing value</a:t>
                  </a:r>
                </a:p>
                <a:p>
                  <a:pPr marL="88900" marR="0" lvl="0" indent="-88900" algn="l" defTabSz="914400" rtl="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Align brand teams under the leadership of seasoned brand management experts </a:t>
                  </a:r>
                  <a:r>
                    <a:rPr kumimoji="0" lang="en-US" sz="1050" b="0" i="0" u="none" strike="noStrike" kern="1200" cap="none" spc="0" normalizeH="0" baseline="0" noProof="0" dirty="0">
                      <a:ln>
                        <a:noFill/>
                      </a:ln>
                      <a:solidFill>
                        <a:srgbClr val="696158"/>
                      </a:solidFill>
                      <a:effectLst/>
                      <a:uLnTx/>
                      <a:uFillTx/>
                      <a:latin typeface="Roboto"/>
                      <a:ea typeface="+mn-ea"/>
                      <a:cs typeface="+mn-cs"/>
                    </a:rPr>
                    <a:t>who will drive global brand strategies and expand marketing capability development </a:t>
                  </a:r>
                </a:p>
                <a:p>
                  <a:pPr marL="88900" marR="0" lvl="0" indent="-88900" algn="l" defTabSz="914400" rtl="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endParaRPr kumimoji="0" lang="en-US" sz="1050" b="0" i="0" u="none" strike="noStrike" kern="1200" cap="none" spc="0" normalizeH="0" baseline="0" noProof="0" dirty="0">
                    <a:ln>
                      <a:noFill/>
                    </a:ln>
                    <a:solidFill>
                      <a:srgbClr val="696158"/>
                    </a:solidFill>
                    <a:effectLst/>
                    <a:uLnTx/>
                    <a:uFillTx/>
                    <a:latin typeface="Roboto"/>
                    <a:ea typeface="+mn-ea"/>
                    <a:cs typeface="+mn-cs"/>
                  </a:endParaRPr>
                </a:p>
              </p:txBody>
            </p:sp>
            <p:sp>
              <p:nvSpPr>
                <p:cNvPr id="33" name="Rectangle 32">
                  <a:extLst>
                    <a:ext uri="{FF2B5EF4-FFF2-40B4-BE49-F238E27FC236}">
                      <a16:creationId xmlns:a16="http://schemas.microsoft.com/office/drawing/2014/main" id="{472230A7-B01C-8A9E-4A3D-261FFDC67EC2}"/>
                    </a:ext>
                  </a:extLst>
                </p:cNvPr>
                <p:cNvSpPr/>
                <p:nvPr/>
              </p:nvSpPr>
              <p:spPr>
                <a:xfrm>
                  <a:off x="1150374" y="990905"/>
                  <a:ext cx="3156156" cy="2458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696158"/>
                      </a:solidFill>
                      <a:effectLst/>
                      <a:uLnTx/>
                      <a:uFillTx/>
                      <a:latin typeface="Roboto Light" panose="02000000000000000000" pitchFamily="2" charset="0"/>
                      <a:ea typeface="Roboto Light" panose="02000000000000000000" pitchFamily="2" charset="0"/>
                      <a:cs typeface="+mn-cs"/>
                    </a:rPr>
                    <a:t>Strengthened Through Simplification</a:t>
                  </a:r>
                </a:p>
              </p:txBody>
            </p:sp>
          </p:grpSp>
          <p:sp>
            <p:nvSpPr>
              <p:cNvPr id="31" name="Triangle 30">
                <a:extLst>
                  <a:ext uri="{FF2B5EF4-FFF2-40B4-BE49-F238E27FC236}">
                    <a16:creationId xmlns:a16="http://schemas.microsoft.com/office/drawing/2014/main" id="{A9B0BE6C-2EFC-8EF6-5083-B8FE36FFC8CA}"/>
                  </a:ext>
                </a:extLst>
              </p:cNvPr>
              <p:cNvSpPr/>
              <p:nvPr/>
            </p:nvSpPr>
            <p:spPr>
              <a:xfrm rot="10800000">
                <a:off x="2497394" y="2845289"/>
                <a:ext cx="462116" cy="110615"/>
              </a:xfrm>
              <a:prstGeom prst="triangl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grpSp>
          <p:nvGrpSpPr>
            <p:cNvPr id="5" name="Group 4">
              <a:extLst>
                <a:ext uri="{FF2B5EF4-FFF2-40B4-BE49-F238E27FC236}">
                  <a16:creationId xmlns:a16="http://schemas.microsoft.com/office/drawing/2014/main" id="{061142D5-FD61-C9D0-3C23-D1B06729E872}"/>
                </a:ext>
              </a:extLst>
            </p:cNvPr>
            <p:cNvGrpSpPr/>
            <p:nvPr/>
          </p:nvGrpSpPr>
          <p:grpSpPr>
            <a:xfrm>
              <a:off x="3404599" y="1381929"/>
              <a:ext cx="2620339" cy="4810883"/>
              <a:chOff x="1150374" y="1378188"/>
              <a:chExt cx="3156156" cy="4810883"/>
            </a:xfrm>
          </p:grpSpPr>
          <p:grpSp>
            <p:nvGrpSpPr>
              <p:cNvPr id="22" name="Group 21">
                <a:extLst>
                  <a:ext uri="{FF2B5EF4-FFF2-40B4-BE49-F238E27FC236}">
                    <a16:creationId xmlns:a16="http://schemas.microsoft.com/office/drawing/2014/main" id="{B70B079E-2148-F8FF-49FC-F588E848A490}"/>
                  </a:ext>
                </a:extLst>
              </p:cNvPr>
              <p:cNvGrpSpPr/>
              <p:nvPr/>
            </p:nvGrpSpPr>
            <p:grpSpPr>
              <a:xfrm>
                <a:off x="1150374" y="1378188"/>
                <a:ext cx="3156156" cy="1396132"/>
                <a:chOff x="1150374" y="1378188"/>
                <a:chExt cx="3156156" cy="1396132"/>
              </a:xfrm>
            </p:grpSpPr>
            <p:sp>
              <p:nvSpPr>
                <p:cNvPr id="27" name="Rectangle 26">
                  <a:extLst>
                    <a:ext uri="{FF2B5EF4-FFF2-40B4-BE49-F238E27FC236}">
                      <a16:creationId xmlns:a16="http://schemas.microsoft.com/office/drawing/2014/main" id="{7870B72F-BF5D-8464-DABA-60BD7DF59887}"/>
                    </a:ext>
                  </a:extLst>
                </p:cNvPr>
                <p:cNvSpPr/>
                <p:nvPr/>
              </p:nvSpPr>
              <p:spPr>
                <a:xfrm>
                  <a:off x="1150374" y="1779637"/>
                  <a:ext cx="3156156" cy="99468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lumMod val="75000"/>
                          <a:lumOff val="25000"/>
                        </a:schemeClr>
                      </a:solidFill>
                      <a:effectLst/>
                      <a:uLnTx/>
                      <a:uFillTx/>
                      <a:latin typeface="Roboto"/>
                      <a:ea typeface="+mn-ea"/>
                      <a:cs typeface="+mn-cs"/>
                    </a:rPr>
                    <a:t>Reduce international  fragmentation and leverage scale to grow market power and position</a:t>
                  </a:r>
                </a:p>
              </p:txBody>
            </p:sp>
            <p:sp>
              <p:nvSpPr>
                <p:cNvPr id="28" name="Rectangle 27">
                  <a:extLst>
                    <a:ext uri="{FF2B5EF4-FFF2-40B4-BE49-F238E27FC236}">
                      <a16:creationId xmlns:a16="http://schemas.microsoft.com/office/drawing/2014/main" id="{0AC5BDE3-1135-D997-2BD9-B7545445FA17}"/>
                    </a:ext>
                  </a:extLst>
                </p:cNvPr>
                <p:cNvSpPr/>
                <p:nvPr/>
              </p:nvSpPr>
              <p:spPr>
                <a:xfrm>
                  <a:off x="1150374" y="1378188"/>
                  <a:ext cx="3156156" cy="40144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Roboto Light" panose="02000000000000000000" pitchFamily="2" charset="0"/>
                      <a:ea typeface="Roboto Light" panose="02000000000000000000" pitchFamily="2" charset="0"/>
                      <a:cs typeface="+mn-cs"/>
                    </a:rPr>
                    <a:t>Value Creation Priority - 2</a:t>
                  </a:r>
                </a:p>
              </p:txBody>
            </p:sp>
          </p:grpSp>
          <p:grpSp>
            <p:nvGrpSpPr>
              <p:cNvPr id="23" name="Group 22">
                <a:extLst>
                  <a:ext uri="{FF2B5EF4-FFF2-40B4-BE49-F238E27FC236}">
                    <a16:creationId xmlns:a16="http://schemas.microsoft.com/office/drawing/2014/main" id="{A28271B1-E461-11DB-C98D-534BC8A28F4F}"/>
                  </a:ext>
                </a:extLst>
              </p:cNvPr>
              <p:cNvGrpSpPr/>
              <p:nvPr/>
            </p:nvGrpSpPr>
            <p:grpSpPr>
              <a:xfrm>
                <a:off x="1150374" y="3011435"/>
                <a:ext cx="3156156" cy="3177636"/>
                <a:chOff x="1150374" y="990905"/>
                <a:chExt cx="3156156" cy="3177636"/>
              </a:xfrm>
            </p:grpSpPr>
            <p:sp>
              <p:nvSpPr>
                <p:cNvPr id="25" name="Rectangle 24">
                  <a:extLst>
                    <a:ext uri="{FF2B5EF4-FFF2-40B4-BE49-F238E27FC236}">
                      <a16:creationId xmlns:a16="http://schemas.microsoft.com/office/drawing/2014/main" id="{ABB4343F-C1FA-D4AD-3ACA-E15CE36D813B}"/>
                    </a:ext>
                  </a:extLst>
                </p:cNvPr>
                <p:cNvSpPr/>
                <p:nvPr/>
              </p:nvSpPr>
              <p:spPr>
                <a:xfrm>
                  <a:off x="1150374" y="1292241"/>
                  <a:ext cx="3156156" cy="28763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Top 10 Countries </a:t>
                  </a:r>
                  <a:r>
                    <a:rPr kumimoji="0" lang="en-US" sz="1050" b="0" i="0" u="none" strike="noStrike" kern="1200" cap="none" spc="0" normalizeH="0" baseline="0" noProof="0" dirty="0">
                      <a:ln>
                        <a:noFill/>
                      </a:ln>
                      <a:solidFill>
                        <a:srgbClr val="696158"/>
                      </a:solidFill>
                      <a:effectLst/>
                      <a:uLnTx/>
                      <a:uFillTx/>
                      <a:latin typeface="Roboto"/>
                      <a:ea typeface="+mn-ea"/>
                      <a:cs typeface="+mn-cs"/>
                    </a:rPr>
                    <a:t>- move to cross-BU B2C sales structure to drive scale and efficiency </a:t>
                  </a:r>
                </a:p>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Empower small regional marketing teams</a:t>
                  </a:r>
                  <a:r>
                    <a:rPr kumimoji="0" lang="en-US" sz="1050" b="0" i="0" u="none" strike="noStrike" kern="1200" cap="none" spc="0" normalizeH="0" baseline="0" noProof="0" dirty="0">
                      <a:ln>
                        <a:noFill/>
                      </a:ln>
                      <a:solidFill>
                        <a:srgbClr val="C00000"/>
                      </a:solidFill>
                      <a:effectLst/>
                      <a:uLnTx/>
                      <a:uFillTx/>
                      <a:latin typeface="Roboto"/>
                      <a:ea typeface="+mn-ea"/>
                      <a:cs typeface="+mn-cs"/>
                    </a:rPr>
                    <a:t> </a:t>
                  </a:r>
                  <a:r>
                    <a:rPr kumimoji="0" lang="en-US" sz="1050" b="0" i="0" u="none" strike="noStrike" kern="1200" cap="none" spc="0" normalizeH="0" baseline="0" noProof="0" dirty="0">
                      <a:ln>
                        <a:noFill/>
                      </a:ln>
                      <a:solidFill>
                        <a:srgbClr val="696158"/>
                      </a:solidFill>
                      <a:effectLst/>
                      <a:uLnTx/>
                      <a:uFillTx/>
                      <a:latin typeface="Roboto"/>
                      <a:ea typeface="+mn-ea"/>
                      <a:cs typeface="+mn-cs"/>
                    </a:rPr>
                    <a:t>to coordinate with global brand management and R&amp;D to build winning international assortments and platforms delivering incremental value</a:t>
                  </a:r>
                </a:p>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B2B Growth </a:t>
                  </a:r>
                  <a:r>
                    <a:rPr kumimoji="0" lang="en-US" sz="1050" b="0" i="0" u="none" strike="noStrike" kern="1200" cap="none" spc="0" normalizeH="0" baseline="0" noProof="0" dirty="0">
                      <a:ln>
                        <a:noFill/>
                      </a:ln>
                      <a:solidFill>
                        <a:srgbClr val="696158"/>
                      </a:solidFill>
                      <a:effectLst/>
                      <a:uLnTx/>
                      <a:uFillTx/>
                      <a:latin typeface="Roboto"/>
                      <a:ea typeface="+mn-ea"/>
                      <a:cs typeface="+mn-cs"/>
                    </a:rPr>
                    <a:t>- accelerate International B2B growth by leveraging capabilities in </a:t>
                  </a:r>
                  <a:r>
                    <a:rPr lang="en-US" sz="1050" dirty="0">
                      <a:solidFill>
                        <a:srgbClr val="696158"/>
                      </a:solidFill>
                      <a:latin typeface="Roboto"/>
                    </a:rPr>
                    <a:t>BU 3</a:t>
                  </a:r>
                  <a:endParaRPr kumimoji="0" lang="en-US" sz="1100" b="0" i="0" u="none" strike="noStrike" kern="1200" cap="none" spc="0" normalizeH="0" baseline="0" noProof="0" dirty="0">
                    <a:ln>
                      <a:noFill/>
                    </a:ln>
                    <a:solidFill>
                      <a:srgbClr val="696158"/>
                    </a:solidFill>
                    <a:effectLst/>
                    <a:uLnTx/>
                    <a:uFillTx/>
                    <a:latin typeface="Roboto"/>
                    <a:ea typeface="+mn-ea"/>
                    <a:cs typeface="+mn-cs"/>
                  </a:endParaRPr>
                </a:p>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Leverage international eCommerce team</a:t>
                  </a:r>
                  <a:r>
                    <a:rPr kumimoji="0" lang="en-US" sz="1050" b="0" i="0" u="none" strike="noStrike" kern="1200" cap="none" spc="0" normalizeH="0" baseline="0" noProof="0" dirty="0">
                      <a:ln>
                        <a:noFill/>
                      </a:ln>
                      <a:solidFill>
                        <a:srgbClr val="C00000"/>
                      </a:solidFill>
                      <a:effectLst/>
                      <a:uLnTx/>
                      <a:uFillTx/>
                      <a:latin typeface="Roboto"/>
                      <a:ea typeface="+mn-ea"/>
                      <a:cs typeface="+mn-cs"/>
                    </a:rPr>
                    <a:t> </a:t>
                  </a:r>
                  <a:r>
                    <a:rPr kumimoji="0" lang="en-US" sz="1050" b="0" i="0" u="none" strike="noStrike" kern="1200" cap="none" spc="0" normalizeH="0" baseline="0" noProof="0" dirty="0">
                      <a:ln>
                        <a:noFill/>
                      </a:ln>
                      <a:solidFill>
                        <a:srgbClr val="696158"/>
                      </a:solidFill>
                      <a:effectLst/>
                      <a:uLnTx/>
                      <a:uFillTx/>
                      <a:latin typeface="Roboto"/>
                      <a:ea typeface="+mn-ea"/>
                      <a:cs typeface="+mn-cs"/>
                    </a:rPr>
                    <a:t>to deliver excellence in </a:t>
                  </a:r>
                  <a:r>
                    <a:rPr lang="en-US" sz="1050" dirty="0">
                      <a:solidFill>
                        <a:srgbClr val="696158"/>
                      </a:solidFill>
                      <a:latin typeface="Roboto"/>
                    </a:rPr>
                    <a:t>o</a:t>
                  </a:r>
                  <a:r>
                    <a:rPr kumimoji="0" lang="en-US" sz="1050" b="0" i="0" u="none" strike="noStrike" kern="1200" cap="none" spc="0" normalizeH="0" baseline="0" noProof="0" dirty="0" err="1">
                      <a:ln>
                        <a:noFill/>
                      </a:ln>
                      <a:solidFill>
                        <a:srgbClr val="696158"/>
                      </a:solidFill>
                      <a:effectLst/>
                      <a:uLnTx/>
                      <a:uFillTx/>
                      <a:latin typeface="Roboto"/>
                      <a:ea typeface="+mn-ea"/>
                      <a:cs typeface="+mn-cs"/>
                    </a:rPr>
                    <a:t>mnichannel</a:t>
                  </a:r>
                  <a:r>
                    <a:rPr kumimoji="0" lang="en-US" sz="1050" b="0" i="0" u="none" strike="noStrike" kern="1200" cap="none" spc="0" normalizeH="0" baseline="0" noProof="0" dirty="0">
                      <a:ln>
                        <a:noFill/>
                      </a:ln>
                      <a:solidFill>
                        <a:srgbClr val="696158"/>
                      </a:solidFill>
                      <a:effectLst/>
                      <a:uLnTx/>
                      <a:uFillTx/>
                      <a:latin typeface="Roboto"/>
                      <a:ea typeface="+mn-ea"/>
                      <a:cs typeface="+mn-cs"/>
                    </a:rPr>
                    <a:t> execution</a:t>
                  </a:r>
                </a:p>
              </p:txBody>
            </p:sp>
            <p:sp>
              <p:nvSpPr>
                <p:cNvPr id="26" name="Rectangle 25">
                  <a:extLst>
                    <a:ext uri="{FF2B5EF4-FFF2-40B4-BE49-F238E27FC236}">
                      <a16:creationId xmlns:a16="http://schemas.microsoft.com/office/drawing/2014/main" id="{226630EF-927C-B2C3-1528-E5EA9A4D6AED}"/>
                    </a:ext>
                  </a:extLst>
                </p:cNvPr>
                <p:cNvSpPr/>
                <p:nvPr/>
              </p:nvSpPr>
              <p:spPr>
                <a:xfrm>
                  <a:off x="1150374" y="990905"/>
                  <a:ext cx="3156156" cy="2458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696158"/>
                      </a:solidFill>
                      <a:effectLst/>
                      <a:uLnTx/>
                      <a:uFillTx/>
                      <a:latin typeface="Roboto Light" panose="02000000000000000000" pitchFamily="2" charset="0"/>
                      <a:ea typeface="Roboto Light" panose="02000000000000000000" pitchFamily="2" charset="0"/>
                      <a:cs typeface="+mn-cs"/>
                    </a:rPr>
                    <a:t>Strengthened Through Simplification</a:t>
                  </a:r>
                </a:p>
              </p:txBody>
            </p:sp>
          </p:grpSp>
          <p:sp>
            <p:nvSpPr>
              <p:cNvPr id="24" name="Triangle 23">
                <a:extLst>
                  <a:ext uri="{FF2B5EF4-FFF2-40B4-BE49-F238E27FC236}">
                    <a16:creationId xmlns:a16="http://schemas.microsoft.com/office/drawing/2014/main" id="{252EA20A-F136-C20E-B433-B6D80079693F}"/>
                  </a:ext>
                </a:extLst>
              </p:cNvPr>
              <p:cNvSpPr/>
              <p:nvPr/>
            </p:nvSpPr>
            <p:spPr>
              <a:xfrm rot="10800000">
                <a:off x="2497394" y="2845289"/>
                <a:ext cx="462116" cy="110615"/>
              </a:xfrm>
              <a:prstGeom prst="triangl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grpSp>
          <p:nvGrpSpPr>
            <p:cNvPr id="6" name="Group 5">
              <a:extLst>
                <a:ext uri="{FF2B5EF4-FFF2-40B4-BE49-F238E27FC236}">
                  <a16:creationId xmlns:a16="http://schemas.microsoft.com/office/drawing/2014/main" id="{9D253AED-76AC-F78A-8BB8-0857D508AEC5}"/>
                </a:ext>
              </a:extLst>
            </p:cNvPr>
            <p:cNvGrpSpPr/>
            <p:nvPr/>
          </p:nvGrpSpPr>
          <p:grpSpPr>
            <a:xfrm>
              <a:off x="6159883" y="1381929"/>
              <a:ext cx="2620339" cy="4810883"/>
              <a:chOff x="1150374" y="1378188"/>
              <a:chExt cx="3156156" cy="4810883"/>
            </a:xfrm>
          </p:grpSpPr>
          <p:grpSp>
            <p:nvGrpSpPr>
              <p:cNvPr id="15" name="Group 14">
                <a:extLst>
                  <a:ext uri="{FF2B5EF4-FFF2-40B4-BE49-F238E27FC236}">
                    <a16:creationId xmlns:a16="http://schemas.microsoft.com/office/drawing/2014/main" id="{D7024C9C-DB63-ECF7-8D83-A42890311B62}"/>
                  </a:ext>
                </a:extLst>
              </p:cNvPr>
              <p:cNvGrpSpPr/>
              <p:nvPr/>
            </p:nvGrpSpPr>
            <p:grpSpPr>
              <a:xfrm>
                <a:off x="1150374" y="1378188"/>
                <a:ext cx="3156156" cy="1396132"/>
                <a:chOff x="1150374" y="1378188"/>
                <a:chExt cx="3156156" cy="1396132"/>
              </a:xfrm>
            </p:grpSpPr>
            <p:sp>
              <p:nvSpPr>
                <p:cNvPr id="20" name="Rectangle 19">
                  <a:extLst>
                    <a:ext uri="{FF2B5EF4-FFF2-40B4-BE49-F238E27FC236}">
                      <a16:creationId xmlns:a16="http://schemas.microsoft.com/office/drawing/2014/main" id="{9D588ADA-2107-82BA-A412-06124A914285}"/>
                    </a:ext>
                  </a:extLst>
                </p:cNvPr>
                <p:cNvSpPr/>
                <p:nvPr/>
              </p:nvSpPr>
              <p:spPr>
                <a:xfrm>
                  <a:off x="1150374" y="1779637"/>
                  <a:ext cx="3156156" cy="99468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lumMod val="75000"/>
                          <a:lumOff val="25000"/>
                        </a:schemeClr>
                      </a:solidFill>
                      <a:effectLst/>
                      <a:uLnTx/>
                      <a:uFillTx/>
                      <a:latin typeface="Roboto"/>
                      <a:ea typeface="+mn-ea"/>
                      <a:cs typeface="+mn-cs"/>
                    </a:rPr>
                    <a:t>Simplify customer touchpoints and leverage company-wide assortment to drive growth</a:t>
                  </a:r>
                </a:p>
              </p:txBody>
            </p:sp>
            <p:sp>
              <p:nvSpPr>
                <p:cNvPr id="21" name="Rectangle 20">
                  <a:extLst>
                    <a:ext uri="{FF2B5EF4-FFF2-40B4-BE49-F238E27FC236}">
                      <a16:creationId xmlns:a16="http://schemas.microsoft.com/office/drawing/2014/main" id="{88EE65DD-DE35-047B-874B-7A1724749586}"/>
                    </a:ext>
                  </a:extLst>
                </p:cNvPr>
                <p:cNvSpPr/>
                <p:nvPr/>
              </p:nvSpPr>
              <p:spPr>
                <a:xfrm>
                  <a:off x="1150374" y="1378188"/>
                  <a:ext cx="3156156" cy="40144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Roboto Light" panose="02000000000000000000" pitchFamily="2" charset="0"/>
                      <a:ea typeface="Roboto Light" panose="02000000000000000000" pitchFamily="2" charset="0"/>
                      <a:cs typeface="+mn-cs"/>
                    </a:rPr>
                    <a:t>Value Creation Priority - 3</a:t>
                  </a:r>
                </a:p>
              </p:txBody>
            </p:sp>
          </p:grpSp>
          <p:grpSp>
            <p:nvGrpSpPr>
              <p:cNvPr id="16" name="Group 15">
                <a:extLst>
                  <a:ext uri="{FF2B5EF4-FFF2-40B4-BE49-F238E27FC236}">
                    <a16:creationId xmlns:a16="http://schemas.microsoft.com/office/drawing/2014/main" id="{E4DB6610-7BDD-06CA-7AA8-930E483ED009}"/>
                  </a:ext>
                </a:extLst>
              </p:cNvPr>
              <p:cNvGrpSpPr/>
              <p:nvPr/>
            </p:nvGrpSpPr>
            <p:grpSpPr>
              <a:xfrm>
                <a:off x="1150374" y="3011435"/>
                <a:ext cx="3156156" cy="3177636"/>
                <a:chOff x="1150374" y="990905"/>
                <a:chExt cx="3156156" cy="3177636"/>
              </a:xfrm>
            </p:grpSpPr>
            <p:sp>
              <p:nvSpPr>
                <p:cNvPr id="18" name="Rectangle 17">
                  <a:extLst>
                    <a:ext uri="{FF2B5EF4-FFF2-40B4-BE49-F238E27FC236}">
                      <a16:creationId xmlns:a16="http://schemas.microsoft.com/office/drawing/2014/main" id="{CE3F419C-B555-A39C-55CA-1C537914F482}"/>
                    </a:ext>
                  </a:extLst>
                </p:cNvPr>
                <p:cNvSpPr/>
                <p:nvPr/>
              </p:nvSpPr>
              <p:spPr>
                <a:xfrm>
                  <a:off x="1150374" y="1292241"/>
                  <a:ext cx="3156156" cy="28763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Top 5 Customers </a:t>
                  </a:r>
                  <a:r>
                    <a:rPr kumimoji="0" lang="en-US" sz="1050" b="0" i="0" u="none" strike="noStrike" kern="1200" cap="none" spc="0" normalizeH="0" baseline="0" noProof="0" dirty="0">
                      <a:ln>
                        <a:noFill/>
                      </a:ln>
                      <a:solidFill>
                        <a:srgbClr val="696158"/>
                      </a:solidFill>
                      <a:effectLst/>
                      <a:uLnTx/>
                      <a:uFillTx/>
                      <a:latin typeface="Roboto"/>
                      <a:ea typeface="+mn-ea"/>
                      <a:cs typeface="+mn-cs"/>
                    </a:rPr>
                    <a:t>– Drive scale with enterprise teams, optimized account planning and investment in B2C capabilities (e.g. category mgmt.,  RGM and shopper marketing)</a:t>
                  </a:r>
                </a:p>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B2B</a:t>
                  </a:r>
                  <a:r>
                    <a:rPr kumimoji="0" lang="en-US" sz="1050" b="1" i="0" u="none" strike="noStrike" kern="1200" cap="none" spc="0" normalizeH="0" baseline="0" noProof="0" dirty="0">
                      <a:ln>
                        <a:noFill/>
                      </a:ln>
                      <a:solidFill>
                        <a:srgbClr val="288FC2"/>
                      </a:solidFill>
                      <a:effectLst/>
                      <a:uLnTx/>
                      <a:uFillTx/>
                      <a:latin typeface="Roboto"/>
                      <a:ea typeface="+mn-ea"/>
                      <a:cs typeface="+mn-cs"/>
                    </a:rPr>
                    <a:t> </a:t>
                  </a:r>
                  <a:r>
                    <a:rPr kumimoji="0" lang="en-US" sz="1050" i="0" u="none" strike="noStrike" kern="1200" cap="none" spc="0" normalizeH="0" baseline="0" noProof="0" dirty="0">
                      <a:ln>
                        <a:noFill/>
                      </a:ln>
                      <a:solidFill>
                        <a:schemeClr val="bg2"/>
                      </a:solidFill>
                      <a:effectLst/>
                      <a:uLnTx/>
                      <a:uFillTx/>
                      <a:latin typeface="Roboto"/>
                      <a:ea typeface="+mn-ea"/>
                      <a:cs typeface="+mn-cs"/>
                    </a:rPr>
                    <a:t>- </a:t>
                  </a:r>
                  <a:r>
                    <a:rPr kumimoji="0" lang="en-US" sz="1050" b="0" i="0" u="none" strike="noStrike" kern="1200" cap="none" spc="0" normalizeH="0" baseline="0" noProof="0" dirty="0">
                      <a:ln>
                        <a:noFill/>
                      </a:ln>
                      <a:solidFill>
                        <a:srgbClr val="696158"/>
                      </a:solidFill>
                      <a:effectLst/>
                      <a:uLnTx/>
                      <a:uFillTx/>
                      <a:latin typeface="Roboto"/>
                      <a:ea typeface="+mn-ea"/>
                      <a:cs typeface="+mn-cs"/>
                    </a:rPr>
                    <a:t>maintain best-in-class selling organization that retains domain / category expertise and end-user engagement</a:t>
                  </a:r>
                </a:p>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Deliver cross-BU accountability </a:t>
                  </a:r>
                  <a:r>
                    <a:rPr kumimoji="0" lang="en-US" sz="1050" b="0" i="0" u="none" strike="noStrike" kern="1200" cap="none" spc="0" normalizeH="0" baseline="0" noProof="0" dirty="0">
                      <a:ln>
                        <a:noFill/>
                      </a:ln>
                      <a:solidFill>
                        <a:srgbClr val="696158"/>
                      </a:solidFill>
                      <a:effectLst/>
                      <a:uLnTx/>
                      <a:uFillTx/>
                      <a:latin typeface="Roboto"/>
                      <a:ea typeface="+mn-ea"/>
                      <a:cs typeface="+mn-cs"/>
                    </a:rPr>
                    <a:t>for  grocery, department and specialty stores </a:t>
                  </a:r>
                </a:p>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Simplify Buying </a:t>
                  </a:r>
                  <a:r>
                    <a:rPr kumimoji="0" lang="en-US" sz="1050" b="0" i="0" u="none" strike="noStrike" kern="1200" cap="none" spc="0" normalizeH="0" baseline="0" noProof="0" dirty="0">
                      <a:ln>
                        <a:noFill/>
                      </a:ln>
                      <a:solidFill>
                        <a:srgbClr val="696158"/>
                      </a:solidFill>
                      <a:effectLst/>
                      <a:uLnTx/>
                      <a:uFillTx/>
                      <a:latin typeface="Roboto"/>
                      <a:ea typeface="+mn-ea"/>
                      <a:cs typeface="+mn-cs"/>
                    </a:rPr>
                    <a:t>- improve efficiencies through reduction of SKU count, refined customer touchpoints and a larger catalog of goods</a:t>
                  </a:r>
                </a:p>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dirty="0">
                    <a:ln>
                      <a:noFill/>
                    </a:ln>
                    <a:solidFill>
                      <a:srgbClr val="696158"/>
                    </a:solidFill>
                    <a:effectLst/>
                    <a:uLnTx/>
                    <a:uFillTx/>
                    <a:latin typeface="Roboto"/>
                    <a:ea typeface="+mn-ea"/>
                    <a:cs typeface="+mn-cs"/>
                  </a:endParaRPr>
                </a:p>
              </p:txBody>
            </p:sp>
            <p:sp>
              <p:nvSpPr>
                <p:cNvPr id="19" name="Rectangle 18">
                  <a:extLst>
                    <a:ext uri="{FF2B5EF4-FFF2-40B4-BE49-F238E27FC236}">
                      <a16:creationId xmlns:a16="http://schemas.microsoft.com/office/drawing/2014/main" id="{B639B334-2F5E-1647-674F-1E89058D51DE}"/>
                    </a:ext>
                  </a:extLst>
                </p:cNvPr>
                <p:cNvSpPr/>
                <p:nvPr/>
              </p:nvSpPr>
              <p:spPr>
                <a:xfrm>
                  <a:off x="1150374" y="990905"/>
                  <a:ext cx="3156156" cy="2458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696158"/>
                      </a:solidFill>
                      <a:effectLst/>
                      <a:uLnTx/>
                      <a:uFillTx/>
                      <a:latin typeface="Roboto Light" panose="02000000000000000000" pitchFamily="2" charset="0"/>
                      <a:ea typeface="Roboto Light" panose="02000000000000000000" pitchFamily="2" charset="0"/>
                      <a:cs typeface="+mn-cs"/>
                    </a:rPr>
                    <a:t>Strengthened Through Simplification</a:t>
                  </a:r>
                </a:p>
              </p:txBody>
            </p:sp>
          </p:grpSp>
          <p:sp>
            <p:nvSpPr>
              <p:cNvPr id="17" name="Triangle 16">
                <a:extLst>
                  <a:ext uri="{FF2B5EF4-FFF2-40B4-BE49-F238E27FC236}">
                    <a16:creationId xmlns:a16="http://schemas.microsoft.com/office/drawing/2014/main" id="{E64B3758-9BAC-8B66-04FB-C32BA1582FAE}"/>
                  </a:ext>
                </a:extLst>
              </p:cNvPr>
              <p:cNvSpPr/>
              <p:nvPr/>
            </p:nvSpPr>
            <p:spPr>
              <a:xfrm rot="10800000">
                <a:off x="2497394" y="2845289"/>
                <a:ext cx="462116" cy="110615"/>
              </a:xfrm>
              <a:prstGeom prst="triangl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grpSp>
          <p:nvGrpSpPr>
            <p:cNvPr id="7" name="Group 6">
              <a:extLst>
                <a:ext uri="{FF2B5EF4-FFF2-40B4-BE49-F238E27FC236}">
                  <a16:creationId xmlns:a16="http://schemas.microsoft.com/office/drawing/2014/main" id="{7D964897-19E6-1CEE-8986-89DE20D465AD}"/>
                </a:ext>
              </a:extLst>
            </p:cNvPr>
            <p:cNvGrpSpPr/>
            <p:nvPr/>
          </p:nvGrpSpPr>
          <p:grpSpPr>
            <a:xfrm>
              <a:off x="8915169" y="1381929"/>
              <a:ext cx="2620339" cy="4810882"/>
              <a:chOff x="1150374" y="1378188"/>
              <a:chExt cx="3156156" cy="4810882"/>
            </a:xfrm>
          </p:grpSpPr>
          <p:grpSp>
            <p:nvGrpSpPr>
              <p:cNvPr id="8" name="Group 7">
                <a:extLst>
                  <a:ext uri="{FF2B5EF4-FFF2-40B4-BE49-F238E27FC236}">
                    <a16:creationId xmlns:a16="http://schemas.microsoft.com/office/drawing/2014/main" id="{D79A6AE5-69AF-2246-8AD4-502BE94568D1}"/>
                  </a:ext>
                </a:extLst>
              </p:cNvPr>
              <p:cNvGrpSpPr/>
              <p:nvPr/>
            </p:nvGrpSpPr>
            <p:grpSpPr>
              <a:xfrm>
                <a:off x="1150374" y="1378188"/>
                <a:ext cx="3156156" cy="1396132"/>
                <a:chOff x="1150374" y="1378188"/>
                <a:chExt cx="3156156" cy="1396132"/>
              </a:xfrm>
            </p:grpSpPr>
            <p:sp>
              <p:nvSpPr>
                <p:cNvPr id="13" name="Rectangle 12">
                  <a:extLst>
                    <a:ext uri="{FF2B5EF4-FFF2-40B4-BE49-F238E27FC236}">
                      <a16:creationId xmlns:a16="http://schemas.microsoft.com/office/drawing/2014/main" id="{C3CCE2DA-5E4B-F848-ACD1-46A16FCD20B5}"/>
                    </a:ext>
                  </a:extLst>
                </p:cNvPr>
                <p:cNvSpPr/>
                <p:nvPr/>
              </p:nvSpPr>
              <p:spPr>
                <a:xfrm>
                  <a:off x="1150374" y="1779637"/>
                  <a:ext cx="3156156" cy="99468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lumMod val="75000"/>
                          <a:lumOff val="25000"/>
                        </a:schemeClr>
                      </a:solidFill>
                      <a:effectLst/>
                      <a:uLnTx/>
                      <a:uFillTx/>
                      <a:latin typeface="Roboto"/>
                      <a:ea typeface="+mn-ea"/>
                      <a:cs typeface="+mn-cs"/>
                    </a:rPr>
                    <a:t>Product platform and process simplification will drive meaningful income and GM improvements</a:t>
                  </a:r>
                </a:p>
              </p:txBody>
            </p:sp>
            <p:sp>
              <p:nvSpPr>
                <p:cNvPr id="14" name="Rectangle 13">
                  <a:extLst>
                    <a:ext uri="{FF2B5EF4-FFF2-40B4-BE49-F238E27FC236}">
                      <a16:creationId xmlns:a16="http://schemas.microsoft.com/office/drawing/2014/main" id="{24DF6503-8C82-E9DB-FB0C-B5ABF5032B84}"/>
                    </a:ext>
                  </a:extLst>
                </p:cNvPr>
                <p:cNvSpPr/>
                <p:nvPr/>
              </p:nvSpPr>
              <p:spPr>
                <a:xfrm>
                  <a:off x="1150374" y="1378188"/>
                  <a:ext cx="3156156" cy="40144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Roboto Light" panose="02000000000000000000" pitchFamily="2" charset="0"/>
                      <a:ea typeface="Roboto Light" panose="02000000000000000000" pitchFamily="2" charset="0"/>
                      <a:cs typeface="+mn-cs"/>
                    </a:rPr>
                    <a:t>Value Creation Priority - 4</a:t>
                  </a:r>
                </a:p>
              </p:txBody>
            </p:sp>
          </p:grpSp>
          <p:grpSp>
            <p:nvGrpSpPr>
              <p:cNvPr id="9" name="Group 8">
                <a:extLst>
                  <a:ext uri="{FF2B5EF4-FFF2-40B4-BE49-F238E27FC236}">
                    <a16:creationId xmlns:a16="http://schemas.microsoft.com/office/drawing/2014/main" id="{0E4574D5-17F7-5DE4-1F72-B73D8E35D18C}"/>
                  </a:ext>
                </a:extLst>
              </p:cNvPr>
              <p:cNvGrpSpPr/>
              <p:nvPr/>
            </p:nvGrpSpPr>
            <p:grpSpPr>
              <a:xfrm>
                <a:off x="1150374" y="3011435"/>
                <a:ext cx="3156156" cy="3177635"/>
                <a:chOff x="1150374" y="990905"/>
                <a:chExt cx="3156156" cy="3177635"/>
              </a:xfrm>
            </p:grpSpPr>
            <p:sp>
              <p:nvSpPr>
                <p:cNvPr id="11" name="Rectangle 10">
                  <a:extLst>
                    <a:ext uri="{FF2B5EF4-FFF2-40B4-BE49-F238E27FC236}">
                      <a16:creationId xmlns:a16="http://schemas.microsoft.com/office/drawing/2014/main" id="{0ED8743D-AD19-E66E-373C-CFB9D5E4DCBA}"/>
                    </a:ext>
                  </a:extLst>
                </p:cNvPr>
                <p:cNvSpPr/>
                <p:nvPr/>
              </p:nvSpPr>
              <p:spPr>
                <a:xfrm>
                  <a:off x="1150374" y="1292241"/>
                  <a:ext cx="3156156" cy="2876299"/>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Consolidated Platforms </a:t>
                  </a:r>
                  <a:r>
                    <a:rPr kumimoji="0" lang="en-US" sz="1050" b="0" i="0" u="none" strike="noStrike" kern="1200" cap="none" spc="0" normalizeH="0" baseline="0" noProof="0" dirty="0">
                      <a:ln>
                        <a:noFill/>
                      </a:ln>
                      <a:solidFill>
                        <a:srgbClr val="696158"/>
                      </a:solidFill>
                      <a:effectLst/>
                      <a:uLnTx/>
                      <a:uFillTx/>
                      <a:latin typeface="Roboto"/>
                      <a:ea typeface="+mn-ea"/>
                      <a:cs typeface="+mn-cs"/>
                    </a:rPr>
                    <a:t>- execute platform rationalization across BU 2 to reduce development effort, lower cost and to simplify product messaging and support</a:t>
                  </a:r>
                </a:p>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Company-Wide Processes </a:t>
                  </a:r>
                  <a:r>
                    <a:rPr kumimoji="0" lang="en-US" sz="1050" b="0" i="0" u="none" strike="noStrike" kern="1200" cap="none" spc="0" normalizeH="0" baseline="0" noProof="0" dirty="0">
                      <a:ln>
                        <a:noFill/>
                      </a:ln>
                      <a:solidFill>
                        <a:srgbClr val="696158"/>
                      </a:solidFill>
                      <a:effectLst/>
                      <a:uLnTx/>
                      <a:uFillTx/>
                      <a:latin typeface="Roboto"/>
                      <a:ea typeface="+mn-ea"/>
                      <a:cs typeface="+mn-cs"/>
                    </a:rPr>
                    <a:t>- drive standardization of innovation workflow and product development processes to reduce non-value add differentiation and improve efficiencies</a:t>
                  </a:r>
                </a:p>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Align R&amp;D by brand, technology, material science and overall category expertise </a:t>
                  </a:r>
                  <a:r>
                    <a:rPr kumimoji="0" lang="en-US" sz="1050" b="0" i="0" u="none" strike="noStrike" kern="1200" cap="none" spc="0" normalizeH="0" baseline="0" noProof="0" dirty="0">
                      <a:ln>
                        <a:noFill/>
                      </a:ln>
                      <a:solidFill>
                        <a:srgbClr val="696158"/>
                      </a:solidFill>
                      <a:effectLst/>
                      <a:uLnTx/>
                      <a:uFillTx/>
                      <a:latin typeface="Roboto"/>
                      <a:ea typeface="+mn-ea"/>
                      <a:cs typeface="+mn-cs"/>
                    </a:rPr>
                    <a:t>to deliver fewer, bigger innovations that more effectively differentiate brands in the marketplace</a:t>
                  </a:r>
                </a:p>
              </p:txBody>
            </p:sp>
            <p:sp>
              <p:nvSpPr>
                <p:cNvPr id="12" name="Rectangle 11">
                  <a:extLst>
                    <a:ext uri="{FF2B5EF4-FFF2-40B4-BE49-F238E27FC236}">
                      <a16:creationId xmlns:a16="http://schemas.microsoft.com/office/drawing/2014/main" id="{490F9594-1209-CA6A-2795-700048EB05D5}"/>
                    </a:ext>
                  </a:extLst>
                </p:cNvPr>
                <p:cNvSpPr/>
                <p:nvPr/>
              </p:nvSpPr>
              <p:spPr>
                <a:xfrm>
                  <a:off x="1150374" y="990905"/>
                  <a:ext cx="3156156" cy="2458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696158"/>
                      </a:solidFill>
                      <a:effectLst/>
                      <a:uLnTx/>
                      <a:uFillTx/>
                      <a:latin typeface="Roboto Light" panose="02000000000000000000" pitchFamily="2" charset="0"/>
                      <a:ea typeface="Roboto Light" panose="02000000000000000000" pitchFamily="2" charset="0"/>
                      <a:cs typeface="+mn-cs"/>
                    </a:rPr>
                    <a:t>Strengthened Through Simplification</a:t>
                  </a:r>
                </a:p>
              </p:txBody>
            </p:sp>
          </p:grpSp>
          <p:sp>
            <p:nvSpPr>
              <p:cNvPr id="10" name="Triangle 9">
                <a:extLst>
                  <a:ext uri="{FF2B5EF4-FFF2-40B4-BE49-F238E27FC236}">
                    <a16:creationId xmlns:a16="http://schemas.microsoft.com/office/drawing/2014/main" id="{86362AC1-6932-4E01-3D83-563095692480}"/>
                  </a:ext>
                </a:extLst>
              </p:cNvPr>
              <p:cNvSpPr/>
              <p:nvPr/>
            </p:nvSpPr>
            <p:spPr>
              <a:xfrm rot="10800000">
                <a:off x="2497394" y="2845289"/>
                <a:ext cx="462116" cy="110615"/>
              </a:xfrm>
              <a:prstGeom prst="triangl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grpSp>
    </p:spTree>
    <p:extLst>
      <p:ext uri="{BB962C8B-B14F-4D97-AF65-F5344CB8AC3E}">
        <p14:creationId xmlns:p14="http://schemas.microsoft.com/office/powerpoint/2010/main" val="3280149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36D0C1F-55D8-9522-C8D1-75CE9F4F8A39}"/>
              </a:ext>
            </a:extLst>
          </p:cNvPr>
          <p:cNvSpPr>
            <a:spLocks noGrp="1"/>
          </p:cNvSpPr>
          <p:nvPr>
            <p:ph type="body" sz="quarter" idx="10"/>
          </p:nvPr>
        </p:nvSpPr>
        <p:spPr/>
        <p:txBody>
          <a:bodyPr/>
          <a:lstStyle/>
          <a:p>
            <a:r>
              <a:rPr lang="en-US" dirty="0"/>
              <a:t>Business Unit Example – Design Principles Self Check</a:t>
            </a:r>
          </a:p>
        </p:txBody>
      </p:sp>
      <p:graphicFrame>
        <p:nvGraphicFramePr>
          <p:cNvPr id="4" name="Table 4">
            <a:extLst>
              <a:ext uri="{FF2B5EF4-FFF2-40B4-BE49-F238E27FC236}">
                <a16:creationId xmlns:a16="http://schemas.microsoft.com/office/drawing/2014/main" id="{63C52E80-2D85-CF01-E3D4-3D09B7877EF9}"/>
              </a:ext>
            </a:extLst>
          </p:cNvPr>
          <p:cNvGraphicFramePr>
            <a:graphicFrameLocks noGrp="1"/>
          </p:cNvGraphicFramePr>
          <p:nvPr>
            <p:extLst>
              <p:ext uri="{D42A27DB-BD31-4B8C-83A1-F6EECF244321}">
                <p14:modId xmlns:p14="http://schemas.microsoft.com/office/powerpoint/2010/main" val="197666257"/>
              </p:ext>
            </p:extLst>
          </p:nvPr>
        </p:nvGraphicFramePr>
        <p:xfrm>
          <a:off x="649315" y="1229607"/>
          <a:ext cx="11299530" cy="5106099"/>
        </p:xfrm>
        <a:graphic>
          <a:graphicData uri="http://schemas.openxmlformats.org/drawingml/2006/table">
            <a:tbl>
              <a:tblPr>
                <a:tableStyleId>{5C22544A-7EE6-4342-B048-85BDC9FD1C3A}</a:tableStyleId>
              </a:tblPr>
              <a:tblGrid>
                <a:gridCol w="402791">
                  <a:extLst>
                    <a:ext uri="{9D8B030D-6E8A-4147-A177-3AD203B41FA5}">
                      <a16:colId xmlns:a16="http://schemas.microsoft.com/office/drawing/2014/main" val="1348340166"/>
                    </a:ext>
                  </a:extLst>
                </a:gridCol>
                <a:gridCol w="1431796">
                  <a:extLst>
                    <a:ext uri="{9D8B030D-6E8A-4147-A177-3AD203B41FA5}">
                      <a16:colId xmlns:a16="http://schemas.microsoft.com/office/drawing/2014/main" val="1689082526"/>
                    </a:ext>
                  </a:extLst>
                </a:gridCol>
                <a:gridCol w="2963195">
                  <a:extLst>
                    <a:ext uri="{9D8B030D-6E8A-4147-A177-3AD203B41FA5}">
                      <a16:colId xmlns:a16="http://schemas.microsoft.com/office/drawing/2014/main" val="3366238993"/>
                    </a:ext>
                  </a:extLst>
                </a:gridCol>
                <a:gridCol w="709673">
                  <a:extLst>
                    <a:ext uri="{9D8B030D-6E8A-4147-A177-3AD203B41FA5}">
                      <a16:colId xmlns:a16="http://schemas.microsoft.com/office/drawing/2014/main" val="3352014479"/>
                    </a:ext>
                  </a:extLst>
                </a:gridCol>
                <a:gridCol w="5792075">
                  <a:extLst>
                    <a:ext uri="{9D8B030D-6E8A-4147-A177-3AD203B41FA5}">
                      <a16:colId xmlns:a16="http://schemas.microsoft.com/office/drawing/2014/main" val="3375153803"/>
                    </a:ext>
                  </a:extLst>
                </a:gridCol>
              </a:tblGrid>
              <a:tr h="324785">
                <a:tc>
                  <a:txBody>
                    <a:bodyPr/>
                    <a:lstStyle/>
                    <a:p>
                      <a:pPr algn="ctr"/>
                      <a:endParaRPr lang="en-US" sz="1050"/>
                    </a:p>
                  </a:txBody>
                  <a:tcPr anchor="ctr">
                    <a:solidFill>
                      <a:schemeClr val="bg1"/>
                    </a:solidFill>
                  </a:tcPr>
                </a:tc>
                <a:tc>
                  <a:txBody>
                    <a:bodyPr/>
                    <a:lstStyle/>
                    <a:p>
                      <a:endParaRPr lang="en-US" sz="1050"/>
                    </a:p>
                  </a:txBody>
                  <a:tcPr anchor="ctr">
                    <a:solidFill>
                      <a:schemeClr val="bg1"/>
                    </a:solidFill>
                  </a:tcPr>
                </a:tc>
                <a:tc>
                  <a:txBody>
                    <a:bodyPr/>
                    <a:lstStyle/>
                    <a:p>
                      <a:endParaRPr lang="en-US" sz="1050"/>
                    </a:p>
                  </a:txBody>
                  <a:tcPr anchor="ctr">
                    <a:solidFill>
                      <a:schemeClr val="bg1"/>
                    </a:solidFill>
                  </a:tcPr>
                </a:tc>
                <a:tc>
                  <a:txBody>
                    <a:bodyPr/>
                    <a:lstStyle/>
                    <a:p>
                      <a:r>
                        <a:rPr lang="en-US" sz="1050" b="1"/>
                        <a:t>Status</a:t>
                      </a:r>
                    </a:p>
                  </a:txBody>
                  <a:tcPr anchor="ctr">
                    <a:solidFill>
                      <a:schemeClr val="bg1"/>
                    </a:solidFill>
                  </a:tcPr>
                </a:tc>
                <a:tc>
                  <a:txBody>
                    <a:bodyPr/>
                    <a:lstStyle/>
                    <a:p>
                      <a:r>
                        <a:rPr lang="en-US" sz="1050" b="1"/>
                        <a:t>Notes</a:t>
                      </a:r>
                    </a:p>
                  </a:txBody>
                  <a:tcPr anchor="ctr">
                    <a:solidFill>
                      <a:schemeClr val="bg1"/>
                    </a:solidFill>
                  </a:tcPr>
                </a:tc>
                <a:extLst>
                  <a:ext uri="{0D108BD9-81ED-4DB2-BD59-A6C34878D82A}">
                    <a16:rowId xmlns:a16="http://schemas.microsoft.com/office/drawing/2014/main" val="3487359650"/>
                  </a:ext>
                </a:extLst>
              </a:tr>
              <a:tr h="324785">
                <a:tc rowSpan="4">
                  <a:txBody>
                    <a:bodyPr/>
                    <a:lstStyle/>
                    <a:p>
                      <a:pPr algn="ctr"/>
                      <a:r>
                        <a:rPr lang="en-US" sz="1050" b="1"/>
                        <a:t>1</a:t>
                      </a:r>
                    </a:p>
                  </a:txBody>
                  <a:tcPr anchor="ctr"/>
                </a:tc>
                <a:tc rowSpan="4">
                  <a:txBody>
                    <a:bodyPr/>
                    <a:lstStyle/>
                    <a:p>
                      <a:r>
                        <a:rPr lang="en-US" sz="1050" b="1"/>
                        <a:t>Reduce management duplication and bureaucracy</a:t>
                      </a:r>
                    </a:p>
                  </a:txBody>
                  <a:tcPr anchor="ctr"/>
                </a:tc>
                <a:tc>
                  <a:txBody>
                    <a:bodyPr/>
                    <a:lstStyle/>
                    <a:p>
                      <a:r>
                        <a:rPr lang="en-US" sz="1050"/>
                        <a:t>Move from 7 BU to 3 Segments</a:t>
                      </a:r>
                    </a:p>
                  </a:txBody>
                  <a:tcPr anchor="ctr"/>
                </a:tc>
                <a:tc>
                  <a:txBody>
                    <a:bodyPr/>
                    <a:lstStyle/>
                    <a:p>
                      <a:endParaRPr lang="en-US" sz="1050"/>
                    </a:p>
                  </a:txBody>
                  <a:tcPr anchor="ctr">
                    <a:solidFill>
                      <a:srgbClr val="00B050"/>
                    </a:solidFill>
                  </a:tcPr>
                </a:tc>
                <a:tc>
                  <a:txBody>
                    <a:bodyPr/>
                    <a:lstStyle/>
                    <a:p>
                      <a:r>
                        <a:rPr lang="en-US" sz="1050" dirty="0"/>
                        <a:t>Consolidated</a:t>
                      </a:r>
                    </a:p>
                  </a:txBody>
                  <a:tcPr anchor="ctr"/>
                </a:tc>
                <a:extLst>
                  <a:ext uri="{0D108BD9-81ED-4DB2-BD59-A6C34878D82A}">
                    <a16:rowId xmlns:a16="http://schemas.microsoft.com/office/drawing/2014/main" val="2592379512"/>
                  </a:ext>
                </a:extLst>
              </a:tr>
              <a:tr h="324785">
                <a:tc vMerge="1">
                  <a:txBody>
                    <a:bodyPr/>
                    <a:lstStyle/>
                    <a:p>
                      <a:endParaRPr lang="en-US" sz="1050"/>
                    </a:p>
                  </a:txBody>
                  <a:tcPr/>
                </a:tc>
                <a:tc vMerge="1">
                  <a:txBody>
                    <a:bodyPr/>
                    <a:lstStyle/>
                    <a:p>
                      <a:endParaRPr lang="en-US" sz="105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Reduce SVPS by 40%</a:t>
                      </a:r>
                    </a:p>
                  </a:txBody>
                  <a:tcPr anchor="ctr"/>
                </a:tc>
                <a:tc>
                  <a:txBody>
                    <a:bodyPr/>
                    <a:lstStyle/>
                    <a:p>
                      <a:endParaRPr lang="en-US" sz="1050"/>
                    </a:p>
                  </a:txBody>
                  <a:tcPr anchor="ctr">
                    <a:solidFill>
                      <a:srgbClr val="00B050"/>
                    </a:solidFill>
                  </a:tcPr>
                </a:tc>
                <a:tc rowSpan="2">
                  <a:txBody>
                    <a:bodyPr/>
                    <a:lstStyle/>
                    <a:p>
                      <a:r>
                        <a:rPr lang="en-US" sz="1050"/>
                        <a:t>CEO, SVP and VP roles projected to decline ~50% from 40 current, a cost decrease of $12 - 15M</a:t>
                      </a:r>
                    </a:p>
                  </a:txBody>
                  <a:tcPr anchor="ctr"/>
                </a:tc>
                <a:extLst>
                  <a:ext uri="{0D108BD9-81ED-4DB2-BD59-A6C34878D82A}">
                    <a16:rowId xmlns:a16="http://schemas.microsoft.com/office/drawing/2014/main" val="1886159879"/>
                  </a:ext>
                </a:extLst>
              </a:tr>
              <a:tr h="324785">
                <a:tc vMerge="1">
                  <a:txBody>
                    <a:bodyPr/>
                    <a:lstStyle/>
                    <a:p>
                      <a:endParaRPr lang="en-US" sz="1050"/>
                    </a:p>
                  </a:txBody>
                  <a:tcPr/>
                </a:tc>
                <a:tc vMerge="1">
                  <a:txBody>
                    <a:bodyPr/>
                    <a:lstStyle/>
                    <a:p>
                      <a:endParaRPr lang="en-US" sz="105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Reduce VPs by 30%</a:t>
                      </a:r>
                    </a:p>
                  </a:txBody>
                  <a:tcPr anchor="ctr"/>
                </a:tc>
                <a:tc>
                  <a:txBody>
                    <a:bodyPr/>
                    <a:lstStyle/>
                    <a:p>
                      <a:endParaRPr lang="en-US" sz="1050"/>
                    </a:p>
                  </a:txBody>
                  <a:tcPr anchor="ctr">
                    <a:solidFill>
                      <a:srgbClr val="00B050"/>
                    </a:solidFill>
                  </a:tcPr>
                </a:tc>
                <a:tc vMerge="1">
                  <a:txBody>
                    <a:bodyPr/>
                    <a:lstStyle/>
                    <a:p>
                      <a:r>
                        <a:rPr lang="en-US" sz="1050"/>
                        <a:t>CEO, SVP and VP  role reduction from 40 to 20 with a cost decrease of $12M to $15M</a:t>
                      </a:r>
                    </a:p>
                  </a:txBody>
                  <a:tcPr anchor="ctr"/>
                </a:tc>
                <a:extLst>
                  <a:ext uri="{0D108BD9-81ED-4DB2-BD59-A6C34878D82A}">
                    <a16:rowId xmlns:a16="http://schemas.microsoft.com/office/drawing/2014/main" val="1969841745"/>
                  </a:ext>
                </a:extLst>
              </a:tr>
              <a:tr h="324785">
                <a:tc vMerge="1">
                  <a:txBody>
                    <a:bodyPr/>
                    <a:lstStyle/>
                    <a:p>
                      <a:endParaRPr lang="en-US" sz="1050"/>
                    </a:p>
                  </a:txBody>
                  <a:tcPr/>
                </a:tc>
                <a:tc vMerge="1">
                  <a:txBody>
                    <a:bodyPr/>
                    <a:lstStyle/>
                    <a:p>
                      <a:endParaRPr lang="en-US" sz="1050"/>
                    </a:p>
                  </a:txBody>
                  <a:tcPr/>
                </a:tc>
                <a:tc>
                  <a:txBody>
                    <a:bodyPr/>
                    <a:lstStyle/>
                    <a:p>
                      <a:r>
                        <a:rPr lang="en-US" sz="1050"/>
                        <a:t>Improve SPOC by 1 in L4-L5</a:t>
                      </a:r>
                    </a:p>
                  </a:txBody>
                  <a:tcPr anchor="ctr"/>
                </a:tc>
                <a:tc>
                  <a:txBody>
                    <a:bodyPr/>
                    <a:lstStyle/>
                    <a:p>
                      <a:endParaRPr lang="en-US" sz="1050" dirty="0"/>
                    </a:p>
                  </a:txBody>
                  <a:tcPr anchor="ctr">
                    <a:solidFill>
                      <a:srgbClr val="FFC000"/>
                    </a:solidFill>
                  </a:tcPr>
                </a:tc>
                <a:tc>
                  <a:txBody>
                    <a:bodyPr/>
                    <a:lstStyle/>
                    <a:p>
                      <a:r>
                        <a:rPr lang="en-US" sz="1050"/>
                        <a:t>In-progress</a:t>
                      </a:r>
                    </a:p>
                  </a:txBody>
                  <a:tcPr anchor="ctr"/>
                </a:tc>
                <a:extLst>
                  <a:ext uri="{0D108BD9-81ED-4DB2-BD59-A6C34878D82A}">
                    <a16:rowId xmlns:a16="http://schemas.microsoft.com/office/drawing/2014/main" val="3495927388"/>
                  </a:ext>
                </a:extLst>
              </a:tr>
              <a:tr h="324785">
                <a:tc rowSpan="3">
                  <a:txBody>
                    <a:bodyPr/>
                    <a:lstStyle/>
                    <a:p>
                      <a:pPr algn="ctr"/>
                      <a:r>
                        <a:rPr lang="en-US" sz="1050" b="1"/>
                        <a:t>2</a:t>
                      </a:r>
                    </a:p>
                  </a:txBody>
                  <a:tcPr anchor="ctr"/>
                </a:tc>
                <a:tc rowSpan="2">
                  <a:txBody>
                    <a:bodyPr/>
                    <a:lstStyle/>
                    <a:p>
                      <a:r>
                        <a:rPr lang="en-US" sz="1050" b="1" dirty="0"/>
                        <a:t>Transform Marketing in the BU</a:t>
                      </a:r>
                    </a:p>
                  </a:txBody>
                  <a:tcPr anchor="ctr"/>
                </a:tc>
                <a:tc>
                  <a:txBody>
                    <a:bodyPr/>
                    <a:lstStyle/>
                    <a:p>
                      <a:r>
                        <a:rPr lang="en-US" sz="1050"/>
                        <a:t>Drive brand-focused Marketing structure</a:t>
                      </a:r>
                    </a:p>
                  </a:txBody>
                  <a:tcPr anchor="ctr"/>
                </a:tc>
                <a:tc>
                  <a:txBody>
                    <a:bodyPr/>
                    <a:lstStyle/>
                    <a:p>
                      <a:endParaRPr lang="en-US" sz="1050" dirty="0"/>
                    </a:p>
                  </a:txBody>
                  <a:tcPr anchor="ctr">
                    <a:solidFill>
                      <a:srgbClr val="00B050"/>
                    </a:solidFill>
                  </a:tcPr>
                </a:tc>
                <a:tc>
                  <a:txBody>
                    <a:bodyPr/>
                    <a:lstStyle/>
                    <a:p>
                      <a:r>
                        <a:rPr lang="en-US" sz="1050"/>
                        <a:t>Shifted our Marketing teams to a Brand Management structure; Dedicated, brand management resources limited to top 10 Brands</a:t>
                      </a:r>
                    </a:p>
                  </a:txBody>
                  <a:tcPr anchor="ctr"/>
                </a:tc>
                <a:extLst>
                  <a:ext uri="{0D108BD9-81ED-4DB2-BD59-A6C34878D82A}">
                    <a16:rowId xmlns:a16="http://schemas.microsoft.com/office/drawing/2014/main" val="2184643770"/>
                  </a:ext>
                </a:extLst>
              </a:tr>
              <a:tr h="738148">
                <a:tc vMerge="1">
                  <a:txBody>
                    <a:bodyPr/>
                    <a:lstStyle/>
                    <a:p>
                      <a:endParaRPr lang="en-US" sz="1050"/>
                    </a:p>
                  </a:txBody>
                  <a:tcPr/>
                </a:tc>
                <a:tc vMerge="1">
                  <a:txBody>
                    <a:bodyPr/>
                    <a:lstStyle/>
                    <a:p>
                      <a:endParaRPr lang="en-US" sz="1050"/>
                    </a:p>
                  </a:txBody>
                  <a:tcPr/>
                </a:tc>
                <a:tc>
                  <a:txBody>
                    <a:bodyPr/>
                    <a:lstStyle/>
                    <a:p>
                      <a:r>
                        <a:rPr lang="en-US" sz="1050"/>
                        <a:t>Top 30 Brands have dedicated teams of 5-7 people; reduce Marketing OH &amp; FTE by 50%</a:t>
                      </a:r>
                    </a:p>
                  </a:txBody>
                  <a:tcPr anchor="ctr"/>
                </a:tc>
                <a:tc>
                  <a:txBody>
                    <a:bodyPr/>
                    <a:lstStyle/>
                    <a:p>
                      <a:endParaRPr lang="en-US" sz="1050" dirty="0"/>
                    </a:p>
                  </a:txBody>
                  <a:tcPr anchor="ctr">
                    <a:solidFill>
                      <a:srgbClr val="FFC000"/>
                    </a:solidFill>
                  </a:tcPr>
                </a:tc>
                <a:tc>
                  <a:txBody>
                    <a:bodyPr/>
                    <a:lstStyle/>
                    <a:p>
                      <a:r>
                        <a:rPr lang="en-US" sz="1050" dirty="0"/>
                        <a:t>In-progress.  Plan to reduce global Marketing roles by 45%. Potential savings of $20 – 26M. </a:t>
                      </a:r>
                    </a:p>
                  </a:txBody>
                  <a:tcPr anchor="ctr"/>
                </a:tc>
                <a:extLst>
                  <a:ext uri="{0D108BD9-81ED-4DB2-BD59-A6C34878D82A}">
                    <a16:rowId xmlns:a16="http://schemas.microsoft.com/office/drawing/2014/main" val="3285612903"/>
                  </a:ext>
                </a:extLst>
              </a:tr>
              <a:tr h="738148">
                <a:tc vMerge="1">
                  <a:txBody>
                    <a:bodyPr/>
                    <a:lstStyle/>
                    <a:p>
                      <a:endParaRPr lang="en-US" sz="1050"/>
                    </a:p>
                  </a:txBody>
                  <a:tcPr/>
                </a:tc>
                <a:tc>
                  <a:txBody>
                    <a:bodyPr/>
                    <a:lstStyle/>
                    <a:p>
                      <a:r>
                        <a:rPr lang="en-US" sz="1050" b="1"/>
                        <a:t>Transform Marketing Corporate</a:t>
                      </a:r>
                    </a:p>
                  </a:txBody>
                  <a:tcPr anchor="ctr"/>
                </a:tc>
                <a:tc>
                  <a:txBody>
                    <a:bodyPr/>
                    <a:lstStyle/>
                    <a:p>
                      <a:r>
                        <a:rPr lang="en-US" sz="1050"/>
                        <a:t>Build scale and muscle in marketing excellence by simplification and reducing costs 25%</a:t>
                      </a:r>
                    </a:p>
                  </a:txBody>
                  <a:tcPr anchor="ctr"/>
                </a:tc>
                <a:tc>
                  <a:txBody>
                    <a:bodyPr/>
                    <a:lstStyle/>
                    <a:p>
                      <a:endParaRPr lang="en-US" sz="1050"/>
                    </a:p>
                  </a:txBody>
                  <a:tcPr anchor="ctr">
                    <a:solidFill>
                      <a:schemeClr val="tx1"/>
                    </a:solidFill>
                  </a:tcPr>
                </a:tc>
                <a:tc>
                  <a:txBody>
                    <a:bodyPr/>
                    <a:lstStyle/>
                    <a:p>
                      <a:r>
                        <a:rPr lang="en-US" sz="1050" dirty="0"/>
                        <a:t>Not applicable for BU</a:t>
                      </a:r>
                    </a:p>
                  </a:txBody>
                  <a:tcPr anchor="ctr"/>
                </a:tc>
                <a:extLst>
                  <a:ext uri="{0D108BD9-81ED-4DB2-BD59-A6C34878D82A}">
                    <a16:rowId xmlns:a16="http://schemas.microsoft.com/office/drawing/2014/main" val="1271502562"/>
                  </a:ext>
                </a:extLst>
              </a:tr>
              <a:tr h="531466">
                <a:tc>
                  <a:txBody>
                    <a:bodyPr/>
                    <a:lstStyle/>
                    <a:p>
                      <a:pPr algn="ctr"/>
                      <a:r>
                        <a:rPr lang="en-US" sz="1050" b="1"/>
                        <a:t>3</a:t>
                      </a:r>
                    </a:p>
                  </a:txBody>
                  <a:tcPr anchor="ctr"/>
                </a:tc>
                <a:tc>
                  <a:txBody>
                    <a:bodyPr/>
                    <a:lstStyle/>
                    <a:p>
                      <a:r>
                        <a:rPr lang="en-US" sz="1050" b="1"/>
                        <a:t>Sales US</a:t>
                      </a:r>
                    </a:p>
                  </a:txBody>
                  <a:tcPr anchor="ctr"/>
                </a:tc>
                <a:tc>
                  <a:txBody>
                    <a:bodyPr/>
                    <a:lstStyle/>
                    <a:p>
                      <a:r>
                        <a:rPr lang="en-US" sz="1050" dirty="0"/>
                        <a:t>Build consolidated sales team for top 4 enterprise customers</a:t>
                      </a:r>
                    </a:p>
                  </a:txBody>
                  <a:tcPr anchor="ctr"/>
                </a:tc>
                <a:tc>
                  <a:txBody>
                    <a:bodyPr/>
                    <a:lstStyle/>
                    <a:p>
                      <a:endParaRPr lang="en-US" sz="1050" dirty="0"/>
                    </a:p>
                  </a:txBody>
                  <a:tcPr anchor="ctr">
                    <a:solidFill>
                      <a:srgbClr val="00B050"/>
                    </a:solidFill>
                  </a:tcPr>
                </a:tc>
                <a:tc>
                  <a:txBody>
                    <a:bodyPr/>
                    <a:lstStyle/>
                    <a:p>
                      <a:r>
                        <a:rPr lang="en-US" sz="1050"/>
                        <a:t>Top 4 Enterprise customers transferred to Chief Customer Officer.  </a:t>
                      </a:r>
                    </a:p>
                  </a:txBody>
                  <a:tcPr anchor="ctr"/>
                </a:tc>
                <a:extLst>
                  <a:ext uri="{0D108BD9-81ED-4DB2-BD59-A6C34878D82A}">
                    <a16:rowId xmlns:a16="http://schemas.microsoft.com/office/drawing/2014/main" val="3463192831"/>
                  </a:ext>
                </a:extLst>
              </a:tr>
              <a:tr h="531466">
                <a:tc rowSpan="2">
                  <a:txBody>
                    <a:bodyPr/>
                    <a:lstStyle/>
                    <a:p>
                      <a:pPr algn="ctr"/>
                      <a:r>
                        <a:rPr lang="en-US" sz="1050" b="1"/>
                        <a:t>4</a:t>
                      </a:r>
                    </a:p>
                  </a:txBody>
                  <a:tcPr anchor="ctr"/>
                </a:tc>
                <a:tc rowSpan="2">
                  <a:txBody>
                    <a:bodyPr/>
                    <a:lstStyle/>
                    <a:p>
                      <a:r>
                        <a:rPr lang="en-US" sz="1050" b="1"/>
                        <a:t>Go To Market International</a:t>
                      </a:r>
                    </a:p>
                  </a:txBody>
                  <a:tcPr anchor="ctr"/>
                </a:tc>
                <a:tc>
                  <a:txBody>
                    <a:bodyPr/>
                    <a:lstStyle/>
                    <a:p>
                      <a:r>
                        <a:rPr lang="en-US" sz="1050" dirty="0"/>
                        <a:t>Expand country model beyond first location</a:t>
                      </a:r>
                    </a:p>
                  </a:txBody>
                  <a:tcPr anchor="ctr"/>
                </a:tc>
                <a:tc>
                  <a:txBody>
                    <a:bodyPr/>
                    <a:lstStyle/>
                    <a:p>
                      <a:endParaRPr lang="en-US" sz="1050" dirty="0"/>
                    </a:p>
                  </a:txBody>
                  <a:tcPr anchor="ctr">
                    <a:solidFill>
                      <a:srgbClr val="FFC000"/>
                    </a:solidFill>
                  </a:tcPr>
                </a:tc>
                <a:tc>
                  <a:txBody>
                    <a:bodyPr/>
                    <a:lstStyle/>
                    <a:p>
                      <a:r>
                        <a:rPr lang="en-US" sz="1050" dirty="0"/>
                        <a:t>In progress</a:t>
                      </a:r>
                    </a:p>
                  </a:txBody>
                  <a:tcPr anchor="ctr"/>
                </a:tc>
                <a:extLst>
                  <a:ext uri="{0D108BD9-81ED-4DB2-BD59-A6C34878D82A}">
                    <a16:rowId xmlns:a16="http://schemas.microsoft.com/office/drawing/2014/main" val="3884360722"/>
                  </a:ext>
                </a:extLst>
              </a:tr>
              <a:tr h="531466">
                <a:tc vMerge="1">
                  <a:txBody>
                    <a:bodyPr/>
                    <a:lstStyle/>
                    <a:p>
                      <a:endParaRPr lang="en-US" sz="1050"/>
                    </a:p>
                  </a:txBody>
                  <a:tcPr/>
                </a:tc>
                <a:tc vMerge="1">
                  <a:txBody>
                    <a:bodyPr/>
                    <a:lstStyle/>
                    <a:p>
                      <a:endParaRPr lang="en-US" sz="1050"/>
                    </a:p>
                  </a:txBody>
                  <a:tcPr/>
                </a:tc>
                <a:tc>
                  <a:txBody>
                    <a:bodyPr/>
                    <a:lstStyle/>
                    <a:p>
                      <a:r>
                        <a:rPr lang="en-US" sz="1050"/>
                        <a:t>Build appropriate and pragmatic scale in EMEA in partnership with the segments</a:t>
                      </a:r>
                    </a:p>
                  </a:txBody>
                  <a:tcPr anchor="ctr"/>
                </a:tc>
                <a:tc>
                  <a:txBody>
                    <a:bodyPr/>
                    <a:lstStyle/>
                    <a:p>
                      <a:endParaRPr lang="en-US" sz="1050" dirty="0"/>
                    </a:p>
                  </a:txBody>
                  <a:tcPr anchor="ctr">
                    <a:solidFill>
                      <a:srgbClr val="FFC000"/>
                    </a:solidFill>
                  </a:tcPr>
                </a:tc>
                <a:tc>
                  <a:txBody>
                    <a:bodyPr/>
                    <a:lstStyle/>
                    <a:p>
                      <a:r>
                        <a:rPr lang="en-US" sz="1050" dirty="0"/>
                        <a:t>In progress</a:t>
                      </a:r>
                    </a:p>
                  </a:txBody>
                  <a:tcPr anchor="ctr"/>
                </a:tc>
                <a:extLst>
                  <a:ext uri="{0D108BD9-81ED-4DB2-BD59-A6C34878D82A}">
                    <a16:rowId xmlns:a16="http://schemas.microsoft.com/office/drawing/2014/main" val="3726955852"/>
                  </a:ext>
                </a:extLst>
              </a:tr>
            </a:tbl>
          </a:graphicData>
        </a:graphic>
      </p:graphicFrame>
    </p:spTree>
    <p:extLst>
      <p:ext uri="{BB962C8B-B14F-4D97-AF65-F5344CB8AC3E}">
        <p14:creationId xmlns:p14="http://schemas.microsoft.com/office/powerpoint/2010/main" val="3964078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DEE1AE0-3322-E852-86A5-0483CBDA848F}"/>
              </a:ext>
            </a:extLst>
          </p:cNvPr>
          <p:cNvSpPr>
            <a:spLocks noGrp="1"/>
          </p:cNvSpPr>
          <p:nvPr>
            <p:ph type="body" sz="quarter" idx="10"/>
          </p:nvPr>
        </p:nvSpPr>
        <p:spPr/>
        <p:txBody>
          <a:bodyPr/>
          <a:lstStyle/>
          <a:p>
            <a:r>
              <a:rPr lang="en-US" dirty="0"/>
              <a:t>Business Unit Example – Business Continuity &amp; Risks</a:t>
            </a:r>
          </a:p>
        </p:txBody>
      </p:sp>
      <p:sp>
        <p:nvSpPr>
          <p:cNvPr id="4" name="Rectangle 3">
            <a:extLst>
              <a:ext uri="{FF2B5EF4-FFF2-40B4-BE49-F238E27FC236}">
                <a16:creationId xmlns:a16="http://schemas.microsoft.com/office/drawing/2014/main" id="{3D9DF720-ADA0-C87D-D965-0496A5483965}"/>
              </a:ext>
            </a:extLst>
          </p:cNvPr>
          <p:cNvSpPr/>
          <p:nvPr/>
        </p:nvSpPr>
        <p:spPr>
          <a:xfrm>
            <a:off x="992119" y="1723660"/>
            <a:ext cx="4842624" cy="380084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Courier New" panose="02070309020205020404" pitchFamily="49" charset="0"/>
              <a:buChar char="o"/>
            </a:pPr>
            <a:endParaRPr lang="en-US" sz="1100" dirty="0">
              <a:solidFill>
                <a:schemeClr val="tx1">
                  <a:lumMod val="75000"/>
                  <a:lumOff val="25000"/>
                </a:schemeClr>
              </a:solidFill>
              <a:ea typeface="Helvetica Neue Condensed" panose="02000503000000020004" pitchFamily="2" charset="0"/>
              <a:cs typeface="Arial" panose="020B0604020202020204" pitchFamily="34" charset="0"/>
            </a:endParaRPr>
          </a:p>
          <a:p>
            <a:pPr marL="285750"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Loss of “top talent” through the consolidation </a:t>
            </a:r>
          </a:p>
          <a:p>
            <a:pPr marL="742950" lvl="1"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MITIGATION:  </a:t>
            </a:r>
            <a:r>
              <a:rPr lang="en-US" sz="1200" dirty="0">
                <a:solidFill>
                  <a:schemeClr val="tx1">
                    <a:lumMod val="50000"/>
                  </a:schemeClr>
                </a:solidFill>
                <a:ea typeface="Helvetica Neue Condensed" panose="02000503000000020004" pitchFamily="2" charset="0"/>
                <a:cs typeface="Arial" panose="020B0604020202020204" pitchFamily="34" charset="0"/>
              </a:rPr>
              <a:t>Compensation / Retention strategies to incent appropriate behavior</a:t>
            </a:r>
          </a:p>
          <a:p>
            <a:pPr marL="742950" lvl="1" indent="-285750">
              <a:buFont typeface="Courier New" panose="02070309020205020404" pitchFamily="49" charset="0"/>
              <a:buChar char="o"/>
            </a:pPr>
            <a:endParaRPr lang="en-US" sz="1200" dirty="0">
              <a:solidFill>
                <a:schemeClr val="tx1">
                  <a:lumMod val="50000"/>
                </a:schemeClr>
              </a:solidFill>
              <a:ea typeface="Helvetica Neue Condensed" panose="02000503000000020004" pitchFamily="2" charset="0"/>
              <a:cs typeface="Arial" panose="020B0604020202020204" pitchFamily="34" charset="0"/>
            </a:endParaRPr>
          </a:p>
          <a:p>
            <a:pPr marL="285750"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Resultant workload sizable; critical tasks not fulfilled</a:t>
            </a:r>
          </a:p>
          <a:p>
            <a:pPr marL="742950" lvl="1"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MITIGATION:  </a:t>
            </a:r>
            <a:r>
              <a:rPr lang="en-US" sz="1200" dirty="0">
                <a:solidFill>
                  <a:schemeClr val="tx1">
                    <a:lumMod val="50000"/>
                  </a:schemeClr>
                </a:solidFill>
                <a:ea typeface="Helvetica Neue Condensed" panose="02000503000000020004" pitchFamily="2" charset="0"/>
                <a:cs typeface="Arial" panose="020B0604020202020204" pitchFamily="34" charset="0"/>
              </a:rPr>
              <a:t>Engage critical functional line-level leaders to pressure test organizational structure.  Consolidate key workstreams ahead of organizational roll-out to identify STOP/START/CONTINUE of current activities.</a:t>
            </a:r>
          </a:p>
          <a:p>
            <a:pPr marL="742950" lvl="1" indent="-285750">
              <a:buFont typeface="Courier New" panose="02070309020205020404" pitchFamily="49" charset="0"/>
              <a:buChar char="o"/>
            </a:pPr>
            <a:endParaRPr lang="en-US" sz="1200" dirty="0">
              <a:solidFill>
                <a:schemeClr val="tx1">
                  <a:lumMod val="50000"/>
                </a:schemeClr>
              </a:solidFill>
              <a:ea typeface="Helvetica Neue Condensed" panose="02000503000000020004" pitchFamily="2" charset="0"/>
              <a:cs typeface="Arial" panose="020B0604020202020204" pitchFamily="34" charset="0"/>
            </a:endParaRPr>
          </a:p>
          <a:p>
            <a:pPr marL="285750"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Ways of working unclear across organization</a:t>
            </a:r>
          </a:p>
          <a:p>
            <a:pPr marL="742950" lvl="1"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MITIGATION:  </a:t>
            </a:r>
            <a:r>
              <a:rPr lang="en-US" sz="1200" dirty="0">
                <a:solidFill>
                  <a:schemeClr val="tx1">
                    <a:lumMod val="50000"/>
                  </a:schemeClr>
                </a:solidFill>
                <a:ea typeface="Helvetica Neue Condensed" panose="02000503000000020004" pitchFamily="2" charset="0"/>
                <a:cs typeface="Arial" panose="020B0604020202020204" pitchFamily="34" charset="0"/>
              </a:rPr>
              <a:t>Define functional / organizational design principles.  Communicate key areas on Day One.</a:t>
            </a:r>
          </a:p>
          <a:p>
            <a:pPr marL="742950" lvl="1" indent="-285750">
              <a:buFont typeface="Courier New" panose="02070309020205020404" pitchFamily="49" charset="0"/>
              <a:buChar char="o"/>
            </a:pPr>
            <a:endParaRPr lang="en-US" sz="1200" dirty="0">
              <a:solidFill>
                <a:schemeClr val="tx1">
                  <a:lumMod val="50000"/>
                </a:schemeClr>
              </a:solidFill>
              <a:ea typeface="Helvetica Neue Condensed" panose="02000503000000020004" pitchFamily="2" charset="0"/>
              <a:cs typeface="Arial" panose="020B0604020202020204" pitchFamily="34" charset="0"/>
            </a:endParaRPr>
          </a:p>
          <a:p>
            <a:pPr marL="285750"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Loss of “tribal knowledge” throughout transition</a:t>
            </a:r>
          </a:p>
          <a:p>
            <a:pPr marL="742950" lvl="1"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MITIGATION:  </a:t>
            </a:r>
            <a:r>
              <a:rPr lang="en-US" sz="1200" dirty="0">
                <a:solidFill>
                  <a:schemeClr val="tx1">
                    <a:lumMod val="50000"/>
                  </a:schemeClr>
                </a:solidFill>
                <a:ea typeface="Helvetica Neue Condensed" panose="02000503000000020004" pitchFamily="2" charset="0"/>
                <a:cs typeface="Arial" panose="020B0604020202020204" pitchFamily="34" charset="0"/>
              </a:rPr>
              <a:t>Talent selection to focus on critical domain expertise.  Consider select roles tied to transition schedule in essential geographies impacted by real estate closure.</a:t>
            </a:r>
          </a:p>
          <a:p>
            <a:pPr marL="742950" lvl="1" indent="-285750">
              <a:buFont typeface="Courier New" panose="02070309020205020404" pitchFamily="49" charset="0"/>
              <a:buChar char="o"/>
            </a:pPr>
            <a:endParaRPr lang="en-US" sz="1100" dirty="0">
              <a:solidFill>
                <a:schemeClr val="tx1">
                  <a:lumMod val="50000"/>
                </a:schemeClr>
              </a:solidFill>
              <a:ea typeface="Helvetica Neue Condensed" panose="02000503000000020004" pitchFamily="2" charset="0"/>
              <a:cs typeface="Arial" panose="020B0604020202020204" pitchFamily="34" charset="0"/>
            </a:endParaRPr>
          </a:p>
        </p:txBody>
      </p:sp>
      <p:sp>
        <p:nvSpPr>
          <p:cNvPr id="5" name="TextBox 4">
            <a:extLst>
              <a:ext uri="{FF2B5EF4-FFF2-40B4-BE49-F238E27FC236}">
                <a16:creationId xmlns:a16="http://schemas.microsoft.com/office/drawing/2014/main" id="{81A10089-0360-BC31-825B-DF4D9AE8C964}"/>
              </a:ext>
            </a:extLst>
          </p:cNvPr>
          <p:cNvSpPr txBox="1"/>
          <p:nvPr/>
        </p:nvSpPr>
        <p:spPr>
          <a:xfrm>
            <a:off x="992119" y="1425523"/>
            <a:ext cx="4842624" cy="253686"/>
          </a:xfrm>
          <a:prstGeom prst="rect">
            <a:avLst/>
          </a:prstGeom>
          <a:noFill/>
        </p:spPr>
        <p:txBody>
          <a:bodyPr wrap="square" rtlCol="0">
            <a:spAutoFit/>
          </a:bodyPr>
          <a:lstStyle/>
          <a:p>
            <a:r>
              <a:rPr lang="en-US" sz="1400" b="1">
                <a:ea typeface="Helvetica Neue Condensed" panose="02000503000000020004" pitchFamily="2" charset="0"/>
                <a:cs typeface="Arial" panose="020B0604020202020204" pitchFamily="34" charset="0"/>
              </a:rPr>
              <a:t>Risks to Execution</a:t>
            </a:r>
          </a:p>
        </p:txBody>
      </p:sp>
      <p:sp>
        <p:nvSpPr>
          <p:cNvPr id="7" name="Rectangle 6">
            <a:extLst>
              <a:ext uri="{FF2B5EF4-FFF2-40B4-BE49-F238E27FC236}">
                <a16:creationId xmlns:a16="http://schemas.microsoft.com/office/drawing/2014/main" id="{1185EFED-857B-BCFB-7CDB-042420D23318}"/>
              </a:ext>
            </a:extLst>
          </p:cNvPr>
          <p:cNvSpPr/>
          <p:nvPr/>
        </p:nvSpPr>
        <p:spPr>
          <a:xfrm>
            <a:off x="6026330" y="1723660"/>
            <a:ext cx="5343418" cy="380084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Courier New" panose="02070309020205020404" pitchFamily="49" charset="0"/>
              <a:buChar char="o"/>
            </a:pPr>
            <a:endParaRPr lang="en-US" sz="1200" b="1" dirty="0">
              <a:solidFill>
                <a:schemeClr val="tx1">
                  <a:lumMod val="50000"/>
                </a:schemeClr>
              </a:solidFill>
              <a:ea typeface="Helvetica Neue Condensed" panose="02000503000000020004" pitchFamily="2" charset="0"/>
              <a:cs typeface="Arial" panose="020B0604020202020204" pitchFamily="34" charset="0"/>
            </a:endParaRPr>
          </a:p>
          <a:p>
            <a:pPr marL="285750"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Clarity on role-leveling process across BUs; need to address potential disparities</a:t>
            </a:r>
          </a:p>
          <a:p>
            <a:pPr marL="285750" indent="-285750">
              <a:buFont typeface="Courier New" panose="02070309020205020404" pitchFamily="49" charset="0"/>
              <a:buChar char="o"/>
            </a:pPr>
            <a:endParaRPr lang="en-US" sz="1200" b="1" dirty="0">
              <a:solidFill>
                <a:schemeClr val="tx1">
                  <a:lumMod val="50000"/>
                </a:schemeClr>
              </a:solidFill>
              <a:ea typeface="Helvetica Neue Condensed" panose="02000503000000020004" pitchFamily="2" charset="0"/>
              <a:cs typeface="Arial" panose="020B0604020202020204" pitchFamily="34" charset="0"/>
            </a:endParaRPr>
          </a:p>
          <a:p>
            <a:pPr marL="285750"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Closure / exit activities – who owns / who supports?</a:t>
            </a:r>
          </a:p>
          <a:p>
            <a:pPr marL="285750" indent="-285750">
              <a:buFont typeface="Courier New" panose="02070309020205020404" pitchFamily="49" charset="0"/>
              <a:buChar char="o"/>
            </a:pPr>
            <a:endParaRPr lang="en-US" sz="1200" b="1" dirty="0">
              <a:solidFill>
                <a:schemeClr val="tx1">
                  <a:lumMod val="50000"/>
                </a:schemeClr>
              </a:solidFill>
              <a:ea typeface="Helvetica Neue Condensed" panose="02000503000000020004" pitchFamily="2" charset="0"/>
              <a:cs typeface="Arial" panose="020B0604020202020204" pitchFamily="34" charset="0"/>
            </a:endParaRPr>
          </a:p>
          <a:p>
            <a:pPr marL="285750"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Do we integrate x &amp; y?</a:t>
            </a:r>
          </a:p>
          <a:p>
            <a:pPr marL="285750" indent="-285750">
              <a:buFont typeface="Courier New" panose="02070309020205020404" pitchFamily="49" charset="0"/>
              <a:buChar char="o"/>
            </a:pPr>
            <a:endParaRPr lang="en-US" sz="1200" b="1" dirty="0">
              <a:solidFill>
                <a:schemeClr val="tx1">
                  <a:lumMod val="50000"/>
                </a:schemeClr>
              </a:solidFill>
              <a:ea typeface="Helvetica Neue Condensed" panose="02000503000000020004" pitchFamily="2" charset="0"/>
              <a:cs typeface="Arial" panose="020B0604020202020204" pitchFamily="34" charset="0"/>
            </a:endParaRPr>
          </a:p>
          <a:p>
            <a:pPr marL="285750"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Functional role definition / clarity – when will Corporate Functions advise?</a:t>
            </a:r>
          </a:p>
          <a:p>
            <a:pPr marL="285750" indent="-285750">
              <a:buFont typeface="Courier New" panose="02070309020205020404" pitchFamily="49" charset="0"/>
              <a:buChar char="o"/>
            </a:pPr>
            <a:endParaRPr lang="en-US" sz="1200" b="1" dirty="0">
              <a:solidFill>
                <a:schemeClr val="tx1">
                  <a:lumMod val="50000"/>
                </a:schemeClr>
              </a:solidFill>
              <a:ea typeface="Helvetica Neue Condensed" panose="02000503000000020004" pitchFamily="2" charset="0"/>
              <a:cs typeface="Arial" panose="020B0604020202020204" pitchFamily="34" charset="0"/>
            </a:endParaRPr>
          </a:p>
          <a:p>
            <a:pPr marL="285750"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Near-term strategy for non-Core Brands?</a:t>
            </a:r>
          </a:p>
          <a:p>
            <a:pPr marL="285750" indent="-285750">
              <a:buFont typeface="Courier New" panose="02070309020205020404" pitchFamily="49" charset="0"/>
              <a:buChar char="o"/>
            </a:pPr>
            <a:endParaRPr lang="en-US" sz="1200" b="1" dirty="0">
              <a:solidFill>
                <a:schemeClr val="tx1">
                  <a:lumMod val="50000"/>
                </a:schemeClr>
              </a:solidFill>
              <a:ea typeface="Helvetica Neue Condensed" panose="02000503000000020004" pitchFamily="2" charset="0"/>
              <a:cs typeface="Arial" panose="020B0604020202020204" pitchFamily="34" charset="0"/>
            </a:endParaRPr>
          </a:p>
        </p:txBody>
      </p:sp>
      <p:sp>
        <p:nvSpPr>
          <p:cNvPr id="8" name="TextBox 7">
            <a:extLst>
              <a:ext uri="{FF2B5EF4-FFF2-40B4-BE49-F238E27FC236}">
                <a16:creationId xmlns:a16="http://schemas.microsoft.com/office/drawing/2014/main" id="{72CA7D48-1B22-1FDA-623E-1B09B21A8336}"/>
              </a:ext>
            </a:extLst>
          </p:cNvPr>
          <p:cNvSpPr txBox="1"/>
          <p:nvPr/>
        </p:nvSpPr>
        <p:spPr>
          <a:xfrm>
            <a:off x="6026330" y="1425523"/>
            <a:ext cx="5343418" cy="253686"/>
          </a:xfrm>
          <a:prstGeom prst="rect">
            <a:avLst/>
          </a:prstGeom>
          <a:noFill/>
        </p:spPr>
        <p:txBody>
          <a:bodyPr wrap="square" rtlCol="0">
            <a:spAutoFit/>
          </a:bodyPr>
          <a:lstStyle/>
          <a:p>
            <a:r>
              <a:rPr lang="en-US" sz="1400" b="1" dirty="0">
                <a:ea typeface="Helvetica Neue Condensed" panose="02000503000000020004" pitchFamily="2" charset="0"/>
                <a:cs typeface="Arial" panose="020B0604020202020204" pitchFamily="34" charset="0"/>
              </a:rPr>
              <a:t>Open Questions / Help Needed</a:t>
            </a:r>
          </a:p>
        </p:txBody>
      </p:sp>
    </p:spTree>
    <p:extLst>
      <p:ext uri="{BB962C8B-B14F-4D97-AF65-F5344CB8AC3E}">
        <p14:creationId xmlns:p14="http://schemas.microsoft.com/office/powerpoint/2010/main" val="7731793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62C6876-1EF9-B75F-E7CE-8145232DE14F}"/>
              </a:ext>
            </a:extLst>
          </p:cNvPr>
          <p:cNvSpPr>
            <a:spLocks noGrp="1"/>
          </p:cNvSpPr>
          <p:nvPr>
            <p:ph type="body" sz="quarter" idx="10"/>
          </p:nvPr>
        </p:nvSpPr>
        <p:spPr/>
        <p:txBody>
          <a:bodyPr/>
          <a:lstStyle/>
          <a:p>
            <a:r>
              <a:rPr lang="en-US" dirty="0"/>
              <a:t>Example of Actions from the Workshop</a:t>
            </a:r>
          </a:p>
        </p:txBody>
      </p:sp>
      <p:graphicFrame>
        <p:nvGraphicFramePr>
          <p:cNvPr id="3" name="Table 2">
            <a:extLst>
              <a:ext uri="{FF2B5EF4-FFF2-40B4-BE49-F238E27FC236}">
                <a16:creationId xmlns:a16="http://schemas.microsoft.com/office/drawing/2014/main" id="{7E7D5A1C-01F6-695C-2008-31ECE74B297A}"/>
              </a:ext>
            </a:extLst>
          </p:cNvPr>
          <p:cNvGraphicFramePr>
            <a:graphicFrameLocks noGrp="1"/>
          </p:cNvGraphicFramePr>
          <p:nvPr>
            <p:extLst>
              <p:ext uri="{D42A27DB-BD31-4B8C-83A1-F6EECF244321}">
                <p14:modId xmlns:p14="http://schemas.microsoft.com/office/powerpoint/2010/main" val="1619725478"/>
              </p:ext>
            </p:extLst>
          </p:nvPr>
        </p:nvGraphicFramePr>
        <p:xfrm>
          <a:off x="980539" y="1473200"/>
          <a:ext cx="10328811" cy="4069241"/>
        </p:xfrm>
        <a:graphic>
          <a:graphicData uri="http://schemas.openxmlformats.org/drawingml/2006/table">
            <a:tbl>
              <a:tblPr firstRow="1" bandRow="1">
                <a:tableStyleId>{D27102A9-8310-4765-A935-A1911B00CA55}</a:tableStyleId>
              </a:tblPr>
              <a:tblGrid>
                <a:gridCol w="809296">
                  <a:extLst>
                    <a:ext uri="{9D8B030D-6E8A-4147-A177-3AD203B41FA5}">
                      <a16:colId xmlns:a16="http://schemas.microsoft.com/office/drawing/2014/main" val="1733555601"/>
                    </a:ext>
                  </a:extLst>
                </a:gridCol>
                <a:gridCol w="1793017">
                  <a:extLst>
                    <a:ext uri="{9D8B030D-6E8A-4147-A177-3AD203B41FA5}">
                      <a16:colId xmlns:a16="http://schemas.microsoft.com/office/drawing/2014/main" val="2861751989"/>
                    </a:ext>
                  </a:extLst>
                </a:gridCol>
                <a:gridCol w="7726498">
                  <a:extLst>
                    <a:ext uri="{9D8B030D-6E8A-4147-A177-3AD203B41FA5}">
                      <a16:colId xmlns:a16="http://schemas.microsoft.com/office/drawing/2014/main" val="2754835130"/>
                    </a:ext>
                  </a:extLst>
                </a:gridCol>
              </a:tblGrid>
              <a:tr h="355600">
                <a:tc>
                  <a:txBody>
                    <a:bodyPr/>
                    <a:lstStyle/>
                    <a:p>
                      <a:endParaRPr lang="en-US" sz="1200"/>
                    </a:p>
                  </a:txBody>
                  <a:tcPr/>
                </a:tc>
                <a:tc>
                  <a:txBody>
                    <a:bodyPr/>
                    <a:lstStyle/>
                    <a:p>
                      <a:r>
                        <a:rPr lang="en-US" sz="1200"/>
                        <a:t>Decisions</a:t>
                      </a:r>
                    </a:p>
                  </a:txBody>
                  <a:tcPr/>
                </a:tc>
                <a:tc>
                  <a:txBody>
                    <a:bodyPr/>
                    <a:lstStyle/>
                    <a:p>
                      <a:r>
                        <a:rPr lang="en-US" sz="1200"/>
                        <a:t>Actions</a:t>
                      </a:r>
                    </a:p>
                  </a:txBody>
                  <a:tcPr/>
                </a:tc>
                <a:extLst>
                  <a:ext uri="{0D108BD9-81ED-4DB2-BD59-A6C34878D82A}">
                    <a16:rowId xmlns:a16="http://schemas.microsoft.com/office/drawing/2014/main" val="1278341548"/>
                  </a:ext>
                </a:extLst>
              </a:tr>
              <a:tr h="1425437">
                <a:tc>
                  <a:txBody>
                    <a:bodyPr/>
                    <a:lstStyle/>
                    <a:p>
                      <a:r>
                        <a:rPr lang="en-US" sz="1200" b="1" dirty="0"/>
                        <a:t>BU 1</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t>Sub-element of Supply Chain will stay in BU b/c centralizing this won’t add significant value &amp; competency doesn’t sit in Center</a:t>
                      </a:r>
                    </a:p>
                  </a:txBody>
                  <a:tcPr anchor="ctr"/>
                </a:tc>
                <a:tc>
                  <a:txBody>
                    <a:bodyPr/>
                    <a:lstStyle/>
                    <a:p>
                      <a:pPr marL="171450" indent="-171450">
                        <a:buFont typeface="Arial" panose="020B0604020202020204" pitchFamily="34" charset="0"/>
                        <a:buChar char="•"/>
                      </a:pPr>
                      <a:r>
                        <a:rPr lang="en-US" sz="1050" dirty="0"/>
                        <a:t>Supply Chain: improve inventory control with aim to close 2 facilities by end of next year (impact of $30M)</a:t>
                      </a:r>
                    </a:p>
                    <a:p>
                      <a:pPr marL="171450" indent="-171450">
                        <a:buFont typeface="Arial" panose="020B0604020202020204" pitchFamily="34" charset="0"/>
                        <a:buChar char="•"/>
                      </a:pPr>
                      <a:r>
                        <a:rPr lang="en-US" sz="1050" dirty="0"/>
                        <a:t>Process map &amp; minimize hand-offs between segment &amp; corporate marketing</a:t>
                      </a:r>
                    </a:p>
                    <a:p>
                      <a:pPr marL="171450" indent="-171450">
                        <a:buFont typeface="Arial" panose="020B0604020202020204" pitchFamily="34" charset="0"/>
                        <a:buChar char="•"/>
                      </a:pPr>
                      <a:r>
                        <a:rPr lang="en-US" sz="1050" dirty="0"/>
                        <a:t>Revisit brand management structure to ensure smaller brand like xx doesn’t dictate bigger brand like YY</a:t>
                      </a:r>
                    </a:p>
                    <a:p>
                      <a:pPr marL="171450" indent="-171450">
                        <a:buFont typeface="Arial" panose="020B0604020202020204" pitchFamily="34" charset="0"/>
                        <a:buChar char="•"/>
                      </a:pPr>
                      <a:r>
                        <a:rPr lang="en-US" sz="1050" dirty="0"/>
                        <a:t>Assess role product x in Brazil to determine keep or close by end of quarter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t>Revisit the numbers of FTE on brands – differentiate more; b</a:t>
                      </a:r>
                      <a:r>
                        <a:rPr lang="en-US" sz="1050" kern="1200" dirty="0">
                          <a:solidFill>
                            <a:schemeClr val="tx1"/>
                          </a:solidFill>
                          <a:latin typeface="+mn-lt"/>
                          <a:ea typeface="+mn-ea"/>
                          <a:cs typeface="+mn-cs"/>
                        </a:rPr>
                        <a:t>eware a democratic resource allocation</a:t>
                      </a:r>
                    </a:p>
                    <a:p>
                      <a:pPr marL="171450" indent="-171450">
                        <a:buFont typeface="Arial" panose="020B0604020202020204" pitchFamily="34" charset="0"/>
                        <a:buChar char="•"/>
                      </a:pPr>
                      <a:r>
                        <a:rPr lang="en-US" sz="1050" dirty="0"/>
                        <a:t>Leader of product B to be moved under leader of product A – </a:t>
                      </a:r>
                      <a:r>
                        <a:rPr lang="en-US" sz="1050" dirty="0" err="1"/>
                        <a:t>add’l</a:t>
                      </a:r>
                      <a:r>
                        <a:rPr lang="en-US" sz="1050" dirty="0"/>
                        <a:t> leverage available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0" i="0" dirty="0">
                          <a:latin typeface="+mn-lt"/>
                          <a:ea typeface="Roboto" panose="02000000000000000000" pitchFamily="2" charset="0"/>
                        </a:rPr>
                        <a:t>Identify exact sales roles moving to BU x with SLA</a:t>
                      </a:r>
                    </a:p>
                  </a:txBody>
                  <a:tcPr anchor="ctr"/>
                </a:tc>
                <a:extLst>
                  <a:ext uri="{0D108BD9-81ED-4DB2-BD59-A6C34878D82A}">
                    <a16:rowId xmlns:a16="http://schemas.microsoft.com/office/drawing/2014/main" val="2448270938"/>
                  </a:ext>
                </a:extLst>
              </a:tr>
              <a:tr h="1050323">
                <a:tc>
                  <a:txBody>
                    <a:bodyPr/>
                    <a:lstStyle/>
                    <a:p>
                      <a:r>
                        <a:rPr lang="en-US" sz="1200" b="1" dirty="0"/>
                        <a:t>BU 2</a:t>
                      </a:r>
                    </a:p>
                  </a:txBody>
                  <a:tcPr anchor="ctr"/>
                </a:tc>
                <a:tc>
                  <a:txBody>
                    <a:bodyPr/>
                    <a:lstStyle/>
                    <a:p>
                      <a:pPr marL="171450" indent="-171450">
                        <a:buFont typeface="Arial" panose="020B0604020202020204" pitchFamily="34" charset="0"/>
                        <a:buChar char="•"/>
                      </a:pPr>
                      <a:endParaRPr lang="en-US" sz="1200" dirty="0"/>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0" i="0" dirty="0">
                          <a:latin typeface="+mn-lt"/>
                          <a:ea typeface="Roboto" panose="02000000000000000000" pitchFamily="2" charset="0"/>
                        </a:rPr>
                        <a:t>Assess if moving sourced finished goods resources to center has more saving opportunities (0% assumed now) with improved platform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t>Reduce product CFO roles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t>Revisit R&amp;D: Concern of retaining technical expertise in specific areas of advantage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t>Leader of product C is retiring, need another discussion on if this position sits under Leader M in the interim)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t>Separate brand teams for G &amp; H; Avoid “global” job titling for regional roles</a:t>
                      </a:r>
                    </a:p>
                  </a:txBody>
                  <a:tcPr anchor="ctr"/>
                </a:tc>
                <a:extLst>
                  <a:ext uri="{0D108BD9-81ED-4DB2-BD59-A6C34878D82A}">
                    <a16:rowId xmlns:a16="http://schemas.microsoft.com/office/drawing/2014/main" val="2706852793"/>
                  </a:ext>
                </a:extLst>
              </a:tr>
              <a:tr h="1237881">
                <a:tc>
                  <a:txBody>
                    <a:bodyPr/>
                    <a:lstStyle/>
                    <a:p>
                      <a:r>
                        <a:rPr lang="en-US" sz="1200" b="1" dirty="0"/>
                        <a:t>BU 3</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t>Adopt interim-state (not ideal) leadership structure for next 12-18 months</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0" i="0" dirty="0">
                          <a:latin typeface="+mn-lt"/>
                          <a:ea typeface="Roboto" panose="02000000000000000000" pitchFamily="2" charset="0"/>
                        </a:rPr>
                        <a:t>Set specific plan for the Atlanta office's re-structure</a:t>
                      </a:r>
                    </a:p>
                    <a:p>
                      <a:pPr marL="171450" indent="-171450">
                        <a:buFont typeface="Arial" panose="020B0604020202020204" pitchFamily="34" charset="0"/>
                        <a:buChar char="•"/>
                      </a:pPr>
                      <a:r>
                        <a:rPr lang="en-US" sz="1050" dirty="0">
                          <a:latin typeface="+mn-lt"/>
                        </a:rPr>
                        <a:t>Revisit structure on Product D to enable beating competition</a:t>
                      </a:r>
                    </a:p>
                    <a:p>
                      <a:pPr marL="171450" indent="-171450">
                        <a:buFont typeface="Arial" panose="020B0604020202020204" pitchFamily="34" charset="0"/>
                        <a:buChar char="•"/>
                      </a:pPr>
                      <a:r>
                        <a:rPr lang="en-US" sz="1050" dirty="0">
                          <a:latin typeface="+mn-lt"/>
                        </a:rPr>
                        <a:t>Revisit reporting lines in Japan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0" i="0" dirty="0">
                          <a:latin typeface="+mn-lt"/>
                          <a:ea typeface="Roboto" panose="02000000000000000000" pitchFamily="2" charset="0"/>
                        </a:rPr>
                        <a:t>Revisit R&amp;D: consider category structure change as discussed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0" i="0" dirty="0">
                          <a:latin typeface="+mn-lt"/>
                          <a:ea typeface="Roboto" panose="02000000000000000000" pitchFamily="2" charset="0"/>
                        </a:rPr>
                        <a:t>Decide who owns Brand Management training &amp; then set up operating rhythms across segments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0" i="0" dirty="0">
                          <a:latin typeface="+mn-lt"/>
                          <a:ea typeface="Roboto" panose="02000000000000000000" pitchFamily="2" charset="0"/>
                        </a:rPr>
                        <a:t>Clarify &amp; Simplify R&amp;D roles – currently servicing both the BU and enterprise</a:t>
                      </a:r>
                    </a:p>
                  </a:txBody>
                  <a:tcPr anchor="ctr"/>
                </a:tc>
                <a:extLst>
                  <a:ext uri="{0D108BD9-81ED-4DB2-BD59-A6C34878D82A}">
                    <a16:rowId xmlns:a16="http://schemas.microsoft.com/office/drawing/2014/main" val="2619957341"/>
                  </a:ext>
                </a:extLst>
              </a:tr>
            </a:tbl>
          </a:graphicData>
        </a:graphic>
      </p:graphicFrame>
    </p:spTree>
    <p:extLst>
      <p:ext uri="{BB962C8B-B14F-4D97-AF65-F5344CB8AC3E}">
        <p14:creationId xmlns:p14="http://schemas.microsoft.com/office/powerpoint/2010/main" val="1883273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8142DEE-C4EE-EC46-0EA9-38B70ABCCE1F}"/>
              </a:ext>
            </a:extLst>
          </p:cNvPr>
          <p:cNvSpPr>
            <a:spLocks noGrp="1"/>
          </p:cNvSpPr>
          <p:nvPr>
            <p:ph type="body" sz="quarter" idx="10"/>
          </p:nvPr>
        </p:nvSpPr>
        <p:spPr/>
        <p:txBody>
          <a:bodyPr/>
          <a:lstStyle/>
          <a:p>
            <a:r>
              <a:rPr lang="en-US" dirty="0"/>
              <a:t>Output: OVERHEAD REDUCTION &amp; GROWTH READY ORGANIZATION*</a:t>
            </a:r>
          </a:p>
        </p:txBody>
      </p:sp>
      <p:sp>
        <p:nvSpPr>
          <p:cNvPr id="3" name="Rectangle 2">
            <a:extLst>
              <a:ext uri="{FF2B5EF4-FFF2-40B4-BE49-F238E27FC236}">
                <a16:creationId xmlns:a16="http://schemas.microsoft.com/office/drawing/2014/main" id="{77C37606-6579-A607-B290-7F3624237AEC}"/>
              </a:ext>
            </a:extLst>
          </p:cNvPr>
          <p:cNvSpPr/>
          <p:nvPr/>
        </p:nvSpPr>
        <p:spPr>
          <a:xfrm>
            <a:off x="8094018" y="1520880"/>
            <a:ext cx="3448667" cy="4727597"/>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sp>
        <p:nvSpPr>
          <p:cNvPr id="4" name="Rectangle 3">
            <a:extLst>
              <a:ext uri="{FF2B5EF4-FFF2-40B4-BE49-F238E27FC236}">
                <a16:creationId xmlns:a16="http://schemas.microsoft.com/office/drawing/2014/main" id="{CAF627D1-FDDF-2F72-14C9-D60DDA85B0FA}"/>
              </a:ext>
            </a:extLst>
          </p:cNvPr>
          <p:cNvSpPr/>
          <p:nvPr/>
        </p:nvSpPr>
        <p:spPr>
          <a:xfrm>
            <a:off x="551773" y="1520880"/>
            <a:ext cx="3448667" cy="4727597"/>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sp>
        <p:nvSpPr>
          <p:cNvPr id="5" name="Rectangle 4">
            <a:extLst>
              <a:ext uri="{FF2B5EF4-FFF2-40B4-BE49-F238E27FC236}">
                <a16:creationId xmlns:a16="http://schemas.microsoft.com/office/drawing/2014/main" id="{17496CE9-CD5F-7E38-FC9B-87746E29E071}"/>
              </a:ext>
            </a:extLst>
          </p:cNvPr>
          <p:cNvSpPr/>
          <p:nvPr/>
        </p:nvSpPr>
        <p:spPr>
          <a:xfrm>
            <a:off x="4192411" y="1520880"/>
            <a:ext cx="3807178" cy="4727597"/>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aphicFrame>
        <p:nvGraphicFramePr>
          <p:cNvPr id="6" name="Chart 5">
            <a:extLst>
              <a:ext uri="{FF2B5EF4-FFF2-40B4-BE49-F238E27FC236}">
                <a16:creationId xmlns:a16="http://schemas.microsoft.com/office/drawing/2014/main" id="{2539D385-4DA1-4E40-30C7-5134E73631EA}"/>
              </a:ext>
            </a:extLst>
          </p:cNvPr>
          <p:cNvGraphicFramePr/>
          <p:nvPr>
            <p:extLst>
              <p:ext uri="{D42A27DB-BD31-4B8C-83A1-F6EECF244321}">
                <p14:modId xmlns:p14="http://schemas.microsoft.com/office/powerpoint/2010/main" val="2951079194"/>
              </p:ext>
            </p:extLst>
          </p:nvPr>
        </p:nvGraphicFramePr>
        <p:xfrm>
          <a:off x="554001" y="1656333"/>
          <a:ext cx="1964576" cy="4582290"/>
        </p:xfrm>
        <a:graphic>
          <a:graphicData uri="http://schemas.openxmlformats.org/drawingml/2006/chart">
            <c:chart xmlns:c="http://schemas.openxmlformats.org/drawingml/2006/chart" xmlns:r="http://schemas.openxmlformats.org/officeDocument/2006/relationships" r:id="rId2"/>
          </a:graphicData>
        </a:graphic>
      </p:graphicFrame>
      <p:grpSp>
        <p:nvGrpSpPr>
          <p:cNvPr id="7" name="Group 6">
            <a:extLst>
              <a:ext uri="{FF2B5EF4-FFF2-40B4-BE49-F238E27FC236}">
                <a16:creationId xmlns:a16="http://schemas.microsoft.com/office/drawing/2014/main" id="{BE1A405A-9FF8-EA51-4D02-B5D2143F29EA}"/>
              </a:ext>
            </a:extLst>
          </p:cNvPr>
          <p:cNvGrpSpPr/>
          <p:nvPr/>
        </p:nvGrpSpPr>
        <p:grpSpPr>
          <a:xfrm>
            <a:off x="4270240" y="1385428"/>
            <a:ext cx="3670489" cy="4755022"/>
            <a:chOff x="4181454" y="3691303"/>
            <a:chExt cx="9868118" cy="1679948"/>
          </a:xfrm>
        </p:grpSpPr>
        <p:sp>
          <p:nvSpPr>
            <p:cNvPr id="8" name="Rectangle 7">
              <a:extLst>
                <a:ext uri="{FF2B5EF4-FFF2-40B4-BE49-F238E27FC236}">
                  <a16:creationId xmlns:a16="http://schemas.microsoft.com/office/drawing/2014/main" id="{B251AE4A-F032-252E-8356-DE8D82A51E33}"/>
                </a:ext>
              </a:extLst>
            </p:cNvPr>
            <p:cNvSpPr/>
            <p:nvPr/>
          </p:nvSpPr>
          <p:spPr>
            <a:xfrm>
              <a:off x="4181454" y="3805259"/>
              <a:ext cx="9868118" cy="15659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R="0" lvl="0" algn="l" defTabSz="914400" rtl="0" eaLnBrk="1" fontAlgn="auto" latinLnBrk="0" hangingPunct="1">
                <a:lnSpc>
                  <a:spcPct val="100000"/>
                </a:lnSpc>
                <a:spcBef>
                  <a:spcPts val="0"/>
                </a:spcBef>
                <a:spcAft>
                  <a:spcPts val="600"/>
                </a:spcAft>
                <a:buClr>
                  <a:srgbClr val="696158"/>
                </a:buClr>
                <a:buSzTx/>
                <a:tabLst/>
                <a:defRPr/>
              </a:pPr>
              <a:r>
                <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Consolidate 7 Business Units to 3</a:t>
              </a:r>
              <a:endPar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endParaRPr>
            </a:p>
            <a:p>
              <a:pPr marL="742950" lvl="1" indent="-285750">
                <a:spcAft>
                  <a:spcPts val="600"/>
                </a:spcAft>
                <a:buClr>
                  <a:srgbClr val="696158"/>
                </a:buClr>
                <a:buFont typeface="Courier New" panose="02070309020205020404" pitchFamily="49" charset="0"/>
                <a:buChar char="o"/>
                <a:defRPr/>
              </a:pPr>
              <a:r>
                <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Reduce management duplication and bureaucracy with 27% fewer SVP/VP roles</a:t>
              </a:r>
            </a:p>
            <a:p>
              <a:pPr marL="285750" marR="0" lvl="0" indent="-285750" algn="l" defTabSz="914400" rtl="0" eaLnBrk="1" fontAlgn="auto" latinLnBrk="0" hangingPunct="1">
                <a:lnSpc>
                  <a:spcPct val="100000"/>
                </a:lnSpc>
                <a:spcBef>
                  <a:spcPts val="0"/>
                </a:spcBef>
                <a:spcAft>
                  <a:spcPts val="600"/>
                </a:spcAft>
                <a:buClr>
                  <a:srgbClr val="696158"/>
                </a:buClr>
                <a:buSzTx/>
                <a:buFont typeface="Courier New" panose="02070309020205020404" pitchFamily="49" charset="0"/>
                <a:buChar char="o"/>
                <a:tabLst/>
                <a:defRPr/>
              </a:pPr>
              <a:endPar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endParaRPr>
            </a:p>
            <a:p>
              <a:pPr marR="0" lvl="0" algn="l" defTabSz="914400" rtl="0" eaLnBrk="1" fontAlgn="auto" latinLnBrk="0" hangingPunct="1">
                <a:lnSpc>
                  <a:spcPct val="100000"/>
                </a:lnSpc>
                <a:spcBef>
                  <a:spcPts val="0"/>
                </a:spcBef>
                <a:spcAft>
                  <a:spcPts val="600"/>
                </a:spcAft>
                <a:buClr>
                  <a:srgbClr val="696158"/>
                </a:buClr>
                <a:buSzTx/>
                <a:tabLst/>
                <a:defRPr/>
              </a:pPr>
              <a:r>
                <a:rPr lang="en-US" sz="1100" b="1" dirty="0">
                  <a:solidFill>
                    <a:schemeClr val="tx1"/>
                  </a:solidFill>
                  <a:latin typeface="Roboto" panose="02000000000000000000" pitchFamily="2" charset="0"/>
                  <a:ea typeface="Roboto" panose="02000000000000000000" pitchFamily="2" charset="0"/>
                  <a:cs typeface="Arial" panose="020B0604020202020204" pitchFamily="34" charset="0"/>
                </a:rPr>
                <a:t>Grow Top Line by $3B Value</a:t>
              </a:r>
            </a:p>
            <a:p>
              <a:pPr marL="742950" lvl="1" indent="-285750">
                <a:spcAft>
                  <a:spcPts val="600"/>
                </a:spcAft>
                <a:buClr>
                  <a:srgbClr val="696158"/>
                </a:buClr>
                <a:buFont typeface="Courier New" panose="02070309020205020404" pitchFamily="49" charset="0"/>
                <a:buChar char="o"/>
                <a:defRPr/>
              </a:pPr>
              <a:r>
                <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Transform Marketing to </a:t>
              </a:r>
              <a:r>
                <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bring differentiated focus </a:t>
              </a:r>
              <a:r>
                <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on </a:t>
              </a:r>
              <a:r>
                <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top brands </a:t>
              </a:r>
              <a:r>
                <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and supercharge innovation</a:t>
              </a:r>
            </a:p>
            <a:p>
              <a:pPr marL="742950" lvl="1" indent="-285750">
                <a:spcAft>
                  <a:spcPts val="600"/>
                </a:spcAft>
                <a:buClr>
                  <a:srgbClr val="696158"/>
                </a:buClr>
                <a:buFont typeface="Courier New" panose="02070309020205020404" pitchFamily="49" charset="0"/>
                <a:buChar char="o"/>
                <a:defRPr/>
              </a:pPr>
              <a:r>
                <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Build enterprise sales teams </a:t>
              </a:r>
              <a:r>
                <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for top US customers – 60% revenue and </a:t>
              </a:r>
              <a:r>
                <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standardize </a:t>
              </a:r>
              <a:r>
                <a:rPr lang="en-US" sz="1100" b="1" dirty="0">
                  <a:solidFill>
                    <a:schemeClr val="tx1"/>
                  </a:solidFill>
                  <a:latin typeface="Roboto" panose="02000000000000000000" pitchFamily="2" charset="0"/>
                  <a:ea typeface="Roboto" panose="02000000000000000000" pitchFamily="2" charset="0"/>
                  <a:cs typeface="Arial" panose="020B0604020202020204" pitchFamily="34" charset="0"/>
                </a:rPr>
                <a:t>s</a:t>
              </a:r>
              <a:r>
                <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ales planning</a:t>
              </a:r>
              <a:r>
                <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 </a:t>
              </a:r>
            </a:p>
            <a:p>
              <a:pPr marR="0" lvl="0" algn="l" defTabSz="914400" rtl="0" eaLnBrk="1" fontAlgn="auto" latinLnBrk="0" hangingPunct="1">
                <a:lnSpc>
                  <a:spcPct val="100000"/>
                </a:lnSpc>
                <a:spcBef>
                  <a:spcPts val="0"/>
                </a:spcBef>
                <a:spcAft>
                  <a:spcPts val="600"/>
                </a:spcAft>
                <a:buClr>
                  <a:srgbClr val="696158"/>
                </a:buClr>
                <a:buSzTx/>
                <a:tabLst/>
                <a:defRPr/>
              </a:pPr>
              <a:endPar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endParaRPr>
            </a:p>
            <a:p>
              <a:pPr marR="0" lvl="0" algn="l" defTabSz="914400" rtl="0" eaLnBrk="1" fontAlgn="auto" latinLnBrk="0" hangingPunct="1">
                <a:lnSpc>
                  <a:spcPct val="100000"/>
                </a:lnSpc>
                <a:spcBef>
                  <a:spcPts val="0"/>
                </a:spcBef>
                <a:spcAft>
                  <a:spcPts val="600"/>
                </a:spcAft>
                <a:buClr>
                  <a:srgbClr val="696158"/>
                </a:buClr>
                <a:buSzTx/>
                <a:tabLst/>
                <a:defRPr/>
              </a:pPr>
              <a:r>
                <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Improve Gross Margin for $2B </a:t>
              </a:r>
              <a:r>
                <a:rPr lang="en-US" sz="1100" b="1" dirty="0">
                  <a:solidFill>
                    <a:schemeClr val="tx1"/>
                  </a:solidFill>
                  <a:latin typeface="Roboto" panose="02000000000000000000" pitchFamily="2" charset="0"/>
                  <a:ea typeface="Roboto" panose="02000000000000000000" pitchFamily="2" charset="0"/>
                  <a:cs typeface="Arial" panose="020B0604020202020204" pitchFamily="34" charset="0"/>
                </a:rPr>
                <a:t>Value</a:t>
              </a:r>
            </a:p>
            <a:p>
              <a:pPr marL="742950" lvl="1" indent="-285750">
                <a:spcAft>
                  <a:spcPts val="600"/>
                </a:spcAft>
                <a:buClr>
                  <a:srgbClr val="696158"/>
                </a:buClr>
                <a:buFont typeface="Courier New" panose="02070309020205020404" pitchFamily="49" charset="0"/>
                <a:buChar char="o"/>
                <a:defRPr/>
              </a:pPr>
              <a:r>
                <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Create scale </a:t>
              </a:r>
              <a:r>
                <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in top countries (93% of international revenue) to turbocharge profitable growth through </a:t>
              </a:r>
              <a:r>
                <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optimization of resources</a:t>
              </a:r>
              <a:r>
                <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 and consolidation of </a:t>
              </a:r>
              <a:br>
                <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br>
              <a:r>
                <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Go-To-Market infrastructure</a:t>
              </a:r>
            </a:p>
            <a:p>
              <a:pPr marL="742950" lvl="1" indent="-285750">
                <a:spcAft>
                  <a:spcPts val="600"/>
                </a:spcAft>
                <a:buClr>
                  <a:srgbClr val="696158"/>
                </a:buClr>
                <a:buFont typeface="Courier New" panose="02070309020205020404" pitchFamily="49" charset="0"/>
                <a:buChar char="o"/>
                <a:defRPr/>
              </a:pPr>
              <a:r>
                <a:rPr kumimoji="0" lang="en-US" sz="110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Consolidate and </a:t>
              </a:r>
              <a:r>
                <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Scale </a:t>
              </a:r>
              <a:r>
                <a:rPr lang="en-US" sz="1100" b="1" dirty="0">
                  <a:solidFill>
                    <a:schemeClr val="tx1"/>
                  </a:solidFill>
                  <a:latin typeface="Roboto" panose="02000000000000000000" pitchFamily="2" charset="0"/>
                  <a:ea typeface="Roboto" panose="02000000000000000000" pitchFamily="2" charset="0"/>
                  <a:cs typeface="Arial" panose="020B0604020202020204" pitchFamily="34" charset="0"/>
                </a:rPr>
                <a:t>Manufacturing and </a:t>
              </a:r>
              <a:r>
                <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Support Functions </a:t>
              </a:r>
              <a:r>
                <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globally, achieving best-in-class cost-to-sales benchmarks</a:t>
              </a:r>
            </a:p>
          </p:txBody>
        </p:sp>
        <p:sp>
          <p:nvSpPr>
            <p:cNvPr id="9" name="TextBox 8">
              <a:extLst>
                <a:ext uri="{FF2B5EF4-FFF2-40B4-BE49-F238E27FC236}">
                  <a16:creationId xmlns:a16="http://schemas.microsoft.com/office/drawing/2014/main" id="{4FEA9B93-6344-1A73-63F2-4567CBF6388B}"/>
                </a:ext>
              </a:extLst>
            </p:cNvPr>
            <p:cNvSpPr txBox="1"/>
            <p:nvPr/>
          </p:nvSpPr>
          <p:spPr>
            <a:xfrm>
              <a:off x="5640107" y="3691303"/>
              <a:ext cx="6899815" cy="95711"/>
            </a:xfrm>
            <a:prstGeom prst="rect">
              <a:avLst/>
            </a:prstGeom>
            <a:solidFill>
              <a:schemeClr val="bg1"/>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696158"/>
                  </a:solidFill>
                  <a:effectLst/>
                  <a:uLnTx/>
                  <a:uFillTx/>
                  <a:latin typeface="Roboto" panose="02000000000000000000" pitchFamily="2" charset="0"/>
                  <a:ea typeface="Roboto" panose="02000000000000000000" pitchFamily="2" charset="0"/>
                  <a:cs typeface="Arial" panose="020B0604020202020204" pitchFamily="34" charset="0"/>
                </a:rPr>
                <a:t>Organization Design Shifts</a:t>
              </a:r>
            </a:p>
          </p:txBody>
        </p:sp>
      </p:grpSp>
      <p:graphicFrame>
        <p:nvGraphicFramePr>
          <p:cNvPr id="10" name="Table 12">
            <a:extLst>
              <a:ext uri="{FF2B5EF4-FFF2-40B4-BE49-F238E27FC236}">
                <a16:creationId xmlns:a16="http://schemas.microsoft.com/office/drawing/2014/main" id="{3D559C7F-2674-35AD-75E4-DBEB2BD9EAAA}"/>
              </a:ext>
            </a:extLst>
          </p:cNvPr>
          <p:cNvGraphicFramePr>
            <a:graphicFrameLocks noGrp="1"/>
          </p:cNvGraphicFramePr>
          <p:nvPr>
            <p:extLst>
              <p:ext uri="{D42A27DB-BD31-4B8C-83A1-F6EECF244321}">
                <p14:modId xmlns:p14="http://schemas.microsoft.com/office/powerpoint/2010/main" val="1350755695"/>
              </p:ext>
            </p:extLst>
          </p:nvPr>
        </p:nvGraphicFramePr>
        <p:xfrm>
          <a:off x="8256791" y="2332480"/>
          <a:ext cx="3123120" cy="918216"/>
        </p:xfrm>
        <a:graphic>
          <a:graphicData uri="http://schemas.openxmlformats.org/drawingml/2006/table">
            <a:tbl>
              <a:tblPr firstRow="1" bandRow="1">
                <a:tableStyleId>{5C22544A-7EE6-4342-B048-85BDC9FD1C3A}</a:tableStyleId>
              </a:tblPr>
              <a:tblGrid>
                <a:gridCol w="1041040">
                  <a:extLst>
                    <a:ext uri="{9D8B030D-6E8A-4147-A177-3AD203B41FA5}">
                      <a16:colId xmlns:a16="http://schemas.microsoft.com/office/drawing/2014/main" val="2937467617"/>
                    </a:ext>
                  </a:extLst>
                </a:gridCol>
                <a:gridCol w="1041040">
                  <a:extLst>
                    <a:ext uri="{9D8B030D-6E8A-4147-A177-3AD203B41FA5}">
                      <a16:colId xmlns:a16="http://schemas.microsoft.com/office/drawing/2014/main" val="2878937378"/>
                    </a:ext>
                  </a:extLst>
                </a:gridCol>
                <a:gridCol w="1041040">
                  <a:extLst>
                    <a:ext uri="{9D8B030D-6E8A-4147-A177-3AD203B41FA5}">
                      <a16:colId xmlns:a16="http://schemas.microsoft.com/office/drawing/2014/main" val="3665562736"/>
                    </a:ext>
                  </a:extLst>
                </a:gridCol>
              </a:tblGrid>
              <a:tr h="264218">
                <a:tc>
                  <a:txBody>
                    <a:bodyPr/>
                    <a:lstStyle/>
                    <a:p>
                      <a:pPr algn="l"/>
                      <a:r>
                        <a:rPr lang="en-US" sz="1050" b="0">
                          <a:solidFill>
                            <a:schemeClr val="tx1"/>
                          </a:solidFill>
                        </a:rPr>
                        <a:t>Current (#)</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l"/>
                      <a:r>
                        <a:rPr lang="en-US" sz="1050" b="0">
                          <a:solidFill>
                            <a:schemeClr val="tx1"/>
                          </a:solidFill>
                        </a:rPr>
                        <a:t>Future (#)</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l"/>
                      <a:r>
                        <a:rPr lang="en-US" sz="1050" b="0">
                          <a:solidFill>
                            <a:schemeClr val="tx1"/>
                          </a:solidFill>
                        </a:rPr>
                        <a:t>Reduction (%)</a:t>
                      </a:r>
                    </a:p>
                  </a:txBody>
                  <a:tcPr anchor="ctr">
                    <a:lnL w="12700" cmpd="sng">
                      <a:noFill/>
                    </a:lnL>
                    <a:lnR w="12700" cmpd="sng">
                      <a:noFill/>
                    </a:lnR>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17079664"/>
                  </a:ext>
                </a:extLst>
              </a:tr>
              <a:tr h="288238">
                <a:tc gridSpan="3">
                  <a:txBody>
                    <a:bodyPr/>
                    <a:lstStyle/>
                    <a:p>
                      <a:pPr algn="l"/>
                      <a:endParaRPr lang="en-US" sz="1200" b="1" dirty="0">
                        <a:solidFill>
                          <a:schemeClr val="tx2"/>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hMerge="1">
                  <a:txBody>
                    <a:bodyPr/>
                    <a:lstStyle/>
                    <a:p>
                      <a:pPr algn="l"/>
                      <a:endParaRPr lang="en-US" sz="1050">
                        <a:solidFill>
                          <a:schemeClr val="tx1"/>
                        </a:solidFill>
                      </a:endParaRPr>
                    </a:p>
                  </a:txBody>
                  <a:tcPr anchor="ctr">
                    <a:noFill/>
                  </a:tcPr>
                </a:tc>
                <a:tc hMerge="1">
                  <a:txBody>
                    <a:bodyPr/>
                    <a:lstStyle/>
                    <a:p>
                      <a:pPr algn="l"/>
                      <a:endParaRPr lang="en-US" sz="1050">
                        <a:solidFill>
                          <a:schemeClr val="tx1"/>
                        </a:solidFill>
                      </a:endParaRPr>
                    </a:p>
                  </a:txBody>
                  <a:tcPr anchor="ctr">
                    <a:lnL w="12700" cmpd="sng">
                      <a:noFill/>
                    </a:lnL>
                    <a:lnT w="12700" cmpd="sng">
                      <a:noFill/>
                    </a:lnT>
                    <a:noFill/>
                  </a:tcPr>
                </a:tc>
                <a:extLst>
                  <a:ext uri="{0D108BD9-81ED-4DB2-BD59-A6C34878D82A}">
                    <a16:rowId xmlns:a16="http://schemas.microsoft.com/office/drawing/2014/main" val="1401872632"/>
                  </a:ext>
                </a:extLst>
              </a:tr>
              <a:tr h="345236">
                <a:tc>
                  <a:txBody>
                    <a:bodyPr/>
                    <a:lstStyle/>
                    <a:p>
                      <a:pPr algn="l"/>
                      <a:r>
                        <a:rPr lang="en-US" sz="1800" b="1">
                          <a:solidFill>
                            <a:schemeClr val="tx1"/>
                          </a:solidFill>
                        </a:rPr>
                        <a:t>9252</a:t>
                      </a:r>
                    </a:p>
                  </a:txBody>
                  <a:tcPr anchor="ctr">
                    <a:lnL w="12700" cmpd="sng">
                      <a:noFill/>
                    </a:lnL>
                    <a:lnR w="12700" cmpd="sng">
                      <a:noFill/>
                    </a:lnR>
                    <a:lnT w="12700" cmpd="sng">
                      <a:noFill/>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800" b="1">
                          <a:solidFill>
                            <a:schemeClr val="tx1"/>
                          </a:solidFill>
                        </a:rPr>
                        <a:t>7774</a:t>
                      </a:r>
                    </a:p>
                  </a:txBody>
                  <a:tcPr anchor="ctr">
                    <a:lnL w="12700" cmpd="sng">
                      <a:noFill/>
                    </a:lnL>
                    <a:lnR w="12700" cmpd="sng">
                      <a:noFill/>
                    </a:lnR>
                    <a:lnT w="12700" cmpd="sng">
                      <a:noFill/>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800" b="1" dirty="0">
                          <a:solidFill>
                            <a:schemeClr val="tx1"/>
                          </a:solidFill>
                        </a:rPr>
                        <a:t>16%</a:t>
                      </a:r>
                    </a:p>
                  </a:txBody>
                  <a:tcPr anchor="ctr">
                    <a:lnL w="12700" cmpd="sng">
                      <a:noFill/>
                    </a:lnL>
                    <a:lnR w="12700" cmpd="sng">
                      <a:noFill/>
                    </a:lnR>
                    <a:lnT w="12700" cmpd="sng">
                      <a:noFill/>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34695480"/>
                  </a:ext>
                </a:extLst>
              </a:tr>
            </a:tbl>
          </a:graphicData>
        </a:graphic>
      </p:graphicFrame>
      <p:grpSp>
        <p:nvGrpSpPr>
          <p:cNvPr id="11" name="Group 10">
            <a:extLst>
              <a:ext uri="{FF2B5EF4-FFF2-40B4-BE49-F238E27FC236}">
                <a16:creationId xmlns:a16="http://schemas.microsoft.com/office/drawing/2014/main" id="{78D5B288-7766-85A0-AAF3-B0756407A69D}"/>
              </a:ext>
            </a:extLst>
          </p:cNvPr>
          <p:cNvGrpSpPr/>
          <p:nvPr/>
        </p:nvGrpSpPr>
        <p:grpSpPr>
          <a:xfrm>
            <a:off x="1865059" y="2726516"/>
            <a:ext cx="1177733" cy="575083"/>
            <a:chOff x="1698171" y="1830660"/>
            <a:chExt cx="1741715" cy="575083"/>
          </a:xfrm>
        </p:grpSpPr>
        <p:cxnSp>
          <p:nvCxnSpPr>
            <p:cNvPr id="12" name="Straight Connector 11">
              <a:extLst>
                <a:ext uri="{FF2B5EF4-FFF2-40B4-BE49-F238E27FC236}">
                  <a16:creationId xmlns:a16="http://schemas.microsoft.com/office/drawing/2014/main" id="{6C8A0077-B428-DBD8-D1A2-A6976DC93E34}"/>
                </a:ext>
              </a:extLst>
            </p:cNvPr>
            <p:cNvCxnSpPr/>
            <p:nvPr/>
          </p:nvCxnSpPr>
          <p:spPr>
            <a:xfrm>
              <a:off x="1698171" y="1830660"/>
              <a:ext cx="174171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FBA1BAC-5DDE-5873-97E9-8F57280802E1}"/>
                </a:ext>
              </a:extLst>
            </p:cNvPr>
            <p:cNvCxnSpPr>
              <a:cxnSpLocks/>
            </p:cNvCxnSpPr>
            <p:nvPr/>
          </p:nvCxnSpPr>
          <p:spPr>
            <a:xfrm>
              <a:off x="3439886" y="1830660"/>
              <a:ext cx="0" cy="575083"/>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4" name="Triangle 13">
            <a:extLst>
              <a:ext uri="{FF2B5EF4-FFF2-40B4-BE49-F238E27FC236}">
                <a16:creationId xmlns:a16="http://schemas.microsoft.com/office/drawing/2014/main" id="{84BBF22A-7CE0-A5FF-DFE1-293CB7FEFDB2}"/>
              </a:ext>
            </a:extLst>
          </p:cNvPr>
          <p:cNvSpPr/>
          <p:nvPr/>
        </p:nvSpPr>
        <p:spPr>
          <a:xfrm rot="10800000" flipH="1">
            <a:off x="2972045" y="3033139"/>
            <a:ext cx="145818" cy="161454"/>
          </a:xfrm>
          <a:prstGeom prst="triangle">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sp>
        <p:nvSpPr>
          <p:cNvPr id="15" name="Rounded Rectangle 14">
            <a:extLst>
              <a:ext uri="{FF2B5EF4-FFF2-40B4-BE49-F238E27FC236}">
                <a16:creationId xmlns:a16="http://schemas.microsoft.com/office/drawing/2014/main" id="{475F512C-EC80-C236-F5BF-A41A28FA2AFB}"/>
              </a:ext>
            </a:extLst>
          </p:cNvPr>
          <p:cNvSpPr/>
          <p:nvPr/>
        </p:nvSpPr>
        <p:spPr>
          <a:xfrm>
            <a:off x="2421437" y="3225904"/>
            <a:ext cx="1090340" cy="1028324"/>
          </a:xfrm>
          <a:prstGeom prst="roundRect">
            <a:avLst>
              <a:gd name="adj" fmla="val 7662"/>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Roboto"/>
                <a:ea typeface="+mn-ea"/>
                <a:cs typeface="+mn-cs"/>
              </a:rPr>
              <a:t>$236M</a:t>
            </a:r>
            <a:br>
              <a:rPr kumimoji="0" lang="en-US" sz="1800" b="0" i="0" u="none" strike="noStrike" kern="1200" cap="none" spc="0" normalizeH="0" baseline="0" noProof="0" dirty="0">
                <a:ln>
                  <a:noFill/>
                </a:ln>
                <a:solidFill>
                  <a:srgbClr val="FFFFFF"/>
                </a:solidFill>
                <a:effectLst/>
                <a:uLnTx/>
                <a:uFillTx/>
                <a:latin typeface="Roboto"/>
                <a:ea typeface="+mn-ea"/>
                <a:cs typeface="+mn-cs"/>
              </a:rPr>
            </a:br>
            <a:endParaRPr kumimoji="0" lang="en-US" sz="800" b="0" i="0" u="none" strike="noStrike" kern="1200" cap="none" spc="0" normalizeH="0" baseline="0" noProof="0" dirty="0">
              <a:ln>
                <a:noFill/>
              </a:ln>
              <a:solidFill>
                <a:srgbClr val="FFFFFF"/>
              </a:solidFill>
              <a:effectLst/>
              <a:uLnTx/>
              <a:uFillTx/>
              <a:latin typeface="Roboto"/>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Roboto"/>
                <a:ea typeface="+mn-ea"/>
                <a:cs typeface="+mn-cs"/>
              </a:rPr>
              <a:t>Identified Overhead Reduction vs Current</a:t>
            </a:r>
            <a:endParaRPr kumimoji="0" lang="en-US" sz="1400" b="0" i="0" u="none" strike="noStrike" kern="1200" cap="none" spc="0" normalizeH="0" baseline="0" noProof="0" dirty="0">
              <a:ln>
                <a:noFill/>
              </a:ln>
              <a:solidFill>
                <a:srgbClr val="FFFFFF"/>
              </a:solidFill>
              <a:effectLst/>
              <a:uLnTx/>
              <a:uFillTx/>
              <a:latin typeface="Roboto"/>
              <a:ea typeface="+mn-ea"/>
              <a:cs typeface="+mn-cs"/>
            </a:endParaRPr>
          </a:p>
        </p:txBody>
      </p:sp>
      <p:sp>
        <p:nvSpPr>
          <p:cNvPr id="16" name="TextBox 15">
            <a:extLst>
              <a:ext uri="{FF2B5EF4-FFF2-40B4-BE49-F238E27FC236}">
                <a16:creationId xmlns:a16="http://schemas.microsoft.com/office/drawing/2014/main" id="{095E47F7-1C91-9349-90D0-BFE4AE6914F7}"/>
              </a:ext>
            </a:extLst>
          </p:cNvPr>
          <p:cNvSpPr txBox="1"/>
          <p:nvPr/>
        </p:nvSpPr>
        <p:spPr>
          <a:xfrm>
            <a:off x="8417014" y="1385427"/>
            <a:ext cx="2802674" cy="270906"/>
          </a:xfrm>
          <a:prstGeom prst="rect">
            <a:avLst/>
          </a:prstGeom>
          <a:solidFill>
            <a:schemeClr val="bg1"/>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696158"/>
                </a:solidFill>
                <a:effectLst/>
                <a:uLnTx/>
                <a:uFillTx/>
                <a:latin typeface="Roboto" panose="02000000000000000000" pitchFamily="2" charset="0"/>
                <a:ea typeface="Roboto" panose="02000000000000000000" pitchFamily="2" charset="0"/>
                <a:cs typeface="Arial" panose="020B0604020202020204" pitchFamily="34" charset="0"/>
              </a:rPr>
              <a:t>Estimated OH Role Reductions</a:t>
            </a:r>
          </a:p>
        </p:txBody>
      </p:sp>
      <p:sp>
        <p:nvSpPr>
          <p:cNvPr id="17" name="TextBox 16">
            <a:extLst>
              <a:ext uri="{FF2B5EF4-FFF2-40B4-BE49-F238E27FC236}">
                <a16:creationId xmlns:a16="http://schemas.microsoft.com/office/drawing/2014/main" id="{B5A766F5-26F6-0A6B-B670-3205A448D711}"/>
              </a:ext>
            </a:extLst>
          </p:cNvPr>
          <p:cNvSpPr txBox="1"/>
          <p:nvPr/>
        </p:nvSpPr>
        <p:spPr>
          <a:xfrm>
            <a:off x="1434551" y="1391245"/>
            <a:ext cx="1926252" cy="270906"/>
          </a:xfrm>
          <a:prstGeom prst="rect">
            <a:avLst/>
          </a:prstGeom>
          <a:solidFill>
            <a:schemeClr val="bg1"/>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696158"/>
                </a:solidFill>
                <a:effectLst/>
                <a:uLnTx/>
                <a:uFillTx/>
                <a:latin typeface="Roboto" panose="02000000000000000000" pitchFamily="2" charset="0"/>
                <a:ea typeface="Roboto" panose="02000000000000000000" pitchFamily="2" charset="0"/>
                <a:cs typeface="Arial" panose="020B0604020202020204" pitchFamily="34" charset="0"/>
              </a:rPr>
              <a:t>OH Reductions</a:t>
            </a:r>
          </a:p>
        </p:txBody>
      </p:sp>
      <p:sp>
        <p:nvSpPr>
          <p:cNvPr id="18" name="Rectangle: Rounded Corners 45">
            <a:extLst>
              <a:ext uri="{FF2B5EF4-FFF2-40B4-BE49-F238E27FC236}">
                <a16:creationId xmlns:a16="http://schemas.microsoft.com/office/drawing/2014/main" id="{068B4546-4D1F-562A-6B5A-BC755EA2BF43}"/>
              </a:ext>
            </a:extLst>
          </p:cNvPr>
          <p:cNvSpPr/>
          <p:nvPr/>
        </p:nvSpPr>
        <p:spPr>
          <a:xfrm>
            <a:off x="8256791" y="4597419"/>
            <a:ext cx="3123120" cy="875154"/>
          </a:xfrm>
          <a:prstGeom prst="roundRect">
            <a:avLst>
              <a:gd name="adj" fmla="val 7409"/>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Roboto"/>
                <a:ea typeface="+mn-ea"/>
                <a:cs typeface="+mn-cs"/>
              </a:rPr>
              <a:t>~1500 </a:t>
            </a:r>
            <a:br>
              <a:rPr kumimoji="0" lang="en-US" sz="1800" b="0" i="0" u="none" strike="noStrike" kern="1200" cap="none" spc="0" normalizeH="0" baseline="0" noProof="0" dirty="0">
                <a:ln>
                  <a:noFill/>
                </a:ln>
                <a:solidFill>
                  <a:srgbClr val="FFFFFF"/>
                </a:solidFill>
                <a:effectLst/>
                <a:uLnTx/>
                <a:uFillTx/>
                <a:latin typeface="Roboto"/>
                <a:ea typeface="+mn-ea"/>
                <a:cs typeface="+mn-cs"/>
              </a:rPr>
            </a:br>
            <a:r>
              <a:rPr kumimoji="0" lang="en-US" sz="1200" b="0" i="0" u="none" strike="noStrike" kern="1200" cap="none" spc="0" normalizeH="0" baseline="0" noProof="0" dirty="0">
                <a:ln>
                  <a:noFill/>
                </a:ln>
                <a:solidFill>
                  <a:srgbClr val="FFFFFF"/>
                </a:solidFill>
                <a:effectLst/>
                <a:uLnTx/>
                <a:uFillTx/>
                <a:latin typeface="Roboto"/>
                <a:ea typeface="+mn-ea"/>
                <a:cs typeface="+mn-cs"/>
              </a:rPr>
              <a:t>Potential Role Reduction</a:t>
            </a:r>
            <a:endParaRPr kumimoji="0" lang="en-US" sz="1200" b="0" i="0" u="none" strike="noStrike" kern="1200" cap="none" spc="0" normalizeH="0" baseline="30000" noProof="0" dirty="0">
              <a:ln>
                <a:noFill/>
              </a:ln>
              <a:solidFill>
                <a:srgbClr val="FFFFFF"/>
              </a:solidFill>
              <a:effectLst/>
              <a:uLnTx/>
              <a:uFillTx/>
              <a:latin typeface="Roboto"/>
              <a:ea typeface="+mn-ea"/>
              <a:cs typeface="+mn-cs"/>
            </a:endParaRPr>
          </a:p>
        </p:txBody>
      </p:sp>
      <p:sp>
        <p:nvSpPr>
          <p:cNvPr id="19" name="TextBox 18">
            <a:extLst>
              <a:ext uri="{FF2B5EF4-FFF2-40B4-BE49-F238E27FC236}">
                <a16:creationId xmlns:a16="http://schemas.microsoft.com/office/drawing/2014/main" id="{FD94D8D9-7611-8247-62FA-F2CE363AC230}"/>
              </a:ext>
            </a:extLst>
          </p:cNvPr>
          <p:cNvSpPr txBox="1"/>
          <p:nvPr/>
        </p:nvSpPr>
        <p:spPr>
          <a:xfrm>
            <a:off x="813913" y="3225904"/>
            <a:ext cx="72237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lumMod val="95000"/>
                  </a:srgbClr>
                </a:solidFill>
                <a:effectLst/>
                <a:uLnTx/>
                <a:uFillTx/>
                <a:latin typeface="Roboto"/>
                <a:ea typeface="+mn-ea"/>
                <a:cs typeface="+mn-cs"/>
              </a:rPr>
              <a:t>$1,118</a:t>
            </a:r>
          </a:p>
        </p:txBody>
      </p:sp>
      <p:sp>
        <p:nvSpPr>
          <p:cNvPr id="20" name="TextBox 19">
            <a:extLst>
              <a:ext uri="{FF2B5EF4-FFF2-40B4-BE49-F238E27FC236}">
                <a16:creationId xmlns:a16="http://schemas.microsoft.com/office/drawing/2014/main" id="{3EDF431A-FA05-86E6-87CE-9ED3A62B2AF6}"/>
              </a:ext>
            </a:extLst>
          </p:cNvPr>
          <p:cNvSpPr txBox="1"/>
          <p:nvPr/>
        </p:nvSpPr>
        <p:spPr>
          <a:xfrm>
            <a:off x="1630718" y="3485761"/>
            <a:ext cx="72237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lumMod val="95000"/>
                  </a:srgbClr>
                </a:solidFill>
                <a:effectLst/>
                <a:uLnTx/>
                <a:uFillTx/>
                <a:latin typeface="Roboto"/>
                <a:ea typeface="+mn-ea"/>
                <a:cs typeface="+mn-cs"/>
              </a:rPr>
              <a:t>$ 916</a:t>
            </a:r>
          </a:p>
        </p:txBody>
      </p:sp>
      <p:sp>
        <p:nvSpPr>
          <p:cNvPr id="21" name="TextBox 20">
            <a:extLst>
              <a:ext uri="{FF2B5EF4-FFF2-40B4-BE49-F238E27FC236}">
                <a16:creationId xmlns:a16="http://schemas.microsoft.com/office/drawing/2014/main" id="{A4B87376-287C-1DEE-345D-A39567E5BA0F}"/>
              </a:ext>
            </a:extLst>
          </p:cNvPr>
          <p:cNvSpPr txBox="1"/>
          <p:nvPr/>
        </p:nvSpPr>
        <p:spPr>
          <a:xfrm>
            <a:off x="1625343" y="4877750"/>
            <a:ext cx="72237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lumMod val="95000"/>
                  </a:srgbClr>
                </a:solidFill>
                <a:effectLst/>
                <a:uLnTx/>
                <a:uFillTx/>
                <a:latin typeface="Roboto"/>
                <a:ea typeface="+mn-ea"/>
                <a:cs typeface="+mn-cs"/>
              </a:rPr>
              <a:t>$ 595</a:t>
            </a:r>
          </a:p>
        </p:txBody>
      </p:sp>
      <p:sp>
        <p:nvSpPr>
          <p:cNvPr id="22" name="TextBox 21">
            <a:extLst>
              <a:ext uri="{FF2B5EF4-FFF2-40B4-BE49-F238E27FC236}">
                <a16:creationId xmlns:a16="http://schemas.microsoft.com/office/drawing/2014/main" id="{30754A4E-9B90-4E5E-0D0E-4403325AB7C5}"/>
              </a:ext>
            </a:extLst>
          </p:cNvPr>
          <p:cNvSpPr txBox="1"/>
          <p:nvPr/>
        </p:nvSpPr>
        <p:spPr>
          <a:xfrm>
            <a:off x="813913" y="4877749"/>
            <a:ext cx="72237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lumMod val="95000"/>
                  </a:srgbClr>
                </a:solidFill>
                <a:effectLst/>
                <a:uLnTx/>
                <a:uFillTx/>
                <a:latin typeface="Roboto"/>
                <a:ea typeface="+mn-ea"/>
                <a:cs typeface="+mn-cs"/>
              </a:rPr>
              <a:t>$ 628</a:t>
            </a:r>
          </a:p>
        </p:txBody>
      </p:sp>
      <p:sp>
        <p:nvSpPr>
          <p:cNvPr id="23" name="Rounded Rectangle 22">
            <a:extLst>
              <a:ext uri="{FF2B5EF4-FFF2-40B4-BE49-F238E27FC236}">
                <a16:creationId xmlns:a16="http://schemas.microsoft.com/office/drawing/2014/main" id="{95200C12-1B41-9580-5A24-CF03135AE4BA}"/>
              </a:ext>
            </a:extLst>
          </p:cNvPr>
          <p:cNvSpPr/>
          <p:nvPr/>
        </p:nvSpPr>
        <p:spPr>
          <a:xfrm>
            <a:off x="2436773" y="4595409"/>
            <a:ext cx="1367908" cy="919853"/>
          </a:xfrm>
          <a:prstGeom prst="roundRect">
            <a:avLst>
              <a:gd name="adj" fmla="val 7662"/>
            </a:avLst>
          </a:prstGeom>
          <a:solidFill>
            <a:schemeClr val="tx2">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696158"/>
                </a:solidFill>
                <a:effectLst/>
                <a:uLnTx/>
                <a:uFillTx/>
                <a:latin typeface="Roboto"/>
                <a:ea typeface="+mn-ea"/>
                <a:cs typeface="+mn-cs"/>
              </a:rPr>
              <a:t>$471M</a:t>
            </a:r>
            <a:br>
              <a:rPr kumimoji="0" lang="en-US" sz="1800" b="0" i="0" u="none" strike="noStrike" kern="1200" cap="none" spc="0" normalizeH="0" baseline="0" noProof="0">
                <a:ln>
                  <a:noFill/>
                </a:ln>
                <a:solidFill>
                  <a:srgbClr val="696158"/>
                </a:solidFill>
                <a:effectLst/>
                <a:uLnTx/>
                <a:uFillTx/>
                <a:latin typeface="Roboto"/>
                <a:ea typeface="+mn-ea"/>
                <a:cs typeface="+mn-cs"/>
              </a:rPr>
            </a:br>
            <a:endParaRPr kumimoji="0" lang="en-US" sz="800" b="0" i="0" u="none" strike="noStrike" kern="1200" cap="none" spc="0" normalizeH="0" baseline="0" noProof="0">
              <a:ln>
                <a:noFill/>
              </a:ln>
              <a:solidFill>
                <a:srgbClr val="696158"/>
              </a:solidFill>
              <a:effectLst/>
              <a:uLnTx/>
              <a:uFillTx/>
              <a:latin typeface="Roboto"/>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696158"/>
                </a:solidFill>
                <a:effectLst/>
                <a:uLnTx/>
                <a:uFillTx/>
                <a:latin typeface="Roboto"/>
                <a:ea typeface="+mn-ea"/>
                <a:cs typeface="+mn-cs"/>
              </a:rPr>
              <a:t>Identified Overhead Reduction vs FY2021</a:t>
            </a:r>
            <a:endParaRPr kumimoji="0" lang="en-US" sz="1400" b="0" i="0" u="none" strike="noStrike" kern="1200" cap="none" spc="0" normalizeH="0" baseline="0" noProof="0">
              <a:ln>
                <a:noFill/>
              </a:ln>
              <a:solidFill>
                <a:srgbClr val="696158"/>
              </a:solidFill>
              <a:effectLst/>
              <a:uLnTx/>
              <a:uFillTx/>
              <a:latin typeface="Roboto"/>
              <a:ea typeface="+mn-ea"/>
              <a:cs typeface="+mn-cs"/>
            </a:endParaRPr>
          </a:p>
        </p:txBody>
      </p:sp>
      <p:grpSp>
        <p:nvGrpSpPr>
          <p:cNvPr id="24" name="Group 23">
            <a:extLst>
              <a:ext uri="{FF2B5EF4-FFF2-40B4-BE49-F238E27FC236}">
                <a16:creationId xmlns:a16="http://schemas.microsoft.com/office/drawing/2014/main" id="{90AFFB6D-0076-9EB2-919F-9F13F3C4AD11}"/>
              </a:ext>
            </a:extLst>
          </p:cNvPr>
          <p:cNvGrpSpPr/>
          <p:nvPr/>
        </p:nvGrpSpPr>
        <p:grpSpPr>
          <a:xfrm>
            <a:off x="1435474" y="2287561"/>
            <a:ext cx="2222123" cy="2079672"/>
            <a:chOff x="1698171" y="1830660"/>
            <a:chExt cx="1741715" cy="575083"/>
          </a:xfrm>
        </p:grpSpPr>
        <p:cxnSp>
          <p:nvCxnSpPr>
            <p:cNvPr id="25" name="Straight Connector 24">
              <a:extLst>
                <a:ext uri="{FF2B5EF4-FFF2-40B4-BE49-F238E27FC236}">
                  <a16:creationId xmlns:a16="http://schemas.microsoft.com/office/drawing/2014/main" id="{48199FE4-5CA5-17F8-4DA2-E447BC194FA4}"/>
                </a:ext>
              </a:extLst>
            </p:cNvPr>
            <p:cNvCxnSpPr/>
            <p:nvPr/>
          </p:nvCxnSpPr>
          <p:spPr>
            <a:xfrm>
              <a:off x="1698171" y="1830660"/>
              <a:ext cx="174171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184652D-9EEB-DE15-03B9-ECE963025172}"/>
                </a:ext>
              </a:extLst>
            </p:cNvPr>
            <p:cNvCxnSpPr>
              <a:cxnSpLocks/>
            </p:cNvCxnSpPr>
            <p:nvPr/>
          </p:nvCxnSpPr>
          <p:spPr>
            <a:xfrm>
              <a:off x="3439886" y="1830660"/>
              <a:ext cx="0" cy="5750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7" name="Triangle 35">
            <a:extLst>
              <a:ext uri="{FF2B5EF4-FFF2-40B4-BE49-F238E27FC236}">
                <a16:creationId xmlns:a16="http://schemas.microsoft.com/office/drawing/2014/main" id="{EFBBAA76-9E7A-C934-8B27-510DFAC52CC4}"/>
              </a:ext>
            </a:extLst>
          </p:cNvPr>
          <p:cNvSpPr/>
          <p:nvPr/>
        </p:nvSpPr>
        <p:spPr>
          <a:xfrm rot="10800000" flipH="1">
            <a:off x="3584688" y="4408985"/>
            <a:ext cx="145818" cy="161454"/>
          </a:xfrm>
          <a:prstGeom prst="triangl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nvGrpSpPr>
          <p:cNvPr id="28" name="Group 27">
            <a:extLst>
              <a:ext uri="{FF2B5EF4-FFF2-40B4-BE49-F238E27FC236}">
                <a16:creationId xmlns:a16="http://schemas.microsoft.com/office/drawing/2014/main" id="{612DADAF-CD00-A131-CFCE-2BDA57CF9DC0}"/>
              </a:ext>
            </a:extLst>
          </p:cNvPr>
          <p:cNvGrpSpPr/>
          <p:nvPr/>
        </p:nvGrpSpPr>
        <p:grpSpPr>
          <a:xfrm flipH="1">
            <a:off x="9633304" y="3564207"/>
            <a:ext cx="193821" cy="798984"/>
            <a:chOff x="3459291" y="2257220"/>
            <a:chExt cx="187287" cy="724743"/>
          </a:xfrm>
          <a:solidFill>
            <a:schemeClr val="bg1"/>
          </a:solidFill>
        </p:grpSpPr>
        <p:sp>
          <p:nvSpPr>
            <p:cNvPr id="29" name="Triangle 33">
              <a:extLst>
                <a:ext uri="{FF2B5EF4-FFF2-40B4-BE49-F238E27FC236}">
                  <a16:creationId xmlns:a16="http://schemas.microsoft.com/office/drawing/2014/main" id="{BCB458F2-E6A4-15C7-3CB6-43EB879C99BD}"/>
                </a:ext>
              </a:extLst>
            </p:cNvPr>
            <p:cNvSpPr/>
            <p:nvPr/>
          </p:nvSpPr>
          <p:spPr>
            <a:xfrm rot="10800000">
              <a:off x="3459291" y="2257220"/>
              <a:ext cx="187287" cy="161454"/>
            </a:xfrm>
            <a:prstGeom prst="triangle">
              <a:avLst/>
            </a:prstGeom>
            <a:grp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sp>
          <p:nvSpPr>
            <p:cNvPr id="30" name="Triangle 34">
              <a:extLst>
                <a:ext uri="{FF2B5EF4-FFF2-40B4-BE49-F238E27FC236}">
                  <a16:creationId xmlns:a16="http://schemas.microsoft.com/office/drawing/2014/main" id="{968F609D-7B2F-EEA2-7766-F6DE1B684671}"/>
                </a:ext>
              </a:extLst>
            </p:cNvPr>
            <p:cNvSpPr/>
            <p:nvPr/>
          </p:nvSpPr>
          <p:spPr>
            <a:xfrm rot="10800000">
              <a:off x="3459291" y="2538865"/>
              <a:ext cx="187287" cy="161454"/>
            </a:xfrm>
            <a:prstGeom prst="triangle">
              <a:avLst/>
            </a:prstGeom>
            <a:grp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sp>
          <p:nvSpPr>
            <p:cNvPr id="31" name="Triangle 35">
              <a:extLst>
                <a:ext uri="{FF2B5EF4-FFF2-40B4-BE49-F238E27FC236}">
                  <a16:creationId xmlns:a16="http://schemas.microsoft.com/office/drawing/2014/main" id="{9E205014-28C6-F974-A8A3-1CCB7F18F6A8}"/>
                </a:ext>
              </a:extLst>
            </p:cNvPr>
            <p:cNvSpPr/>
            <p:nvPr/>
          </p:nvSpPr>
          <p:spPr>
            <a:xfrm rot="10800000">
              <a:off x="3459291" y="2820509"/>
              <a:ext cx="187287" cy="161454"/>
            </a:xfrm>
            <a:prstGeom prst="triangle">
              <a:avLst/>
            </a:prstGeom>
            <a:grp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spTree>
    <p:extLst>
      <p:ext uri="{BB962C8B-B14F-4D97-AF65-F5344CB8AC3E}">
        <p14:creationId xmlns:p14="http://schemas.microsoft.com/office/powerpoint/2010/main" val="1311164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94F37D-F7A3-0D9A-1D20-A6C61A28CDB4}"/>
              </a:ext>
            </a:extLst>
          </p:cNvPr>
          <p:cNvSpPr>
            <a:spLocks noGrp="1"/>
          </p:cNvSpPr>
          <p:nvPr>
            <p:ph type="body" sz="quarter" idx="10"/>
          </p:nvPr>
        </p:nvSpPr>
        <p:spPr/>
        <p:txBody>
          <a:bodyPr/>
          <a:lstStyle/>
          <a:p>
            <a:r>
              <a:rPr lang="en-US" dirty="0"/>
              <a:t>Output: STRENGTHENING THE ORG WITH KEY DESIGN PIVOTS*</a:t>
            </a:r>
          </a:p>
        </p:txBody>
      </p:sp>
      <p:grpSp>
        <p:nvGrpSpPr>
          <p:cNvPr id="3" name="Group 2">
            <a:extLst>
              <a:ext uri="{FF2B5EF4-FFF2-40B4-BE49-F238E27FC236}">
                <a16:creationId xmlns:a16="http://schemas.microsoft.com/office/drawing/2014/main" id="{FABAFDBF-9D5F-1280-B868-5F61360A00D1}"/>
              </a:ext>
            </a:extLst>
          </p:cNvPr>
          <p:cNvGrpSpPr/>
          <p:nvPr/>
        </p:nvGrpSpPr>
        <p:grpSpPr>
          <a:xfrm>
            <a:off x="649314" y="1145275"/>
            <a:ext cx="5239299" cy="2025486"/>
            <a:chOff x="649314" y="1682496"/>
            <a:chExt cx="5239299" cy="2112264"/>
          </a:xfrm>
        </p:grpSpPr>
        <p:grpSp>
          <p:nvGrpSpPr>
            <p:cNvPr id="4" name="Group 3">
              <a:extLst>
                <a:ext uri="{FF2B5EF4-FFF2-40B4-BE49-F238E27FC236}">
                  <a16:creationId xmlns:a16="http://schemas.microsoft.com/office/drawing/2014/main" id="{D5EF7481-6A9D-D206-80E2-415A9BFCE65F}"/>
                </a:ext>
              </a:extLst>
            </p:cNvPr>
            <p:cNvGrpSpPr/>
            <p:nvPr/>
          </p:nvGrpSpPr>
          <p:grpSpPr>
            <a:xfrm>
              <a:off x="649314" y="1682496"/>
              <a:ext cx="1645829" cy="2112264"/>
              <a:chOff x="649314" y="1682496"/>
              <a:chExt cx="1645829" cy="2112264"/>
            </a:xfrm>
          </p:grpSpPr>
          <p:sp>
            <p:nvSpPr>
              <p:cNvPr id="12" name="Rectangle 11">
                <a:extLst>
                  <a:ext uri="{FF2B5EF4-FFF2-40B4-BE49-F238E27FC236}">
                    <a16:creationId xmlns:a16="http://schemas.microsoft.com/office/drawing/2014/main" id="{8A1C2367-BF27-CAA7-4C31-6D81E0E45D07}"/>
                  </a:ext>
                </a:extLst>
              </p:cNvPr>
              <p:cNvSpPr/>
              <p:nvPr/>
            </p:nvSpPr>
            <p:spPr>
              <a:xfrm>
                <a:off x="659938" y="1682496"/>
                <a:ext cx="1635205" cy="211226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FFFFFF"/>
                  </a:solidFill>
                  <a:effectLst/>
                  <a:uLnTx/>
                  <a:uFillTx/>
                  <a:latin typeface="Roboto"/>
                  <a:ea typeface="+mn-ea"/>
                  <a:cs typeface="+mn-cs"/>
                </a:endParaRPr>
              </a:p>
            </p:txBody>
          </p:sp>
          <p:sp>
            <p:nvSpPr>
              <p:cNvPr id="13" name="Rectangle 12">
                <a:extLst>
                  <a:ext uri="{FF2B5EF4-FFF2-40B4-BE49-F238E27FC236}">
                    <a16:creationId xmlns:a16="http://schemas.microsoft.com/office/drawing/2014/main" id="{649F0094-24D2-4BE4-A626-0315AE802555}"/>
                  </a:ext>
                </a:extLst>
              </p:cNvPr>
              <p:cNvSpPr/>
              <p:nvPr/>
            </p:nvSpPr>
            <p:spPr>
              <a:xfrm>
                <a:off x="906040" y="1751076"/>
                <a:ext cx="1143000" cy="3200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12121"/>
                    </a:solidFill>
                    <a:effectLst/>
                    <a:uLnTx/>
                    <a:uFillTx/>
                    <a:latin typeface="Roboto" panose="02000000000000000000" pitchFamily="2" charset="0"/>
                    <a:ea typeface="Roboto" panose="02000000000000000000" pitchFamily="2" charset="0"/>
                    <a:cs typeface="+mn-cs"/>
                  </a:rPr>
                  <a:t>PIVOT 1</a:t>
                </a:r>
              </a:p>
            </p:txBody>
          </p:sp>
          <p:cxnSp>
            <p:nvCxnSpPr>
              <p:cNvPr id="14" name="Straight Connector 13">
                <a:extLst>
                  <a:ext uri="{FF2B5EF4-FFF2-40B4-BE49-F238E27FC236}">
                    <a16:creationId xmlns:a16="http://schemas.microsoft.com/office/drawing/2014/main" id="{0FF8689A-9EF1-BB1C-F738-2658F8EA3394}"/>
                  </a:ext>
                </a:extLst>
              </p:cNvPr>
              <p:cNvCxnSpPr>
                <a:cxnSpLocks/>
              </p:cNvCxnSpPr>
              <p:nvPr/>
            </p:nvCxnSpPr>
            <p:spPr>
              <a:xfrm>
                <a:off x="906040" y="2139696"/>
                <a:ext cx="1143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3D035C2E-9453-D994-820A-545BCEB5DC33}"/>
                  </a:ext>
                </a:extLst>
              </p:cNvPr>
              <p:cNvSpPr/>
              <p:nvPr/>
            </p:nvSpPr>
            <p:spPr>
              <a:xfrm>
                <a:off x="649314" y="2429257"/>
                <a:ext cx="1635205" cy="10576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12121"/>
                    </a:solidFill>
                    <a:effectLst/>
                    <a:uLnTx/>
                    <a:uFillTx/>
                    <a:latin typeface="Roboto"/>
                    <a:ea typeface="+mn-ea"/>
                    <a:cs typeface="+mn-cs"/>
                  </a:rPr>
                  <a:t>Reduce Management Duplication and Bureaucracy</a:t>
                </a:r>
              </a:p>
            </p:txBody>
          </p:sp>
        </p:grpSp>
        <p:grpSp>
          <p:nvGrpSpPr>
            <p:cNvPr id="5" name="Group 4">
              <a:extLst>
                <a:ext uri="{FF2B5EF4-FFF2-40B4-BE49-F238E27FC236}">
                  <a16:creationId xmlns:a16="http://schemas.microsoft.com/office/drawing/2014/main" id="{5041779F-81E2-97CC-0776-71C8D8EED34B}"/>
                </a:ext>
              </a:extLst>
            </p:cNvPr>
            <p:cNvGrpSpPr/>
            <p:nvPr/>
          </p:nvGrpSpPr>
          <p:grpSpPr>
            <a:xfrm>
              <a:off x="2185113" y="1799184"/>
              <a:ext cx="233081" cy="233081"/>
              <a:chOff x="6176863" y="4379976"/>
              <a:chExt cx="457200" cy="457200"/>
            </a:xfrm>
          </p:grpSpPr>
          <p:sp>
            <p:nvSpPr>
              <p:cNvPr id="10" name="Oval 9">
                <a:extLst>
                  <a:ext uri="{FF2B5EF4-FFF2-40B4-BE49-F238E27FC236}">
                    <a16:creationId xmlns:a16="http://schemas.microsoft.com/office/drawing/2014/main" id="{AAFA29D2-74A8-D936-D2B8-3378B9D6375F}"/>
                  </a:ext>
                </a:extLst>
              </p:cNvPr>
              <p:cNvSpPr/>
              <p:nvPr/>
            </p:nvSpPr>
            <p:spPr>
              <a:xfrm>
                <a:off x="6176863" y="4379976"/>
                <a:ext cx="457200" cy="4572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sp>
            <p:nvSpPr>
              <p:cNvPr id="11" name="Triangle 10">
                <a:extLst>
                  <a:ext uri="{FF2B5EF4-FFF2-40B4-BE49-F238E27FC236}">
                    <a16:creationId xmlns:a16="http://schemas.microsoft.com/office/drawing/2014/main" id="{E6640A39-0745-DD82-EA6A-DA34E3601818}"/>
                  </a:ext>
                </a:extLst>
              </p:cNvPr>
              <p:cNvSpPr/>
              <p:nvPr/>
            </p:nvSpPr>
            <p:spPr>
              <a:xfrm rot="5400000">
                <a:off x="6277446" y="4546829"/>
                <a:ext cx="310899" cy="123495"/>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sp>
          <p:nvSpPr>
            <p:cNvPr id="6" name="TextBox 5">
              <a:extLst>
                <a:ext uri="{FF2B5EF4-FFF2-40B4-BE49-F238E27FC236}">
                  <a16:creationId xmlns:a16="http://schemas.microsoft.com/office/drawing/2014/main" id="{6FB57EA4-0270-F2C2-2CD9-6AD689739AEB}"/>
                </a:ext>
              </a:extLst>
            </p:cNvPr>
            <p:cNvSpPr txBox="1"/>
            <p:nvPr/>
          </p:nvSpPr>
          <p:spPr>
            <a:xfrm>
              <a:off x="2418193" y="2409985"/>
              <a:ext cx="1440574"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300"/>
                </a:spcAft>
                <a:buClr>
                  <a:srgbClr val="696158"/>
                </a:buClr>
                <a:buSzTx/>
                <a:buFontTx/>
                <a:buNone/>
                <a:tabLst/>
                <a:defRPr/>
              </a:pPr>
              <a:r>
                <a:rPr kumimoji="0" lang="en-US" sz="1400" b="0" i="0" u="none" strike="noStrike" kern="1200" cap="none" spc="0" normalizeH="0" baseline="0" noProof="0" dirty="0">
                  <a:ln>
                    <a:noFill/>
                  </a:ln>
                  <a:solidFill>
                    <a:srgbClr val="212121"/>
                  </a:solidFill>
                  <a:effectLst/>
                  <a:uLnTx/>
                  <a:uFillTx/>
                  <a:latin typeface="Roboto"/>
                  <a:ea typeface="+mn-ea"/>
                  <a:cs typeface="+mn-cs"/>
                </a:rPr>
                <a:t>Moved from </a:t>
              </a:r>
              <a:br>
                <a:rPr kumimoji="0" lang="en-US" sz="1600" b="0" i="0" u="none" strike="noStrike" kern="1200" cap="none" spc="0" normalizeH="0" baseline="0" noProof="0" dirty="0">
                  <a:ln>
                    <a:noFill/>
                  </a:ln>
                  <a:solidFill>
                    <a:srgbClr val="212121"/>
                  </a:solidFill>
                  <a:effectLst/>
                  <a:uLnTx/>
                  <a:uFillTx/>
                  <a:latin typeface="Roboto"/>
                  <a:ea typeface="+mn-ea"/>
                  <a:cs typeface="+mn-cs"/>
                </a:rPr>
              </a:br>
              <a:r>
                <a:rPr kumimoji="0" lang="en-US" sz="1400" b="1" i="0" u="none" strike="noStrike" kern="1200" cap="none" spc="0" normalizeH="0" baseline="0" noProof="0" dirty="0">
                  <a:ln>
                    <a:noFill/>
                  </a:ln>
                  <a:solidFill>
                    <a:srgbClr val="C00000"/>
                  </a:solidFill>
                  <a:effectLst/>
                  <a:uLnTx/>
                  <a:uFillTx/>
                  <a:latin typeface="Roboto"/>
                  <a:ea typeface="+mn-ea"/>
                  <a:cs typeface="+mn-cs"/>
                </a:rPr>
                <a:t>7 to 3 Business Units</a:t>
              </a:r>
            </a:p>
          </p:txBody>
        </p:sp>
        <p:sp>
          <p:nvSpPr>
            <p:cNvPr id="7" name="TextBox 6">
              <a:extLst>
                <a:ext uri="{FF2B5EF4-FFF2-40B4-BE49-F238E27FC236}">
                  <a16:creationId xmlns:a16="http://schemas.microsoft.com/office/drawing/2014/main" id="{509B1A37-7779-A16E-95FB-B9337D24CA88}"/>
                </a:ext>
              </a:extLst>
            </p:cNvPr>
            <p:cNvSpPr txBox="1"/>
            <p:nvPr/>
          </p:nvSpPr>
          <p:spPr>
            <a:xfrm>
              <a:off x="4262916" y="2429257"/>
              <a:ext cx="1556961"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300"/>
                </a:spcAft>
                <a:buClr>
                  <a:srgbClr val="696158"/>
                </a:buClr>
                <a:buSzTx/>
                <a:buFontTx/>
                <a:buNone/>
                <a:tabLst/>
                <a:defRPr/>
              </a:pPr>
              <a:r>
                <a:rPr kumimoji="0" lang="en-US" sz="1400" b="1" i="0" u="none" strike="noStrike" kern="1200" cap="none" spc="0" normalizeH="0" baseline="0" noProof="0" dirty="0">
                  <a:ln>
                    <a:noFill/>
                  </a:ln>
                  <a:solidFill>
                    <a:srgbClr val="C00000"/>
                  </a:solidFill>
                  <a:effectLst/>
                  <a:uLnTx/>
                  <a:uFillTx/>
                  <a:latin typeface="Roboto"/>
                  <a:ea typeface="+mn-ea"/>
                  <a:cs typeface="+mn-cs"/>
                </a:rPr>
                <a:t>31 roles (27%) reduction</a:t>
              </a:r>
              <a:r>
                <a:rPr kumimoji="0" lang="en-US" sz="1400" b="0" i="0" u="none" strike="noStrike" kern="1200" cap="none" spc="0" normalizeH="0" baseline="0" noProof="0" dirty="0">
                  <a:ln>
                    <a:noFill/>
                  </a:ln>
                  <a:solidFill>
                    <a:srgbClr val="C00000"/>
                  </a:solidFill>
                  <a:effectLst/>
                  <a:uLnTx/>
                  <a:uFillTx/>
                  <a:latin typeface="Roboto"/>
                  <a:ea typeface="+mn-ea"/>
                  <a:cs typeface="+mn-cs"/>
                </a:rPr>
                <a:t> </a:t>
              </a:r>
              <a:r>
                <a:rPr kumimoji="0" lang="en-US" sz="1400" b="0" i="0" u="none" strike="noStrike" kern="1200" cap="none" spc="0" normalizeH="0" baseline="0" noProof="0" dirty="0">
                  <a:ln>
                    <a:noFill/>
                  </a:ln>
                  <a:solidFill>
                    <a:srgbClr val="212121"/>
                  </a:solidFill>
                  <a:effectLst/>
                  <a:uLnTx/>
                  <a:uFillTx/>
                  <a:latin typeface="Roboto"/>
                  <a:ea typeface="+mn-ea"/>
                  <a:cs typeface="+mn-cs"/>
                </a:rPr>
                <a:t>in SVPs &amp; VPs</a:t>
              </a:r>
            </a:p>
          </p:txBody>
        </p:sp>
        <p:cxnSp>
          <p:nvCxnSpPr>
            <p:cNvPr id="8" name="Straight Connector 7">
              <a:extLst>
                <a:ext uri="{FF2B5EF4-FFF2-40B4-BE49-F238E27FC236}">
                  <a16:creationId xmlns:a16="http://schemas.microsoft.com/office/drawing/2014/main" id="{6CDFC66B-A987-B944-6530-A5F647553DC5}"/>
                </a:ext>
              </a:extLst>
            </p:cNvPr>
            <p:cNvCxnSpPr>
              <a:cxnSpLocks/>
            </p:cNvCxnSpPr>
            <p:nvPr/>
          </p:nvCxnSpPr>
          <p:spPr>
            <a:xfrm>
              <a:off x="4149999" y="2181853"/>
              <a:ext cx="0" cy="11338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BEDBFBF-0994-FD26-4C10-662300B4D438}"/>
                </a:ext>
              </a:extLst>
            </p:cNvPr>
            <p:cNvSpPr/>
            <p:nvPr/>
          </p:nvSpPr>
          <p:spPr>
            <a:xfrm>
              <a:off x="649314" y="1682496"/>
              <a:ext cx="5239299" cy="2112264"/>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grpSp>
        <p:nvGrpSpPr>
          <p:cNvPr id="16" name="Group 15">
            <a:extLst>
              <a:ext uri="{FF2B5EF4-FFF2-40B4-BE49-F238E27FC236}">
                <a16:creationId xmlns:a16="http://schemas.microsoft.com/office/drawing/2014/main" id="{5991BBD3-7F0A-243F-D91F-7AAEA18D700A}"/>
              </a:ext>
            </a:extLst>
          </p:cNvPr>
          <p:cNvGrpSpPr/>
          <p:nvPr/>
        </p:nvGrpSpPr>
        <p:grpSpPr>
          <a:xfrm>
            <a:off x="6292763" y="1145275"/>
            <a:ext cx="5239299" cy="2025486"/>
            <a:chOff x="649314" y="1682496"/>
            <a:chExt cx="5239299" cy="2112264"/>
          </a:xfrm>
        </p:grpSpPr>
        <p:grpSp>
          <p:nvGrpSpPr>
            <p:cNvPr id="17" name="Group 16">
              <a:extLst>
                <a:ext uri="{FF2B5EF4-FFF2-40B4-BE49-F238E27FC236}">
                  <a16:creationId xmlns:a16="http://schemas.microsoft.com/office/drawing/2014/main" id="{0EFB995E-15D3-D65F-0449-E773050D8563}"/>
                </a:ext>
              </a:extLst>
            </p:cNvPr>
            <p:cNvGrpSpPr/>
            <p:nvPr/>
          </p:nvGrpSpPr>
          <p:grpSpPr>
            <a:xfrm>
              <a:off x="649314" y="1682496"/>
              <a:ext cx="1645829" cy="2112264"/>
              <a:chOff x="649314" y="1682496"/>
              <a:chExt cx="1645829" cy="2112264"/>
            </a:xfrm>
          </p:grpSpPr>
          <p:sp>
            <p:nvSpPr>
              <p:cNvPr id="25" name="Rectangle 24">
                <a:extLst>
                  <a:ext uri="{FF2B5EF4-FFF2-40B4-BE49-F238E27FC236}">
                    <a16:creationId xmlns:a16="http://schemas.microsoft.com/office/drawing/2014/main" id="{3C5A8B31-A248-74D9-8B28-5BE5D65B658F}"/>
                  </a:ext>
                </a:extLst>
              </p:cNvPr>
              <p:cNvSpPr/>
              <p:nvPr/>
            </p:nvSpPr>
            <p:spPr>
              <a:xfrm>
                <a:off x="659938" y="1682496"/>
                <a:ext cx="1635205" cy="211226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FFFFFF"/>
                  </a:solidFill>
                  <a:effectLst/>
                  <a:uLnTx/>
                  <a:uFillTx/>
                  <a:latin typeface="Roboto"/>
                  <a:ea typeface="+mn-ea"/>
                  <a:cs typeface="+mn-cs"/>
                </a:endParaRPr>
              </a:p>
            </p:txBody>
          </p:sp>
          <p:sp>
            <p:nvSpPr>
              <p:cNvPr id="26" name="Rectangle 25">
                <a:extLst>
                  <a:ext uri="{FF2B5EF4-FFF2-40B4-BE49-F238E27FC236}">
                    <a16:creationId xmlns:a16="http://schemas.microsoft.com/office/drawing/2014/main" id="{BF7C5D47-8507-8254-2DCD-4325772FD4E8}"/>
                  </a:ext>
                </a:extLst>
              </p:cNvPr>
              <p:cNvSpPr/>
              <p:nvPr/>
            </p:nvSpPr>
            <p:spPr>
              <a:xfrm>
                <a:off x="906040" y="1751076"/>
                <a:ext cx="1143000" cy="3200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12121"/>
                    </a:solidFill>
                    <a:effectLst/>
                    <a:uLnTx/>
                    <a:uFillTx/>
                    <a:latin typeface="Roboto" panose="02000000000000000000" pitchFamily="2" charset="0"/>
                    <a:ea typeface="Roboto" panose="02000000000000000000" pitchFamily="2" charset="0"/>
                    <a:cs typeface="+mn-cs"/>
                  </a:rPr>
                  <a:t>PIVOT 2</a:t>
                </a:r>
              </a:p>
            </p:txBody>
          </p:sp>
          <p:cxnSp>
            <p:nvCxnSpPr>
              <p:cNvPr id="27" name="Straight Connector 26">
                <a:extLst>
                  <a:ext uri="{FF2B5EF4-FFF2-40B4-BE49-F238E27FC236}">
                    <a16:creationId xmlns:a16="http://schemas.microsoft.com/office/drawing/2014/main" id="{54376478-B56F-9ECF-95BA-62E287E0F4DB}"/>
                  </a:ext>
                </a:extLst>
              </p:cNvPr>
              <p:cNvCxnSpPr>
                <a:cxnSpLocks/>
              </p:cNvCxnSpPr>
              <p:nvPr/>
            </p:nvCxnSpPr>
            <p:spPr>
              <a:xfrm>
                <a:off x="906040" y="2139696"/>
                <a:ext cx="1143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5B0060D6-4CB3-FFB5-53C0-C188413222B4}"/>
                  </a:ext>
                </a:extLst>
              </p:cNvPr>
              <p:cNvSpPr/>
              <p:nvPr/>
            </p:nvSpPr>
            <p:spPr>
              <a:xfrm>
                <a:off x="649314" y="2429257"/>
                <a:ext cx="1635205" cy="10576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12121"/>
                    </a:solidFill>
                    <a:effectLst/>
                    <a:uLnTx/>
                    <a:uFillTx/>
                    <a:latin typeface="Roboto"/>
                    <a:ea typeface="+mn-ea"/>
                    <a:cs typeface="+mn-cs"/>
                  </a:rPr>
                  <a:t>Transform Marketing</a:t>
                </a:r>
              </a:p>
            </p:txBody>
          </p:sp>
        </p:grpSp>
        <p:grpSp>
          <p:nvGrpSpPr>
            <p:cNvPr id="18" name="Group 17">
              <a:extLst>
                <a:ext uri="{FF2B5EF4-FFF2-40B4-BE49-F238E27FC236}">
                  <a16:creationId xmlns:a16="http://schemas.microsoft.com/office/drawing/2014/main" id="{575D54B4-5099-554F-C4A4-03AEF854FBB3}"/>
                </a:ext>
              </a:extLst>
            </p:cNvPr>
            <p:cNvGrpSpPr/>
            <p:nvPr/>
          </p:nvGrpSpPr>
          <p:grpSpPr>
            <a:xfrm>
              <a:off x="2185113" y="1799184"/>
              <a:ext cx="233081" cy="233081"/>
              <a:chOff x="6176863" y="4379976"/>
              <a:chExt cx="457200" cy="457200"/>
            </a:xfrm>
          </p:grpSpPr>
          <p:sp>
            <p:nvSpPr>
              <p:cNvPr id="23" name="Oval 22">
                <a:extLst>
                  <a:ext uri="{FF2B5EF4-FFF2-40B4-BE49-F238E27FC236}">
                    <a16:creationId xmlns:a16="http://schemas.microsoft.com/office/drawing/2014/main" id="{3CBE4132-0B94-829B-F3E0-57EF50467233}"/>
                  </a:ext>
                </a:extLst>
              </p:cNvPr>
              <p:cNvSpPr/>
              <p:nvPr/>
            </p:nvSpPr>
            <p:spPr>
              <a:xfrm>
                <a:off x="6176863" y="4379976"/>
                <a:ext cx="457200" cy="4572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sp>
            <p:nvSpPr>
              <p:cNvPr id="24" name="Triangle 23">
                <a:extLst>
                  <a:ext uri="{FF2B5EF4-FFF2-40B4-BE49-F238E27FC236}">
                    <a16:creationId xmlns:a16="http://schemas.microsoft.com/office/drawing/2014/main" id="{CAD48C88-C1A9-8D4D-F598-A01F9D5AA88A}"/>
                  </a:ext>
                </a:extLst>
              </p:cNvPr>
              <p:cNvSpPr/>
              <p:nvPr/>
            </p:nvSpPr>
            <p:spPr>
              <a:xfrm rot="5400000">
                <a:off x="6277446" y="4546829"/>
                <a:ext cx="310899" cy="123495"/>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sp>
          <p:nvSpPr>
            <p:cNvPr id="19" name="TextBox 18">
              <a:extLst>
                <a:ext uri="{FF2B5EF4-FFF2-40B4-BE49-F238E27FC236}">
                  <a16:creationId xmlns:a16="http://schemas.microsoft.com/office/drawing/2014/main" id="{BDD25201-8ACA-5C0B-7F10-1479D9F9A3E9}"/>
                </a:ext>
              </a:extLst>
            </p:cNvPr>
            <p:cNvSpPr txBox="1"/>
            <p:nvPr/>
          </p:nvSpPr>
          <p:spPr>
            <a:xfrm>
              <a:off x="2347465" y="2517707"/>
              <a:ext cx="1651008"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300"/>
                </a:spcAft>
                <a:buClr>
                  <a:srgbClr val="696158"/>
                </a:buClr>
                <a:buSzTx/>
                <a:buFontTx/>
                <a:buNone/>
                <a:tabLst/>
                <a:defRPr/>
              </a:pPr>
              <a:r>
                <a:rPr kumimoji="0" lang="en-US" sz="1400" b="1" i="0" u="none" strike="noStrike" kern="1200" cap="none" spc="0" normalizeH="0" baseline="0" noProof="0" dirty="0">
                  <a:ln>
                    <a:noFill/>
                  </a:ln>
                  <a:solidFill>
                    <a:srgbClr val="C00000"/>
                  </a:solidFill>
                  <a:effectLst/>
                  <a:uLnTx/>
                  <a:uFillTx/>
                  <a:latin typeface="Roboto"/>
                  <a:ea typeface="+mn-ea"/>
                  <a:cs typeface="+mn-cs"/>
                </a:rPr>
                <a:t>Dedicated</a:t>
              </a:r>
              <a:r>
                <a:rPr kumimoji="0" lang="en-US" sz="1400" b="1" i="0" u="none" strike="noStrike" kern="1200" cap="none" spc="0" normalizeH="0" baseline="0" noProof="0" dirty="0">
                  <a:ln>
                    <a:noFill/>
                  </a:ln>
                  <a:solidFill>
                    <a:srgbClr val="288FC2"/>
                  </a:solidFill>
                  <a:effectLst/>
                  <a:uLnTx/>
                  <a:uFillTx/>
                  <a:latin typeface="Roboto"/>
                  <a:ea typeface="+mn-ea"/>
                  <a:cs typeface="+mn-cs"/>
                </a:rPr>
                <a:t> </a:t>
              </a:r>
              <a:r>
                <a:rPr kumimoji="0" lang="en-US" sz="1400" b="0" i="0" u="none" strike="noStrike" kern="1200" cap="none" spc="0" normalizeH="0" baseline="0" noProof="0" dirty="0">
                  <a:ln>
                    <a:noFill/>
                  </a:ln>
                  <a:solidFill>
                    <a:srgbClr val="212121"/>
                  </a:solidFill>
                  <a:effectLst/>
                  <a:uLnTx/>
                  <a:uFillTx/>
                  <a:latin typeface="Roboto"/>
                  <a:ea typeface="+mn-ea"/>
                  <a:cs typeface="+mn-cs"/>
                </a:rPr>
                <a:t>teams for </a:t>
              </a:r>
              <a:r>
                <a:rPr lang="en-US" sz="1400" b="1" dirty="0">
                  <a:solidFill>
                    <a:srgbClr val="C00000"/>
                  </a:solidFill>
                  <a:latin typeface="Roboto"/>
                </a:rPr>
                <a:t>t</a:t>
              </a:r>
              <a:r>
                <a:rPr kumimoji="0" lang="en-US" sz="1400" b="1" i="0" u="none" strike="noStrike" kern="1200" cap="none" spc="0" normalizeH="0" baseline="0" noProof="0" dirty="0">
                  <a:ln>
                    <a:noFill/>
                  </a:ln>
                  <a:solidFill>
                    <a:srgbClr val="C00000"/>
                  </a:solidFill>
                  <a:effectLst/>
                  <a:uLnTx/>
                  <a:uFillTx/>
                  <a:latin typeface="Roboto"/>
                  <a:ea typeface="+mn-ea"/>
                  <a:cs typeface="+mn-cs"/>
                </a:rPr>
                <a:t>op</a:t>
              </a:r>
              <a:r>
                <a:rPr kumimoji="0" lang="en-US" sz="1400" b="0" i="0" u="none" strike="noStrike" kern="1200" cap="none" spc="0" normalizeH="0" baseline="0" noProof="0" dirty="0">
                  <a:ln>
                    <a:noFill/>
                  </a:ln>
                  <a:solidFill>
                    <a:srgbClr val="212121"/>
                  </a:solidFill>
                  <a:effectLst/>
                  <a:uLnTx/>
                  <a:uFillTx/>
                  <a:latin typeface="Roboto"/>
                  <a:ea typeface="+mn-ea"/>
                  <a:cs typeface="+mn-cs"/>
                </a:rPr>
                <a:t> Brands</a:t>
              </a:r>
            </a:p>
          </p:txBody>
        </p:sp>
        <p:sp>
          <p:nvSpPr>
            <p:cNvPr id="20" name="TextBox 19">
              <a:extLst>
                <a:ext uri="{FF2B5EF4-FFF2-40B4-BE49-F238E27FC236}">
                  <a16:creationId xmlns:a16="http://schemas.microsoft.com/office/drawing/2014/main" id="{32E8A41B-0E54-1225-1E21-C82E9E501303}"/>
                </a:ext>
              </a:extLst>
            </p:cNvPr>
            <p:cNvSpPr txBox="1"/>
            <p:nvPr/>
          </p:nvSpPr>
          <p:spPr>
            <a:xfrm>
              <a:off x="4155431" y="2323130"/>
              <a:ext cx="1733182" cy="99257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300"/>
                </a:spcAft>
                <a:buClr>
                  <a:srgbClr val="696158"/>
                </a:buClr>
                <a:buSzTx/>
                <a:buFontTx/>
                <a:buNone/>
                <a:tabLst/>
                <a:defRPr/>
              </a:pPr>
              <a:r>
                <a:rPr kumimoji="0" lang="en-US" sz="1400" b="1" i="0" u="none" strike="noStrike" kern="1200" cap="none" spc="0" normalizeH="0" baseline="0" noProof="0" dirty="0">
                  <a:ln>
                    <a:noFill/>
                  </a:ln>
                  <a:solidFill>
                    <a:srgbClr val="C00000"/>
                  </a:solidFill>
                  <a:effectLst/>
                  <a:uLnTx/>
                  <a:uFillTx/>
                  <a:latin typeface="Roboto"/>
                  <a:ea typeface="+mn-ea"/>
                  <a:cs typeface="+mn-cs"/>
                </a:rPr>
                <a:t>37% reduction</a:t>
              </a:r>
              <a:r>
                <a:rPr kumimoji="0" lang="en-US" sz="1400" b="0" i="0" u="none" strike="noStrike" kern="1200" cap="none" spc="0" normalizeH="0" baseline="0" noProof="0" dirty="0">
                  <a:ln>
                    <a:noFill/>
                  </a:ln>
                  <a:solidFill>
                    <a:srgbClr val="C00000"/>
                  </a:solidFill>
                  <a:effectLst/>
                  <a:uLnTx/>
                  <a:uFillTx/>
                  <a:latin typeface="Roboto"/>
                  <a:ea typeface="+mn-ea"/>
                  <a:cs typeface="+mn-cs"/>
                </a:rPr>
                <a:t> </a:t>
              </a:r>
              <a:br>
                <a:rPr kumimoji="0" lang="en-US" sz="1400" b="0" i="0" u="none" strike="noStrike" kern="1200" cap="none" spc="0" normalizeH="0" baseline="0" noProof="0" dirty="0">
                  <a:ln>
                    <a:noFill/>
                  </a:ln>
                  <a:solidFill>
                    <a:srgbClr val="212121"/>
                  </a:solidFill>
                  <a:effectLst/>
                  <a:uLnTx/>
                  <a:uFillTx/>
                  <a:latin typeface="Roboto"/>
                  <a:ea typeface="+mn-ea"/>
                  <a:cs typeface="+mn-cs"/>
                </a:rPr>
              </a:br>
              <a:r>
                <a:rPr kumimoji="0" lang="en-US" sz="1400" b="0" i="0" u="none" strike="noStrike" kern="1200" cap="none" spc="0" normalizeH="0" baseline="0" noProof="0" dirty="0">
                  <a:ln>
                    <a:noFill/>
                  </a:ln>
                  <a:solidFill>
                    <a:srgbClr val="212121"/>
                  </a:solidFill>
                  <a:effectLst/>
                  <a:uLnTx/>
                  <a:uFillTx/>
                  <a:latin typeface="Roboto"/>
                  <a:ea typeface="+mn-ea"/>
                  <a:cs typeface="+mn-cs"/>
                </a:rPr>
                <a:t>in Business Unit</a:t>
              </a:r>
            </a:p>
            <a:p>
              <a:pPr marL="0" marR="0" lvl="0" indent="0" algn="l" defTabSz="914400" rtl="0" eaLnBrk="1" fontAlgn="auto" latinLnBrk="0" hangingPunct="1">
                <a:lnSpc>
                  <a:spcPct val="100000"/>
                </a:lnSpc>
                <a:spcBef>
                  <a:spcPts val="0"/>
                </a:spcBef>
                <a:spcAft>
                  <a:spcPts val="300"/>
                </a:spcAft>
                <a:buClr>
                  <a:srgbClr val="696158"/>
                </a:buClr>
                <a:buSzTx/>
                <a:buFontTx/>
                <a:buNone/>
                <a:tabLst/>
                <a:defRPr/>
              </a:pPr>
              <a:r>
                <a:rPr kumimoji="0" lang="en-US" sz="1400" b="0" i="0" u="none" strike="noStrike" kern="1200" cap="none" spc="0" normalizeH="0" baseline="0" noProof="0" dirty="0">
                  <a:ln>
                    <a:noFill/>
                  </a:ln>
                  <a:solidFill>
                    <a:srgbClr val="212121"/>
                  </a:solidFill>
                  <a:effectLst/>
                  <a:uLnTx/>
                  <a:uFillTx/>
                  <a:latin typeface="Roboto"/>
                  <a:ea typeface="+mn-ea"/>
                  <a:cs typeface="+mn-cs"/>
                </a:rPr>
                <a:t>Marketing FTEs and OH</a:t>
              </a:r>
            </a:p>
          </p:txBody>
        </p:sp>
        <p:cxnSp>
          <p:nvCxnSpPr>
            <p:cNvPr id="21" name="Straight Connector 20">
              <a:extLst>
                <a:ext uri="{FF2B5EF4-FFF2-40B4-BE49-F238E27FC236}">
                  <a16:creationId xmlns:a16="http://schemas.microsoft.com/office/drawing/2014/main" id="{5179463A-257B-2003-B157-51BD55E0752F}"/>
                </a:ext>
              </a:extLst>
            </p:cNvPr>
            <p:cNvCxnSpPr>
              <a:cxnSpLocks/>
            </p:cNvCxnSpPr>
            <p:nvPr/>
          </p:nvCxnSpPr>
          <p:spPr>
            <a:xfrm>
              <a:off x="4050792" y="2171700"/>
              <a:ext cx="0" cy="11338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EF944A35-845B-941A-D708-0E9F61E2033E}"/>
                </a:ext>
              </a:extLst>
            </p:cNvPr>
            <p:cNvSpPr/>
            <p:nvPr/>
          </p:nvSpPr>
          <p:spPr>
            <a:xfrm>
              <a:off x="649314" y="1682496"/>
              <a:ext cx="5239299" cy="2112264"/>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grpSp>
        <p:nvGrpSpPr>
          <p:cNvPr id="29" name="Group 28">
            <a:extLst>
              <a:ext uri="{FF2B5EF4-FFF2-40B4-BE49-F238E27FC236}">
                <a16:creationId xmlns:a16="http://schemas.microsoft.com/office/drawing/2014/main" id="{C2EFAC9F-B249-C374-D881-5ED8F1CE66CC}"/>
              </a:ext>
            </a:extLst>
          </p:cNvPr>
          <p:cNvGrpSpPr/>
          <p:nvPr/>
        </p:nvGrpSpPr>
        <p:grpSpPr>
          <a:xfrm>
            <a:off x="649313" y="3314864"/>
            <a:ext cx="5239299" cy="2025486"/>
            <a:chOff x="649313" y="4093385"/>
            <a:chExt cx="5239299" cy="2112264"/>
          </a:xfrm>
        </p:grpSpPr>
        <p:grpSp>
          <p:nvGrpSpPr>
            <p:cNvPr id="30" name="Group 29">
              <a:extLst>
                <a:ext uri="{FF2B5EF4-FFF2-40B4-BE49-F238E27FC236}">
                  <a16:creationId xmlns:a16="http://schemas.microsoft.com/office/drawing/2014/main" id="{7C16A103-260F-8B9C-4B60-4BD3B7031DAF}"/>
                </a:ext>
              </a:extLst>
            </p:cNvPr>
            <p:cNvGrpSpPr/>
            <p:nvPr/>
          </p:nvGrpSpPr>
          <p:grpSpPr>
            <a:xfrm>
              <a:off x="649313" y="4093385"/>
              <a:ext cx="1645829" cy="2112264"/>
              <a:chOff x="649314" y="1682496"/>
              <a:chExt cx="1645829" cy="2112264"/>
            </a:xfrm>
          </p:grpSpPr>
          <p:sp>
            <p:nvSpPr>
              <p:cNvPr id="38" name="Rectangle 37">
                <a:extLst>
                  <a:ext uri="{FF2B5EF4-FFF2-40B4-BE49-F238E27FC236}">
                    <a16:creationId xmlns:a16="http://schemas.microsoft.com/office/drawing/2014/main" id="{756B3D0D-F131-3989-CE3D-4498B99ED8F0}"/>
                  </a:ext>
                </a:extLst>
              </p:cNvPr>
              <p:cNvSpPr/>
              <p:nvPr/>
            </p:nvSpPr>
            <p:spPr>
              <a:xfrm>
                <a:off x="659938" y="1682496"/>
                <a:ext cx="1635205" cy="211226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FFFFFF"/>
                  </a:solidFill>
                  <a:effectLst/>
                  <a:uLnTx/>
                  <a:uFillTx/>
                  <a:latin typeface="Roboto"/>
                  <a:ea typeface="+mn-ea"/>
                  <a:cs typeface="+mn-cs"/>
                </a:endParaRPr>
              </a:p>
            </p:txBody>
          </p:sp>
          <p:sp>
            <p:nvSpPr>
              <p:cNvPr id="39" name="Rectangle 38">
                <a:extLst>
                  <a:ext uri="{FF2B5EF4-FFF2-40B4-BE49-F238E27FC236}">
                    <a16:creationId xmlns:a16="http://schemas.microsoft.com/office/drawing/2014/main" id="{AC78E526-39C2-9EFB-44CA-EA30A0F30A01}"/>
                  </a:ext>
                </a:extLst>
              </p:cNvPr>
              <p:cNvSpPr/>
              <p:nvPr/>
            </p:nvSpPr>
            <p:spPr>
              <a:xfrm>
                <a:off x="906040" y="1751076"/>
                <a:ext cx="1143000" cy="3200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12121"/>
                    </a:solidFill>
                    <a:effectLst/>
                    <a:uLnTx/>
                    <a:uFillTx/>
                    <a:latin typeface="Roboto" panose="02000000000000000000" pitchFamily="2" charset="0"/>
                    <a:ea typeface="Roboto" panose="02000000000000000000" pitchFamily="2" charset="0"/>
                    <a:cs typeface="+mn-cs"/>
                  </a:rPr>
                  <a:t>PIVOT 3</a:t>
                </a:r>
              </a:p>
            </p:txBody>
          </p:sp>
          <p:cxnSp>
            <p:nvCxnSpPr>
              <p:cNvPr id="40" name="Straight Connector 39">
                <a:extLst>
                  <a:ext uri="{FF2B5EF4-FFF2-40B4-BE49-F238E27FC236}">
                    <a16:creationId xmlns:a16="http://schemas.microsoft.com/office/drawing/2014/main" id="{D33B8E3D-8105-0524-BCCB-79AA081FBC9E}"/>
                  </a:ext>
                </a:extLst>
              </p:cNvPr>
              <p:cNvCxnSpPr>
                <a:cxnSpLocks/>
              </p:cNvCxnSpPr>
              <p:nvPr/>
            </p:nvCxnSpPr>
            <p:spPr>
              <a:xfrm>
                <a:off x="906040" y="2139696"/>
                <a:ext cx="1143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FE8B8FFC-145E-2914-6F47-572B3F6B0486}"/>
                  </a:ext>
                </a:extLst>
              </p:cNvPr>
              <p:cNvSpPr/>
              <p:nvPr/>
            </p:nvSpPr>
            <p:spPr>
              <a:xfrm>
                <a:off x="649314" y="2429257"/>
                <a:ext cx="1635205" cy="10576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12121"/>
                    </a:solidFill>
                    <a:effectLst/>
                    <a:uLnTx/>
                    <a:uFillTx/>
                    <a:latin typeface="Roboto"/>
                    <a:ea typeface="+mn-ea"/>
                    <a:cs typeface="+mn-cs"/>
                  </a:rPr>
                  <a:t>US Enterprise Sales Teams</a:t>
                </a:r>
              </a:p>
            </p:txBody>
          </p:sp>
        </p:grpSp>
        <p:grpSp>
          <p:nvGrpSpPr>
            <p:cNvPr id="31" name="Group 30">
              <a:extLst>
                <a:ext uri="{FF2B5EF4-FFF2-40B4-BE49-F238E27FC236}">
                  <a16:creationId xmlns:a16="http://schemas.microsoft.com/office/drawing/2014/main" id="{20DA0CCD-3191-64AD-038C-E0DF1E1BED92}"/>
                </a:ext>
              </a:extLst>
            </p:cNvPr>
            <p:cNvGrpSpPr/>
            <p:nvPr/>
          </p:nvGrpSpPr>
          <p:grpSpPr>
            <a:xfrm>
              <a:off x="2185112" y="4210073"/>
              <a:ext cx="233081" cy="233081"/>
              <a:chOff x="6176863" y="4379976"/>
              <a:chExt cx="457200" cy="457200"/>
            </a:xfrm>
          </p:grpSpPr>
          <p:sp>
            <p:nvSpPr>
              <p:cNvPr id="36" name="Oval 35">
                <a:extLst>
                  <a:ext uri="{FF2B5EF4-FFF2-40B4-BE49-F238E27FC236}">
                    <a16:creationId xmlns:a16="http://schemas.microsoft.com/office/drawing/2014/main" id="{95460768-8904-2146-CD6F-A9C320ECD167}"/>
                  </a:ext>
                </a:extLst>
              </p:cNvPr>
              <p:cNvSpPr/>
              <p:nvPr/>
            </p:nvSpPr>
            <p:spPr>
              <a:xfrm>
                <a:off x="6176863" y="4379976"/>
                <a:ext cx="457200" cy="4572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sp>
            <p:nvSpPr>
              <p:cNvPr id="37" name="Triangle 36">
                <a:extLst>
                  <a:ext uri="{FF2B5EF4-FFF2-40B4-BE49-F238E27FC236}">
                    <a16:creationId xmlns:a16="http://schemas.microsoft.com/office/drawing/2014/main" id="{01A68866-531C-C225-21C1-AF0D8E15D044}"/>
                  </a:ext>
                </a:extLst>
              </p:cNvPr>
              <p:cNvSpPr/>
              <p:nvPr/>
            </p:nvSpPr>
            <p:spPr>
              <a:xfrm rot="5400000">
                <a:off x="6277446" y="4546829"/>
                <a:ext cx="310899" cy="123495"/>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sp>
          <p:nvSpPr>
            <p:cNvPr id="32" name="TextBox 31">
              <a:extLst>
                <a:ext uri="{FF2B5EF4-FFF2-40B4-BE49-F238E27FC236}">
                  <a16:creationId xmlns:a16="http://schemas.microsoft.com/office/drawing/2014/main" id="{2385D6F1-356D-B4A4-2C18-68194C091EE5}"/>
                </a:ext>
              </a:extLst>
            </p:cNvPr>
            <p:cNvSpPr txBox="1"/>
            <p:nvPr/>
          </p:nvSpPr>
          <p:spPr>
            <a:xfrm>
              <a:off x="2361806" y="4620690"/>
              <a:ext cx="1635205" cy="1188393"/>
            </a:xfrm>
            <a:prstGeom prst="rect">
              <a:avLst/>
            </a:prstGeom>
            <a:noFill/>
          </p:spPr>
          <p:txBody>
            <a:bodyPr wrap="square" lIns="36000" tIns="36000" rIns="36000" bIns="36000">
              <a:spAutoFit/>
            </a:bodyPr>
            <a:lstStyle/>
            <a:p>
              <a:pPr marL="0" marR="0" lvl="0" indent="0" algn="l" defTabSz="914400" rtl="0" eaLnBrk="1" fontAlgn="auto" latinLnBrk="0" hangingPunct="1">
                <a:lnSpc>
                  <a:spcPct val="100000"/>
                </a:lnSpc>
                <a:spcBef>
                  <a:spcPts val="0"/>
                </a:spcBef>
                <a:spcAft>
                  <a:spcPts val="300"/>
                </a:spcAft>
                <a:buClr>
                  <a:srgbClr val="696158"/>
                </a:buClr>
                <a:buSzTx/>
                <a:buFontTx/>
                <a:buNone/>
                <a:tabLst/>
                <a:defRPr/>
              </a:pPr>
              <a:r>
                <a:rPr kumimoji="0" lang="en-US" sz="1400" b="1" i="0" u="none" strike="noStrike" kern="1200" cap="none" spc="0" normalizeH="0" baseline="0" noProof="0" dirty="0">
                  <a:ln>
                    <a:noFill/>
                  </a:ln>
                  <a:solidFill>
                    <a:srgbClr val="C00000"/>
                  </a:solidFill>
                  <a:effectLst/>
                  <a:uLnTx/>
                  <a:uFillTx/>
                  <a:latin typeface="Roboto"/>
                  <a:ea typeface="+mn-ea"/>
                  <a:cs typeface="+mn-cs"/>
                </a:rPr>
                <a:t>Consolidated Sales</a:t>
              </a:r>
              <a:r>
                <a:rPr kumimoji="0" lang="en-US" sz="1400" b="0" i="0" u="none" strike="noStrike" kern="1200" cap="none" spc="0" normalizeH="0" baseline="0" noProof="0" dirty="0">
                  <a:ln>
                    <a:noFill/>
                  </a:ln>
                  <a:solidFill>
                    <a:srgbClr val="C00000"/>
                  </a:solidFill>
                  <a:effectLst/>
                  <a:uLnTx/>
                  <a:uFillTx/>
                  <a:latin typeface="Roboto"/>
                  <a:ea typeface="+mn-ea"/>
                  <a:cs typeface="+mn-cs"/>
                </a:rPr>
                <a:t> </a:t>
              </a:r>
              <a:r>
                <a:rPr kumimoji="0" lang="en-US" sz="1400" b="0" i="0" u="none" strike="noStrike" kern="1200" cap="none" spc="0" normalizeH="0" baseline="0" noProof="0" dirty="0">
                  <a:ln>
                    <a:noFill/>
                  </a:ln>
                  <a:solidFill>
                    <a:srgbClr val="212121"/>
                  </a:solidFill>
                  <a:effectLst/>
                  <a:uLnTx/>
                  <a:uFillTx/>
                  <a:latin typeface="Roboto"/>
                  <a:ea typeface="+mn-ea"/>
                  <a:cs typeface="+mn-cs"/>
                </a:rPr>
                <a:t>for </a:t>
              </a:r>
              <a:r>
                <a:rPr kumimoji="0" lang="en-US" sz="1400" i="0" u="none" strike="noStrike" kern="1200" cap="none" spc="0" normalizeH="0" baseline="0" noProof="0" dirty="0">
                  <a:ln>
                    <a:noFill/>
                  </a:ln>
                  <a:solidFill>
                    <a:srgbClr val="212121"/>
                  </a:solidFill>
                  <a:effectLst/>
                  <a:uLnTx/>
                  <a:uFillTx/>
                  <a:latin typeface="Roboto"/>
                  <a:ea typeface="+mn-ea"/>
                  <a:cs typeface="+mn-cs"/>
                </a:rPr>
                <a:t>top 5</a:t>
              </a:r>
              <a:r>
                <a:rPr kumimoji="0" lang="en-US" sz="1400" b="1" i="0" u="none" strike="noStrike" kern="1200" cap="none" spc="0" normalizeH="0" baseline="0" noProof="0" dirty="0">
                  <a:ln>
                    <a:noFill/>
                  </a:ln>
                  <a:solidFill>
                    <a:srgbClr val="288FC2"/>
                  </a:solidFill>
                  <a:effectLst/>
                  <a:uLnTx/>
                  <a:uFillTx/>
                  <a:latin typeface="Roboto"/>
                  <a:ea typeface="+mn-ea"/>
                  <a:cs typeface="+mn-cs"/>
                </a:rPr>
                <a:t> </a:t>
              </a:r>
              <a:r>
                <a:rPr kumimoji="0" lang="en-US" sz="1400" b="0" i="0" u="none" strike="noStrike" kern="1200" cap="none" spc="0" normalizeH="0" baseline="0" noProof="0" dirty="0">
                  <a:ln>
                    <a:noFill/>
                  </a:ln>
                  <a:solidFill>
                    <a:srgbClr val="212121"/>
                  </a:solidFill>
                  <a:effectLst/>
                  <a:uLnTx/>
                  <a:uFillTx/>
                  <a:latin typeface="Roboto"/>
                  <a:ea typeface="+mn-ea"/>
                  <a:cs typeface="+mn-cs"/>
                </a:rPr>
                <a:t>customers &amp; </a:t>
              </a:r>
              <a:endParaRPr lang="en-US" sz="1400" dirty="0">
                <a:solidFill>
                  <a:srgbClr val="212121"/>
                </a:solidFill>
                <a:latin typeface="Roboto"/>
              </a:endParaRPr>
            </a:p>
            <a:p>
              <a:pPr marL="0" marR="0" lvl="0" indent="0" algn="l" defTabSz="914400" rtl="0" eaLnBrk="1" fontAlgn="auto" latinLnBrk="0" hangingPunct="1">
                <a:lnSpc>
                  <a:spcPct val="100000"/>
                </a:lnSpc>
                <a:spcBef>
                  <a:spcPts val="0"/>
                </a:spcBef>
                <a:spcAft>
                  <a:spcPts val="300"/>
                </a:spcAft>
                <a:buClr>
                  <a:srgbClr val="696158"/>
                </a:buClr>
                <a:buSzTx/>
                <a:buFontTx/>
                <a:buNone/>
                <a:tabLst/>
                <a:defRPr/>
              </a:pPr>
              <a:r>
                <a:rPr kumimoji="0" lang="en-US" sz="1400" b="1" i="0" u="none" strike="noStrike" kern="1200" cap="none" spc="0" normalizeH="0" baseline="0" noProof="0" dirty="0">
                  <a:ln>
                    <a:noFill/>
                  </a:ln>
                  <a:solidFill>
                    <a:srgbClr val="C00000"/>
                  </a:solidFill>
                  <a:effectLst/>
                  <a:uLnTx/>
                  <a:uFillTx/>
                  <a:latin typeface="Roboto"/>
                  <a:ea typeface="+mn-ea"/>
                  <a:cs typeface="+mn-cs"/>
                </a:rPr>
                <a:t>Standardized</a:t>
              </a:r>
              <a:r>
                <a:rPr kumimoji="0" lang="en-US" sz="1400" i="0" u="none" strike="noStrike" kern="1200" cap="none" spc="0" normalizeH="0" baseline="0" noProof="0" dirty="0">
                  <a:ln>
                    <a:noFill/>
                  </a:ln>
                  <a:solidFill>
                    <a:srgbClr val="C00000"/>
                  </a:solidFill>
                  <a:effectLst/>
                  <a:uLnTx/>
                  <a:uFillTx/>
                  <a:latin typeface="Roboto"/>
                  <a:ea typeface="+mn-ea"/>
                  <a:cs typeface="+mn-cs"/>
                </a:rPr>
                <a:t> </a:t>
              </a:r>
              <a:r>
                <a:rPr kumimoji="0" lang="en-US" sz="1400" b="1" i="0" u="none" strike="noStrike" kern="1200" cap="none" spc="0" normalizeH="0" baseline="0" noProof="0" dirty="0">
                  <a:ln>
                    <a:noFill/>
                  </a:ln>
                  <a:solidFill>
                    <a:srgbClr val="C00000"/>
                  </a:solidFill>
                  <a:effectLst/>
                  <a:uLnTx/>
                  <a:uFillTx/>
                  <a:latin typeface="Roboto"/>
                  <a:ea typeface="+mn-ea"/>
                  <a:cs typeface="+mn-cs"/>
                </a:rPr>
                <a:t>customer planning</a:t>
              </a:r>
              <a:endParaRPr kumimoji="0" lang="en-US" sz="2000" b="1" i="0" u="none" strike="noStrike" kern="1200" cap="none" spc="0" normalizeH="0" baseline="0" noProof="0" dirty="0">
                <a:ln>
                  <a:noFill/>
                </a:ln>
                <a:solidFill>
                  <a:srgbClr val="C00000"/>
                </a:solidFill>
                <a:effectLst/>
                <a:uLnTx/>
                <a:uFillTx/>
                <a:latin typeface="Roboto"/>
                <a:ea typeface="+mn-ea"/>
                <a:cs typeface="+mn-cs"/>
              </a:endParaRPr>
            </a:p>
          </p:txBody>
        </p:sp>
        <p:sp>
          <p:nvSpPr>
            <p:cNvPr id="33" name="Rectangle 32">
              <a:extLst>
                <a:ext uri="{FF2B5EF4-FFF2-40B4-BE49-F238E27FC236}">
                  <a16:creationId xmlns:a16="http://schemas.microsoft.com/office/drawing/2014/main" id="{3114799F-4137-55D3-CDD6-F8104C705B90}"/>
                </a:ext>
              </a:extLst>
            </p:cNvPr>
            <p:cNvSpPr/>
            <p:nvPr/>
          </p:nvSpPr>
          <p:spPr>
            <a:xfrm>
              <a:off x="649313" y="4093385"/>
              <a:ext cx="5239299" cy="2112264"/>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sp>
          <p:nvSpPr>
            <p:cNvPr id="34" name="TextBox 33">
              <a:extLst>
                <a:ext uri="{FF2B5EF4-FFF2-40B4-BE49-F238E27FC236}">
                  <a16:creationId xmlns:a16="http://schemas.microsoft.com/office/drawing/2014/main" id="{28FC2824-D6C4-45A5-D0F6-4F7483E08F7C}"/>
                </a:ext>
              </a:extLst>
            </p:cNvPr>
            <p:cNvSpPr txBox="1"/>
            <p:nvPr/>
          </p:nvSpPr>
          <p:spPr>
            <a:xfrm>
              <a:off x="4306065" y="4761935"/>
              <a:ext cx="1151515" cy="934478"/>
            </a:xfrm>
            <a:prstGeom prst="rect">
              <a:avLst/>
            </a:prstGeom>
            <a:noFill/>
          </p:spPr>
          <p:txBody>
            <a:bodyPr wrap="square" lIns="36000" tIns="36000" rIns="36000" bIns="36000">
              <a:spAutoFit/>
            </a:bodyPr>
            <a:lstStyle/>
            <a:p>
              <a:pPr marL="0" marR="0" lvl="0" indent="0" algn="l" defTabSz="914400" rtl="0" eaLnBrk="1" fontAlgn="auto" latinLnBrk="0" hangingPunct="1">
                <a:lnSpc>
                  <a:spcPct val="100000"/>
                </a:lnSpc>
                <a:spcBef>
                  <a:spcPts val="0"/>
                </a:spcBef>
                <a:spcAft>
                  <a:spcPts val="300"/>
                </a:spcAft>
                <a:buClr>
                  <a:srgbClr val="696158"/>
                </a:buClr>
                <a:buSzTx/>
                <a:buFontTx/>
                <a:buNone/>
                <a:tabLst/>
                <a:defRPr/>
              </a:pPr>
              <a:r>
                <a:rPr kumimoji="0" lang="en-US" sz="1400" b="1" i="0" u="none" strike="noStrike" kern="1200" cap="none" spc="0" normalizeH="0" baseline="0" noProof="0" dirty="0">
                  <a:ln>
                    <a:noFill/>
                  </a:ln>
                  <a:solidFill>
                    <a:srgbClr val="C00000"/>
                  </a:solidFill>
                  <a:effectLst/>
                  <a:uLnTx/>
                  <a:uFillTx/>
                  <a:latin typeface="Roboto"/>
                  <a:ea typeface="+mn-ea"/>
                  <a:cs typeface="+mn-cs"/>
                </a:rPr>
                <a:t>12% Reduction </a:t>
              </a:r>
              <a:r>
                <a:rPr kumimoji="0" lang="en-US" sz="1400" b="0" i="0" u="none" strike="noStrike" kern="1200" cap="none" spc="0" normalizeH="0" baseline="0" noProof="0" dirty="0">
                  <a:ln>
                    <a:noFill/>
                  </a:ln>
                  <a:solidFill>
                    <a:srgbClr val="212121"/>
                  </a:solidFill>
                  <a:effectLst/>
                  <a:uLnTx/>
                  <a:uFillTx/>
                  <a:latin typeface="Roboto"/>
                  <a:ea typeface="+mn-ea"/>
                  <a:cs typeface="+mn-cs"/>
                </a:rPr>
                <a:t>in </a:t>
              </a:r>
              <a:r>
                <a:rPr lang="en-US" sz="1400" dirty="0">
                  <a:solidFill>
                    <a:srgbClr val="212121"/>
                  </a:solidFill>
                  <a:latin typeface="Roboto"/>
                </a:rPr>
                <a:t>t</a:t>
              </a:r>
              <a:r>
                <a:rPr kumimoji="0" lang="en-US" sz="1400" b="0" i="0" u="none" strike="noStrike" kern="1200" cap="none" spc="0" normalizeH="0" baseline="0" noProof="0" dirty="0">
                  <a:ln>
                    <a:noFill/>
                  </a:ln>
                  <a:solidFill>
                    <a:srgbClr val="212121"/>
                  </a:solidFill>
                  <a:effectLst/>
                  <a:uLnTx/>
                  <a:uFillTx/>
                  <a:latin typeface="Roboto"/>
                  <a:ea typeface="+mn-ea"/>
                  <a:cs typeface="+mn-cs"/>
                </a:rPr>
                <a:t>op 5 sales team</a:t>
              </a:r>
              <a:endParaRPr kumimoji="0" lang="en-US" sz="2000" b="1" i="0" u="none" strike="noStrike" kern="1200" cap="none" spc="0" normalizeH="0" baseline="0" noProof="0" dirty="0">
                <a:ln>
                  <a:noFill/>
                </a:ln>
                <a:solidFill>
                  <a:srgbClr val="288FC2"/>
                </a:solidFill>
                <a:effectLst/>
                <a:uLnTx/>
                <a:uFillTx/>
                <a:latin typeface="Roboto"/>
                <a:ea typeface="+mn-ea"/>
                <a:cs typeface="+mn-cs"/>
              </a:endParaRPr>
            </a:p>
          </p:txBody>
        </p:sp>
        <p:cxnSp>
          <p:nvCxnSpPr>
            <p:cNvPr id="35" name="Straight Connector 34">
              <a:extLst>
                <a:ext uri="{FF2B5EF4-FFF2-40B4-BE49-F238E27FC236}">
                  <a16:creationId xmlns:a16="http://schemas.microsoft.com/office/drawing/2014/main" id="{783F5839-0506-91EE-90A3-E9EAB5866EA5}"/>
                </a:ext>
              </a:extLst>
            </p:cNvPr>
            <p:cNvCxnSpPr>
              <a:cxnSpLocks/>
            </p:cNvCxnSpPr>
            <p:nvPr/>
          </p:nvCxnSpPr>
          <p:spPr>
            <a:xfrm>
              <a:off x="4139710" y="4620690"/>
              <a:ext cx="0" cy="11338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64E2A929-2CD5-9AA9-9FFB-F5C7B06406C0}"/>
              </a:ext>
            </a:extLst>
          </p:cNvPr>
          <p:cNvGrpSpPr/>
          <p:nvPr/>
        </p:nvGrpSpPr>
        <p:grpSpPr>
          <a:xfrm>
            <a:off x="6294244" y="3319436"/>
            <a:ext cx="5248443" cy="2025486"/>
            <a:chOff x="6294244" y="3969941"/>
            <a:chExt cx="5248443" cy="2112264"/>
          </a:xfrm>
        </p:grpSpPr>
        <p:grpSp>
          <p:nvGrpSpPr>
            <p:cNvPr id="43" name="Group 42">
              <a:extLst>
                <a:ext uri="{FF2B5EF4-FFF2-40B4-BE49-F238E27FC236}">
                  <a16:creationId xmlns:a16="http://schemas.microsoft.com/office/drawing/2014/main" id="{7EB6BBF6-1D0F-0345-4040-E3F7F53A8E12}"/>
                </a:ext>
              </a:extLst>
            </p:cNvPr>
            <p:cNvGrpSpPr/>
            <p:nvPr/>
          </p:nvGrpSpPr>
          <p:grpSpPr>
            <a:xfrm>
              <a:off x="6294244" y="3969941"/>
              <a:ext cx="1645829" cy="2112264"/>
              <a:chOff x="649314" y="1682496"/>
              <a:chExt cx="1645829" cy="2112264"/>
            </a:xfrm>
          </p:grpSpPr>
          <p:sp>
            <p:nvSpPr>
              <p:cNvPr id="51" name="Rectangle 50">
                <a:extLst>
                  <a:ext uri="{FF2B5EF4-FFF2-40B4-BE49-F238E27FC236}">
                    <a16:creationId xmlns:a16="http://schemas.microsoft.com/office/drawing/2014/main" id="{1C50CCEA-3E17-849A-DBF7-8211F4C1B34A}"/>
                  </a:ext>
                </a:extLst>
              </p:cNvPr>
              <p:cNvSpPr/>
              <p:nvPr/>
            </p:nvSpPr>
            <p:spPr>
              <a:xfrm>
                <a:off x="659938" y="1682496"/>
                <a:ext cx="1635205" cy="211226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FFFFFF"/>
                  </a:solidFill>
                  <a:effectLst/>
                  <a:uLnTx/>
                  <a:uFillTx/>
                  <a:latin typeface="Roboto"/>
                  <a:ea typeface="+mn-ea"/>
                  <a:cs typeface="+mn-cs"/>
                </a:endParaRPr>
              </a:p>
            </p:txBody>
          </p:sp>
          <p:sp>
            <p:nvSpPr>
              <p:cNvPr id="52" name="Rectangle 51">
                <a:extLst>
                  <a:ext uri="{FF2B5EF4-FFF2-40B4-BE49-F238E27FC236}">
                    <a16:creationId xmlns:a16="http://schemas.microsoft.com/office/drawing/2014/main" id="{54C70EC0-1875-6392-E7CC-FD42D9090A68}"/>
                  </a:ext>
                </a:extLst>
              </p:cNvPr>
              <p:cNvSpPr/>
              <p:nvPr/>
            </p:nvSpPr>
            <p:spPr>
              <a:xfrm>
                <a:off x="906040" y="1751076"/>
                <a:ext cx="1143000" cy="3200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12121"/>
                    </a:solidFill>
                    <a:effectLst/>
                    <a:uLnTx/>
                    <a:uFillTx/>
                    <a:latin typeface="Roboto" panose="02000000000000000000" pitchFamily="2" charset="0"/>
                    <a:ea typeface="Roboto" panose="02000000000000000000" pitchFamily="2" charset="0"/>
                    <a:cs typeface="+mn-cs"/>
                  </a:rPr>
                  <a:t>PIVOT 4</a:t>
                </a:r>
              </a:p>
            </p:txBody>
          </p:sp>
          <p:cxnSp>
            <p:nvCxnSpPr>
              <p:cNvPr id="53" name="Straight Connector 52">
                <a:extLst>
                  <a:ext uri="{FF2B5EF4-FFF2-40B4-BE49-F238E27FC236}">
                    <a16:creationId xmlns:a16="http://schemas.microsoft.com/office/drawing/2014/main" id="{81602853-678A-494C-164C-1B2652BC01D8}"/>
                  </a:ext>
                </a:extLst>
              </p:cNvPr>
              <p:cNvCxnSpPr>
                <a:cxnSpLocks/>
              </p:cNvCxnSpPr>
              <p:nvPr/>
            </p:nvCxnSpPr>
            <p:spPr>
              <a:xfrm>
                <a:off x="906040" y="2139696"/>
                <a:ext cx="1143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4E535EDE-A744-8D6A-271E-D2379F32D75D}"/>
                  </a:ext>
                </a:extLst>
              </p:cNvPr>
              <p:cNvSpPr/>
              <p:nvPr/>
            </p:nvSpPr>
            <p:spPr>
              <a:xfrm>
                <a:off x="649314" y="2429257"/>
                <a:ext cx="1635205" cy="10576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12121"/>
                    </a:solidFill>
                    <a:effectLst/>
                    <a:uLnTx/>
                    <a:uFillTx/>
                    <a:latin typeface="Roboto"/>
                    <a:ea typeface="+mn-ea"/>
                    <a:cs typeface="+mn-cs"/>
                  </a:rPr>
                  <a:t>Scale International</a:t>
                </a:r>
              </a:p>
            </p:txBody>
          </p:sp>
        </p:grpSp>
        <p:grpSp>
          <p:nvGrpSpPr>
            <p:cNvPr id="44" name="Group 43">
              <a:extLst>
                <a:ext uri="{FF2B5EF4-FFF2-40B4-BE49-F238E27FC236}">
                  <a16:creationId xmlns:a16="http://schemas.microsoft.com/office/drawing/2014/main" id="{2CDA20A1-2E83-CC52-3F3F-845F81640C97}"/>
                </a:ext>
              </a:extLst>
            </p:cNvPr>
            <p:cNvGrpSpPr/>
            <p:nvPr/>
          </p:nvGrpSpPr>
          <p:grpSpPr>
            <a:xfrm>
              <a:off x="7839187" y="4086629"/>
              <a:ext cx="233081" cy="233081"/>
              <a:chOff x="6176863" y="4379976"/>
              <a:chExt cx="457200" cy="457200"/>
            </a:xfrm>
          </p:grpSpPr>
          <p:sp>
            <p:nvSpPr>
              <p:cNvPr id="49" name="Oval 48">
                <a:extLst>
                  <a:ext uri="{FF2B5EF4-FFF2-40B4-BE49-F238E27FC236}">
                    <a16:creationId xmlns:a16="http://schemas.microsoft.com/office/drawing/2014/main" id="{37D6D62D-4EDA-6FAD-CB69-16550151E9C2}"/>
                  </a:ext>
                </a:extLst>
              </p:cNvPr>
              <p:cNvSpPr/>
              <p:nvPr/>
            </p:nvSpPr>
            <p:spPr>
              <a:xfrm>
                <a:off x="6176863" y="4379976"/>
                <a:ext cx="457200" cy="4572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sp>
            <p:nvSpPr>
              <p:cNvPr id="50" name="Triangle 49">
                <a:extLst>
                  <a:ext uri="{FF2B5EF4-FFF2-40B4-BE49-F238E27FC236}">
                    <a16:creationId xmlns:a16="http://schemas.microsoft.com/office/drawing/2014/main" id="{AD89ECF4-5C72-9813-D541-DFA6B3C3F994}"/>
                  </a:ext>
                </a:extLst>
              </p:cNvPr>
              <p:cNvSpPr/>
              <p:nvPr/>
            </p:nvSpPr>
            <p:spPr>
              <a:xfrm rot="5400000">
                <a:off x="6277446" y="4546829"/>
                <a:ext cx="310899" cy="123495"/>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sp>
          <p:nvSpPr>
            <p:cNvPr id="45" name="Rectangle 44">
              <a:extLst>
                <a:ext uri="{FF2B5EF4-FFF2-40B4-BE49-F238E27FC236}">
                  <a16:creationId xmlns:a16="http://schemas.microsoft.com/office/drawing/2014/main" id="{B874F344-B143-7140-6F94-34F3B276C319}"/>
                </a:ext>
              </a:extLst>
            </p:cNvPr>
            <p:cNvSpPr/>
            <p:nvPr/>
          </p:nvSpPr>
          <p:spPr>
            <a:xfrm>
              <a:off x="6303388" y="3969941"/>
              <a:ext cx="5239299" cy="2112264"/>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sp>
          <p:nvSpPr>
            <p:cNvPr id="46" name="TextBox 45">
              <a:extLst>
                <a:ext uri="{FF2B5EF4-FFF2-40B4-BE49-F238E27FC236}">
                  <a16:creationId xmlns:a16="http://schemas.microsoft.com/office/drawing/2014/main" id="{1BD355AD-B6B4-5D45-AB7A-10E2ACBA40E1}"/>
                </a:ext>
              </a:extLst>
            </p:cNvPr>
            <p:cNvSpPr txBox="1"/>
            <p:nvPr/>
          </p:nvSpPr>
          <p:spPr>
            <a:xfrm>
              <a:off x="8030470" y="4642353"/>
              <a:ext cx="1635204" cy="934478"/>
            </a:xfrm>
            <a:prstGeom prst="rect">
              <a:avLst/>
            </a:prstGeom>
            <a:noFill/>
          </p:spPr>
          <p:txBody>
            <a:bodyPr wrap="square" lIns="36000" tIns="36000" rIns="36000" bIns="36000">
              <a:spAutoFit/>
            </a:bodyPr>
            <a:lstStyle/>
            <a:p>
              <a:pPr marL="0" marR="0" lvl="0" indent="0" algn="l" defTabSz="914400" rtl="0" eaLnBrk="1" fontAlgn="auto" latinLnBrk="0" hangingPunct="1">
                <a:lnSpc>
                  <a:spcPct val="100000"/>
                </a:lnSpc>
                <a:spcBef>
                  <a:spcPts val="0"/>
                </a:spcBef>
                <a:spcAft>
                  <a:spcPts val="300"/>
                </a:spcAft>
                <a:buClr>
                  <a:srgbClr val="696158"/>
                </a:buClr>
                <a:buSzTx/>
                <a:buFontTx/>
                <a:buNone/>
                <a:tabLst/>
                <a:defRPr/>
              </a:pPr>
              <a:r>
                <a:rPr kumimoji="0" lang="en-US" sz="1400" b="1" i="0" u="none" strike="noStrike" kern="1200" cap="none" spc="0" normalizeH="0" baseline="0" noProof="0" dirty="0">
                  <a:ln>
                    <a:noFill/>
                  </a:ln>
                  <a:solidFill>
                    <a:srgbClr val="C00000"/>
                  </a:solidFill>
                  <a:effectLst/>
                  <a:uLnTx/>
                  <a:uFillTx/>
                  <a:latin typeface="Roboto"/>
                  <a:ea typeface="+mn-ea"/>
                  <a:cs typeface="+mn-cs"/>
                </a:rPr>
                <a:t>Shared support </a:t>
              </a:r>
              <a:r>
                <a:rPr kumimoji="0" lang="en-US" sz="1400" i="0" u="none" strike="noStrike" kern="1200" cap="none" spc="0" normalizeH="0" baseline="0" noProof="0" dirty="0">
                  <a:ln>
                    <a:noFill/>
                  </a:ln>
                  <a:solidFill>
                    <a:srgbClr val="212121"/>
                  </a:solidFill>
                  <a:effectLst/>
                  <a:uLnTx/>
                  <a:uFillTx/>
                  <a:latin typeface="Roboto"/>
                  <a:ea typeface="+mn-ea"/>
                  <a:cs typeface="+mn-cs"/>
                </a:rPr>
                <a:t>and Go-To-Market teams by geography</a:t>
              </a:r>
              <a:endParaRPr kumimoji="0" lang="en-US" sz="2000" i="0" u="none" strike="noStrike" kern="1200" cap="none" spc="0" normalizeH="0" baseline="0" noProof="0" dirty="0">
                <a:ln>
                  <a:noFill/>
                </a:ln>
                <a:solidFill>
                  <a:srgbClr val="212121"/>
                </a:solidFill>
                <a:effectLst/>
                <a:uLnTx/>
                <a:uFillTx/>
                <a:latin typeface="Roboto"/>
                <a:ea typeface="+mn-ea"/>
                <a:cs typeface="+mn-cs"/>
              </a:endParaRPr>
            </a:p>
          </p:txBody>
        </p:sp>
        <p:sp>
          <p:nvSpPr>
            <p:cNvPr id="47" name="TextBox 46">
              <a:extLst>
                <a:ext uri="{FF2B5EF4-FFF2-40B4-BE49-F238E27FC236}">
                  <a16:creationId xmlns:a16="http://schemas.microsoft.com/office/drawing/2014/main" id="{88DF8477-9053-7AB0-9496-A16096E1D7CA}"/>
                </a:ext>
              </a:extLst>
            </p:cNvPr>
            <p:cNvSpPr txBox="1"/>
            <p:nvPr/>
          </p:nvSpPr>
          <p:spPr>
            <a:xfrm>
              <a:off x="9896858" y="4700085"/>
              <a:ext cx="1645829" cy="503590"/>
            </a:xfrm>
            <a:prstGeom prst="rect">
              <a:avLst/>
            </a:prstGeom>
            <a:noFill/>
          </p:spPr>
          <p:txBody>
            <a:bodyPr wrap="square" lIns="36000" tIns="36000" rIns="36000" bIns="36000">
              <a:spAutoFit/>
            </a:bodyPr>
            <a:lstStyle/>
            <a:p>
              <a:pPr marL="0" marR="0" lvl="0" indent="0" algn="l" defTabSz="914400" rtl="0" eaLnBrk="1" fontAlgn="auto" latinLnBrk="0" hangingPunct="1">
                <a:lnSpc>
                  <a:spcPct val="100000"/>
                </a:lnSpc>
                <a:spcBef>
                  <a:spcPts val="0"/>
                </a:spcBef>
                <a:spcAft>
                  <a:spcPts val="300"/>
                </a:spcAft>
                <a:buClr>
                  <a:srgbClr val="696158"/>
                </a:buClr>
                <a:buSzTx/>
                <a:buFontTx/>
                <a:buNone/>
                <a:tabLst/>
                <a:defRPr/>
              </a:pPr>
              <a:r>
                <a:rPr kumimoji="0" lang="en-US" sz="1400" b="1" i="0" u="none" strike="noStrike" kern="1200" cap="none" spc="0" normalizeH="0" baseline="0" noProof="0" dirty="0">
                  <a:ln>
                    <a:noFill/>
                  </a:ln>
                  <a:solidFill>
                    <a:srgbClr val="C00000"/>
                  </a:solidFill>
                  <a:effectLst/>
                  <a:uLnTx/>
                  <a:uFillTx/>
                  <a:latin typeface="Roboto"/>
                  <a:ea typeface="+mn-ea"/>
                  <a:cs typeface="+mn-cs"/>
                </a:rPr>
                <a:t>~ 15% </a:t>
              </a:r>
              <a:r>
                <a:rPr kumimoji="0" lang="en-US" sz="1400" b="0" i="0" u="none" strike="noStrike" kern="1200" cap="none" spc="0" normalizeH="0" baseline="0" noProof="0" dirty="0">
                  <a:ln>
                    <a:noFill/>
                  </a:ln>
                  <a:solidFill>
                    <a:srgbClr val="212121"/>
                  </a:solidFill>
                  <a:effectLst/>
                  <a:uLnTx/>
                  <a:uFillTx/>
                  <a:latin typeface="Roboto"/>
                  <a:ea typeface="+mn-ea"/>
                  <a:cs typeface="+mn-cs"/>
                </a:rPr>
                <a:t>Overhead Reduction</a:t>
              </a:r>
              <a:endParaRPr kumimoji="0" lang="en-US" sz="2000" b="0" i="0" u="none" strike="noStrike" kern="1200" cap="none" spc="0" normalizeH="0" baseline="0" noProof="0" dirty="0">
                <a:ln>
                  <a:noFill/>
                </a:ln>
                <a:solidFill>
                  <a:srgbClr val="212121"/>
                </a:solidFill>
                <a:effectLst/>
                <a:uLnTx/>
                <a:uFillTx/>
                <a:latin typeface="Roboto"/>
                <a:ea typeface="+mn-ea"/>
                <a:cs typeface="+mn-cs"/>
              </a:endParaRPr>
            </a:p>
          </p:txBody>
        </p:sp>
        <p:cxnSp>
          <p:nvCxnSpPr>
            <p:cNvPr id="48" name="Straight Connector 47">
              <a:extLst>
                <a:ext uri="{FF2B5EF4-FFF2-40B4-BE49-F238E27FC236}">
                  <a16:creationId xmlns:a16="http://schemas.microsoft.com/office/drawing/2014/main" id="{CF5FC121-7311-4191-2853-62CE7EFF7755}"/>
                </a:ext>
              </a:extLst>
            </p:cNvPr>
            <p:cNvCxnSpPr>
              <a:cxnSpLocks/>
            </p:cNvCxnSpPr>
            <p:nvPr/>
          </p:nvCxnSpPr>
          <p:spPr>
            <a:xfrm>
              <a:off x="9709696" y="4492674"/>
              <a:ext cx="0" cy="11338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6" name="TextBox 55">
            <a:extLst>
              <a:ext uri="{FF2B5EF4-FFF2-40B4-BE49-F238E27FC236}">
                <a16:creationId xmlns:a16="http://schemas.microsoft.com/office/drawing/2014/main" id="{C640C564-5F40-A679-D44F-6512A0BA15AE}"/>
              </a:ext>
            </a:extLst>
          </p:cNvPr>
          <p:cNvSpPr txBox="1"/>
          <p:nvPr/>
        </p:nvSpPr>
        <p:spPr>
          <a:xfrm>
            <a:off x="649314" y="5482869"/>
            <a:ext cx="10893373" cy="923330"/>
          </a:xfrm>
          <a:prstGeom prst="rect">
            <a:avLst/>
          </a:prstGeom>
          <a:solidFill>
            <a:schemeClr val="tx1">
              <a:lumMod val="75000"/>
              <a:lumOff val="25000"/>
            </a:schemeClr>
          </a:solidFill>
          <a:ln>
            <a:solidFill>
              <a:schemeClr val="tx1">
                <a:lumMod val="75000"/>
                <a:lumOff val="25000"/>
              </a:schemeClr>
            </a:solidFill>
          </a:ln>
        </p:spPr>
        <p:txBody>
          <a:bodyPr wrap="square" rtlCol="0">
            <a:spAutoFit/>
          </a:bodyPr>
          <a:lstStyle/>
          <a:p>
            <a:pPr algn="ctr"/>
            <a:endParaRPr lang="en-US" b="1" dirty="0">
              <a:solidFill>
                <a:schemeClr val="bg1"/>
              </a:solidFill>
            </a:endParaRPr>
          </a:p>
          <a:p>
            <a:pPr algn="ctr"/>
            <a:r>
              <a:rPr lang="en-US" b="1" dirty="0">
                <a:solidFill>
                  <a:schemeClr val="bg1"/>
                </a:solidFill>
              </a:rPr>
              <a:t>Investment in Capability: RGM, Analytics, S&amp;OP</a:t>
            </a:r>
          </a:p>
          <a:p>
            <a:pPr algn="ctr"/>
            <a:endParaRPr lang="en-US" b="1" dirty="0">
              <a:solidFill>
                <a:schemeClr val="bg1"/>
              </a:solidFill>
            </a:endParaRPr>
          </a:p>
        </p:txBody>
      </p:sp>
    </p:spTree>
    <p:extLst>
      <p:ext uri="{BB962C8B-B14F-4D97-AF65-F5344CB8AC3E}">
        <p14:creationId xmlns:p14="http://schemas.microsoft.com/office/powerpoint/2010/main" val="12955057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C8EBC3E-CD6E-CAD6-CD63-CB0FF3AA1EC2}"/>
              </a:ext>
            </a:extLst>
          </p:cNvPr>
          <p:cNvSpPr>
            <a:spLocks noGrp="1"/>
          </p:cNvSpPr>
          <p:nvPr>
            <p:ph type="body" sz="quarter" idx="10"/>
          </p:nvPr>
        </p:nvSpPr>
        <p:spPr/>
        <p:txBody>
          <a:bodyPr/>
          <a:lstStyle/>
          <a:p>
            <a:r>
              <a:rPr lang="en-US" dirty="0"/>
              <a:t>Specific Pivot Example – SCALE FOR FEWER, BIGGER JOBS</a:t>
            </a:r>
          </a:p>
        </p:txBody>
      </p:sp>
      <p:graphicFrame>
        <p:nvGraphicFramePr>
          <p:cNvPr id="35" name="Table 6">
            <a:extLst>
              <a:ext uri="{FF2B5EF4-FFF2-40B4-BE49-F238E27FC236}">
                <a16:creationId xmlns:a16="http://schemas.microsoft.com/office/drawing/2014/main" id="{9F66F588-24BF-F067-BCF6-1C251AE61913}"/>
              </a:ext>
            </a:extLst>
          </p:cNvPr>
          <p:cNvGraphicFramePr>
            <a:graphicFrameLocks noGrp="1"/>
          </p:cNvGraphicFramePr>
          <p:nvPr>
            <p:extLst>
              <p:ext uri="{D42A27DB-BD31-4B8C-83A1-F6EECF244321}">
                <p14:modId xmlns:p14="http://schemas.microsoft.com/office/powerpoint/2010/main" val="623745824"/>
              </p:ext>
            </p:extLst>
          </p:nvPr>
        </p:nvGraphicFramePr>
        <p:xfrm>
          <a:off x="6587010" y="1334418"/>
          <a:ext cx="4916855" cy="4373880"/>
        </p:xfrm>
        <a:graphic>
          <a:graphicData uri="http://schemas.openxmlformats.org/drawingml/2006/table">
            <a:tbl>
              <a:tblPr/>
              <a:tblGrid>
                <a:gridCol w="1677266">
                  <a:extLst>
                    <a:ext uri="{9D8B030D-6E8A-4147-A177-3AD203B41FA5}">
                      <a16:colId xmlns:a16="http://schemas.microsoft.com/office/drawing/2014/main" val="604783378"/>
                    </a:ext>
                  </a:extLst>
                </a:gridCol>
                <a:gridCol w="844731">
                  <a:extLst>
                    <a:ext uri="{9D8B030D-6E8A-4147-A177-3AD203B41FA5}">
                      <a16:colId xmlns:a16="http://schemas.microsoft.com/office/drawing/2014/main" val="1976263849"/>
                    </a:ext>
                  </a:extLst>
                </a:gridCol>
                <a:gridCol w="914400">
                  <a:extLst>
                    <a:ext uri="{9D8B030D-6E8A-4147-A177-3AD203B41FA5}">
                      <a16:colId xmlns:a16="http://schemas.microsoft.com/office/drawing/2014/main" val="3928640256"/>
                    </a:ext>
                  </a:extLst>
                </a:gridCol>
                <a:gridCol w="783772">
                  <a:extLst>
                    <a:ext uri="{9D8B030D-6E8A-4147-A177-3AD203B41FA5}">
                      <a16:colId xmlns:a16="http://schemas.microsoft.com/office/drawing/2014/main" val="3896822676"/>
                    </a:ext>
                  </a:extLst>
                </a:gridCol>
                <a:gridCol w="696686">
                  <a:extLst>
                    <a:ext uri="{9D8B030D-6E8A-4147-A177-3AD203B41FA5}">
                      <a16:colId xmlns:a16="http://schemas.microsoft.com/office/drawing/2014/main" val="138644849"/>
                    </a:ext>
                  </a:extLst>
                </a:gridCol>
              </a:tblGrid>
              <a:tr h="211580">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100" b="0">
                          <a:solidFill>
                            <a:schemeClr val="tx1"/>
                          </a:solidFill>
                        </a:rPr>
                        <a:t>SVP and VP Roles</a:t>
                      </a:r>
                      <a:endParaRPr lang="en-US" sz="1100" b="1">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100" b="0">
                          <a:solidFill>
                            <a:schemeClr val="tx1"/>
                          </a:solidFill>
                        </a:rPr>
                        <a:t>Current</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100">
                          <a:solidFill>
                            <a:schemeClr val="tx1"/>
                          </a:solidFill>
                        </a:rPr>
                        <a:t>Future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100" kern="1200" err="1">
                          <a:solidFill>
                            <a:schemeClr val="tx1"/>
                          </a:solidFill>
                          <a:latin typeface="+mn-lt"/>
                          <a:ea typeface="+mn-ea"/>
                          <a:cs typeface="+mn-cs"/>
                        </a:rPr>
                        <a:t>Δ</a:t>
                      </a:r>
                      <a:r>
                        <a:rPr lang="en-US" sz="1100" kern="1200">
                          <a:solidFill>
                            <a:schemeClr val="tx1"/>
                          </a:solidFill>
                          <a:latin typeface="+mn-lt"/>
                          <a:ea typeface="+mn-ea"/>
                          <a:cs typeface="+mn-cs"/>
                        </a:rPr>
                        <a:t> HC</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100" kern="1200">
                          <a:solidFill>
                            <a:schemeClr val="tx1"/>
                          </a:solidFill>
                          <a:latin typeface="+mn-lt"/>
                          <a:ea typeface="+mn-ea"/>
                          <a:cs typeface="+mn-cs"/>
                        </a:rPr>
                        <a:t>Δ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13775808"/>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1">
                          <a:solidFill>
                            <a:schemeClr val="bg1"/>
                          </a:solidFill>
                        </a:rPr>
                        <a:t>TOTAL</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696158"/>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1">
                          <a:solidFill>
                            <a:schemeClr val="bg1"/>
                          </a:solidFill>
                        </a:rPr>
                        <a:t>121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696158"/>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1">
                          <a:solidFill>
                            <a:schemeClr val="bg1"/>
                          </a:solidFill>
                        </a:rPr>
                        <a:t>88</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696158"/>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b="1" kern="1200">
                          <a:solidFill>
                            <a:schemeClr val="bg1"/>
                          </a:solidFill>
                          <a:latin typeface="+mn-lt"/>
                          <a:ea typeface="+mn-ea"/>
                          <a:cs typeface="+mn-cs"/>
                        </a:rPr>
                        <a:t>33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696158"/>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b="1" kern="1200">
                          <a:solidFill>
                            <a:schemeClr val="bg1"/>
                          </a:solidFill>
                          <a:latin typeface="+mn-lt"/>
                          <a:ea typeface="+mn-ea"/>
                          <a:cs typeface="+mn-cs"/>
                        </a:rPr>
                        <a:t>27%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696158"/>
                    </a:solidFill>
                  </a:tcPr>
                </a:tc>
                <a:extLst>
                  <a:ext uri="{0D108BD9-81ED-4DB2-BD59-A6C34878D82A}">
                    <a16:rowId xmlns:a16="http://schemas.microsoft.com/office/drawing/2014/main" val="611121740"/>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0">
                          <a:solidFill>
                            <a:schemeClr val="bg1"/>
                          </a:solidFill>
                        </a:rPr>
                        <a:t>SEGMENTS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8FC2"/>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0">
                          <a:solidFill>
                            <a:schemeClr val="bg1"/>
                          </a:solidFill>
                        </a:rPr>
                        <a:t>60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8FC2"/>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0">
                          <a:solidFill>
                            <a:schemeClr val="bg1"/>
                          </a:solidFill>
                        </a:rPr>
                        <a:t>34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8FC2"/>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b="0" kern="1200">
                          <a:solidFill>
                            <a:schemeClr val="bg1"/>
                          </a:solidFill>
                          <a:latin typeface="+mn-lt"/>
                          <a:ea typeface="+mn-ea"/>
                          <a:cs typeface="+mn-cs"/>
                        </a:rPr>
                        <a:t>26</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8FC2"/>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b="0" kern="1200">
                          <a:solidFill>
                            <a:schemeClr val="bg1"/>
                          </a:solidFill>
                          <a:latin typeface="+mn-lt"/>
                          <a:ea typeface="+mn-ea"/>
                          <a:cs typeface="+mn-cs"/>
                        </a:rPr>
                        <a:t>43%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8FC2"/>
                    </a:solidFill>
                  </a:tcPr>
                </a:tc>
                <a:extLst>
                  <a:ext uri="{0D108BD9-81ED-4DB2-BD59-A6C34878D82A}">
                    <a16:rowId xmlns:a16="http://schemas.microsoft.com/office/drawing/2014/main" val="1730452404"/>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1" dirty="0"/>
                        <a:t>BU 1</a:t>
                      </a:r>
                    </a:p>
                  </a:txBody>
                  <a:tcPr anchor="ctr">
                    <a:lnL w="12700" cmpd="sng">
                      <a:noFill/>
                    </a:lnL>
                    <a:lnR w="12700" cmpd="sng">
                      <a:noFill/>
                    </a:lnR>
                    <a:lnT w="12700" cmpd="sng">
                      <a:noFill/>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0"/>
                        <a:t>14</a:t>
                      </a:r>
                    </a:p>
                  </a:txBody>
                  <a:tcPr anchor="ctr">
                    <a:lnL w="12700" cmpd="sng">
                      <a:noFill/>
                    </a:lnL>
                    <a:lnR w="12700" cmpd="sng">
                      <a:noFill/>
                    </a:lnR>
                    <a:lnT w="12700" cmpd="sng">
                      <a:noFill/>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kern="1200">
                          <a:solidFill>
                            <a:schemeClr val="dk1"/>
                          </a:solidFill>
                          <a:latin typeface="+mn-lt"/>
                          <a:ea typeface="+mn-ea"/>
                          <a:cs typeface="+mn-cs"/>
                        </a:rPr>
                        <a:t>10</a:t>
                      </a:r>
                    </a:p>
                  </a:txBody>
                  <a:tcPr anchor="ctr">
                    <a:lnL w="12700" cmpd="sng">
                      <a:noFill/>
                    </a:lnL>
                    <a:lnR w="12700" cmpd="sng">
                      <a:noFill/>
                    </a:lnR>
                    <a:lnT w="12700" cmpd="sng">
                      <a:noFill/>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kern="1200">
                          <a:solidFill>
                            <a:schemeClr val="dk1"/>
                          </a:solidFill>
                          <a:latin typeface="+mn-lt"/>
                          <a:ea typeface="+mn-ea"/>
                          <a:cs typeface="+mn-cs"/>
                        </a:rPr>
                        <a:t>4</a:t>
                      </a:r>
                    </a:p>
                  </a:txBody>
                  <a:tcPr anchor="ctr">
                    <a:lnL w="12700" cmpd="sng">
                      <a:noFill/>
                    </a:lnL>
                    <a:lnR w="12700" cmpd="sng">
                      <a:noFill/>
                    </a:lnR>
                    <a:lnT w="12700" cmpd="sng">
                      <a:noFill/>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kern="1200">
                          <a:solidFill>
                            <a:schemeClr val="dk1"/>
                          </a:solidFill>
                          <a:latin typeface="+mn-lt"/>
                          <a:ea typeface="+mn-ea"/>
                          <a:cs typeface="+mn-cs"/>
                        </a:rPr>
                        <a:t>29%</a:t>
                      </a:r>
                    </a:p>
                  </a:txBody>
                  <a:tcPr anchor="ctr">
                    <a:lnL w="12700" cmpd="sng">
                      <a:noFill/>
                    </a:lnL>
                    <a:lnR w="12700" cmpd="sng">
                      <a:noFill/>
                    </a:lnR>
                    <a:lnT w="12700" cmpd="sng">
                      <a:noFill/>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8883833"/>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1" dirty="0"/>
                        <a:t>BU 2</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0"/>
                        <a:t>39</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19</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20</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51%</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3575712"/>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1" dirty="0"/>
                        <a:t>BU 3</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0"/>
                        <a:t>7</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5</a:t>
                      </a:r>
                      <a:endParaRPr lang="en-US" sz="1200">
                        <a:solidFill>
                          <a:srgbClr val="FFC000"/>
                        </a:solidFill>
                      </a:endParaRP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kern="1200">
                          <a:solidFill>
                            <a:schemeClr val="dk1"/>
                          </a:solidFill>
                          <a:latin typeface="+mn-lt"/>
                          <a:ea typeface="+mn-ea"/>
                          <a:cs typeface="+mn-cs"/>
                        </a:rPr>
                        <a:t>2</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kern="1200">
                          <a:solidFill>
                            <a:schemeClr val="dk1"/>
                          </a:solidFill>
                          <a:latin typeface="+mn-lt"/>
                          <a:ea typeface="+mn-ea"/>
                          <a:cs typeface="+mn-cs"/>
                        </a:rPr>
                        <a:t>29%</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0205781"/>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i="1" dirty="0">
                          <a:solidFill>
                            <a:srgbClr val="00A7B5"/>
                          </a:solidFill>
                        </a:rPr>
                        <a:t>International</a:t>
                      </a:r>
                    </a:p>
                  </a:txBody>
                  <a:tcPr anchor="ctr">
                    <a:lnL w="12700" cmpd="sng">
                      <a:noFill/>
                    </a:lnL>
                    <a:lnR w="12700" cmpd="sng">
                      <a:noFill/>
                    </a:lnR>
                    <a:lnT w="12700" cap="flat" cmpd="sng" algn="ctr">
                      <a:solidFill>
                        <a:srgbClr val="696158"/>
                      </a:solidFill>
                      <a:prstDash val="dot"/>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i="1" kern="1200" dirty="0">
                          <a:solidFill>
                            <a:srgbClr val="00A7B5"/>
                          </a:solidFill>
                          <a:latin typeface="+mn-lt"/>
                          <a:ea typeface="+mn-ea"/>
                          <a:cs typeface="+mn-cs"/>
                        </a:rPr>
                        <a:t>19</a:t>
                      </a:r>
                    </a:p>
                  </a:txBody>
                  <a:tcPr anchor="ctr">
                    <a:lnL w="12700" cmpd="sng">
                      <a:noFill/>
                    </a:lnL>
                    <a:lnR w="12700" cmpd="sng">
                      <a:noFill/>
                    </a:lnR>
                    <a:lnT w="12700" cap="flat" cmpd="sng" algn="ctr">
                      <a:solidFill>
                        <a:srgbClr val="696158"/>
                      </a:solidFill>
                      <a:prstDash val="dot"/>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i="1" kern="1200" dirty="0">
                          <a:solidFill>
                            <a:srgbClr val="00A7B5"/>
                          </a:solidFill>
                          <a:latin typeface="+mn-lt"/>
                          <a:ea typeface="+mn-ea"/>
                          <a:cs typeface="+mn-cs"/>
                        </a:rPr>
                        <a:t>16</a:t>
                      </a:r>
                    </a:p>
                  </a:txBody>
                  <a:tcPr anchor="ctr">
                    <a:lnL w="12700" cmpd="sng">
                      <a:noFill/>
                    </a:lnL>
                    <a:lnR w="12700" cmpd="sng">
                      <a:noFill/>
                    </a:lnR>
                    <a:lnT w="12700" cap="flat" cmpd="sng" algn="ctr">
                      <a:solidFill>
                        <a:srgbClr val="696158"/>
                      </a:solidFill>
                      <a:prstDash val="dot"/>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i="1" kern="1200" dirty="0">
                          <a:solidFill>
                            <a:srgbClr val="00A7B5"/>
                          </a:solidFill>
                          <a:latin typeface="+mn-lt"/>
                          <a:ea typeface="+mn-ea"/>
                          <a:cs typeface="+mn-cs"/>
                        </a:rPr>
                        <a:t>3</a:t>
                      </a:r>
                    </a:p>
                  </a:txBody>
                  <a:tcPr anchor="ctr">
                    <a:lnL w="12700" cmpd="sng">
                      <a:noFill/>
                    </a:lnL>
                    <a:lnR w="12700" cmpd="sng">
                      <a:noFill/>
                    </a:lnR>
                    <a:lnT w="12700" cap="flat" cmpd="sng" algn="ctr">
                      <a:solidFill>
                        <a:srgbClr val="696158"/>
                      </a:solidFill>
                      <a:prstDash val="dot"/>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i="1" kern="1200" dirty="0">
                          <a:solidFill>
                            <a:srgbClr val="00A7B5"/>
                          </a:solidFill>
                          <a:latin typeface="+mn-lt"/>
                          <a:ea typeface="+mn-ea"/>
                          <a:cs typeface="+mn-cs"/>
                        </a:rPr>
                        <a:t>11%</a:t>
                      </a:r>
                    </a:p>
                  </a:txBody>
                  <a:tcPr anchor="ctr">
                    <a:lnL w="12700" cmpd="sng">
                      <a:noFill/>
                    </a:lnL>
                    <a:lnR w="12700" cmpd="sng">
                      <a:noFill/>
                    </a:lnR>
                    <a:lnT w="12700" cap="flat" cmpd="sng" algn="ctr">
                      <a:solidFill>
                        <a:srgbClr val="696158"/>
                      </a:solidFill>
                      <a:prstDash val="dot"/>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99717469"/>
                  </a:ext>
                </a:extLst>
              </a:tr>
              <a:tr h="221643">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endParaRPr lang="en-US" sz="1200" b="0">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endParaRPr lang="en-US" sz="1200" b="0">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endParaRPr lang="en-US" sz="1200" b="0" kern="1200">
                        <a:solidFill>
                          <a:schemeClr val="bg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endParaRPr lang="en-US" sz="1200" b="0" kern="1200">
                        <a:solidFill>
                          <a:schemeClr val="bg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endParaRPr lang="en-US" sz="1200" b="0" kern="1200">
                        <a:solidFill>
                          <a:schemeClr val="bg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68848008"/>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0">
                          <a:solidFill>
                            <a:schemeClr val="bg1"/>
                          </a:solidFill>
                        </a:rPr>
                        <a:t>CORP FUNCTIONS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8FC2"/>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0">
                          <a:solidFill>
                            <a:schemeClr val="bg1"/>
                          </a:solidFill>
                        </a:rPr>
                        <a:t>61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8FC2"/>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b="0" kern="1200">
                          <a:solidFill>
                            <a:schemeClr val="bg1"/>
                          </a:solidFill>
                          <a:latin typeface="+mn-lt"/>
                          <a:ea typeface="+mn-ea"/>
                          <a:cs typeface="+mn-cs"/>
                        </a:rPr>
                        <a:t>54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8FC2"/>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0" kern="1200">
                          <a:solidFill>
                            <a:schemeClr val="bg1"/>
                          </a:solidFill>
                          <a:latin typeface="+mn-lt"/>
                          <a:ea typeface="+mn-ea"/>
                          <a:cs typeface="+mn-cs"/>
                        </a:rPr>
                        <a:t>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8FC2"/>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b="0" kern="1200">
                          <a:solidFill>
                            <a:schemeClr val="bg1"/>
                          </a:solidFill>
                          <a:latin typeface="+mn-lt"/>
                          <a:ea typeface="+mn-ea"/>
                          <a:cs typeface="+mn-cs"/>
                        </a:rPr>
                        <a:t>12%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8FC2"/>
                    </a:solidFill>
                  </a:tcPr>
                </a:tc>
                <a:extLst>
                  <a:ext uri="{0D108BD9-81ED-4DB2-BD59-A6C34878D82A}">
                    <a16:rowId xmlns:a16="http://schemas.microsoft.com/office/drawing/2014/main" val="3775550516"/>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1" dirty="0"/>
                        <a:t>Corp Marketing</a:t>
                      </a:r>
                    </a:p>
                  </a:txBody>
                  <a:tcPr anchor="ctr">
                    <a:lnL w="12700" cmpd="sng">
                      <a:noFill/>
                    </a:lnL>
                    <a:lnR w="12700" cmpd="sng">
                      <a:noFill/>
                    </a:lnR>
                    <a:lnT w="12700" cmpd="sng">
                      <a:noFill/>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1"/>
                        <a:t>4</a:t>
                      </a:r>
                    </a:p>
                  </a:txBody>
                  <a:tcPr anchor="ctr">
                    <a:lnL w="12700" cmpd="sng">
                      <a:noFill/>
                    </a:lnL>
                    <a:lnR w="12700" cmpd="sng">
                      <a:noFill/>
                    </a:lnR>
                    <a:lnT w="12700" cmpd="sng">
                      <a:noFill/>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2</a:t>
                      </a:r>
                    </a:p>
                  </a:txBody>
                  <a:tcPr anchor="ctr">
                    <a:lnL w="12700" cmpd="sng">
                      <a:noFill/>
                    </a:lnL>
                    <a:lnR w="12700" cmpd="sng">
                      <a:noFill/>
                    </a:lnR>
                    <a:lnT w="12700" cmpd="sng">
                      <a:noFill/>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2</a:t>
                      </a:r>
                    </a:p>
                  </a:txBody>
                  <a:tcPr anchor="ctr">
                    <a:lnL w="12700" cmpd="sng">
                      <a:noFill/>
                    </a:lnL>
                    <a:lnR w="12700" cmpd="sng">
                      <a:noFill/>
                    </a:lnR>
                    <a:lnT w="12700" cmpd="sng">
                      <a:noFill/>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50%</a:t>
                      </a:r>
                    </a:p>
                  </a:txBody>
                  <a:tcPr anchor="ctr">
                    <a:lnL w="12700" cmpd="sng">
                      <a:noFill/>
                    </a:lnL>
                    <a:lnR w="12700" cmpd="sng">
                      <a:noFill/>
                    </a:lnR>
                    <a:lnT w="12700" cmpd="sng">
                      <a:noFill/>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8435975"/>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1" dirty="0"/>
                        <a:t>Sales</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1"/>
                        <a:t>6</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4</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2</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33%</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395312"/>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1"/>
                        <a:t>Supply Chain</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1"/>
                        <a:t>5</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5</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0</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0%</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790552"/>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1" dirty="0"/>
                        <a:t>Finance, GBS, Legal</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1"/>
                        <a:t>15</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14</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1</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altLang="zh-CN" sz="1200"/>
                        <a:t>7%</a:t>
                      </a:r>
                      <a:endParaRPr lang="en-US" sz="1200"/>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0336306"/>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1" dirty="0"/>
                        <a:t>HR</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1"/>
                        <a:t>9</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8</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1</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11%</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9169117"/>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1" dirty="0"/>
                        <a:t>IT</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1"/>
                        <a:t>4</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3</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1</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25%</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6586919"/>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1" i="0">
                          <a:solidFill>
                            <a:schemeClr val="tx1"/>
                          </a:solidFill>
                        </a:rPr>
                        <a:t>Others</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1" i="0">
                          <a:solidFill>
                            <a:schemeClr val="tx1"/>
                          </a:solidFill>
                        </a:rPr>
                        <a:t>18</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i="0">
                          <a:solidFill>
                            <a:schemeClr val="tx1"/>
                          </a:solidFill>
                        </a:rPr>
                        <a:t>18</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i="0">
                          <a:solidFill>
                            <a:schemeClr val="tx1"/>
                          </a:solidFill>
                        </a:rPr>
                        <a:t>0</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i="0" dirty="0">
                          <a:solidFill>
                            <a:schemeClr val="tx1"/>
                          </a:solidFill>
                        </a:rPr>
                        <a:t>0%</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98871517"/>
                  </a:ext>
                </a:extLst>
              </a:tr>
            </a:tbl>
          </a:graphicData>
        </a:graphic>
      </p:graphicFrame>
      <p:sp>
        <p:nvSpPr>
          <p:cNvPr id="36" name="TextBox 35">
            <a:extLst>
              <a:ext uri="{FF2B5EF4-FFF2-40B4-BE49-F238E27FC236}">
                <a16:creationId xmlns:a16="http://schemas.microsoft.com/office/drawing/2014/main" id="{3C7AC8F1-4243-3985-78FA-7ACBD2E0FF65}"/>
              </a:ext>
            </a:extLst>
          </p:cNvPr>
          <p:cNvSpPr txBox="1"/>
          <p:nvPr/>
        </p:nvSpPr>
        <p:spPr>
          <a:xfrm>
            <a:off x="856701" y="3138835"/>
            <a:ext cx="5239299" cy="2980586"/>
          </a:xfrm>
          <a:prstGeom prst="rect">
            <a:avLst/>
          </a:prstGeom>
          <a:noFill/>
          <a:ln>
            <a:solidFill>
              <a:srgbClr val="FFFFFF">
                <a:lumMod val="85000"/>
              </a:srgbClr>
            </a:solidFill>
          </a:ln>
        </p:spPr>
        <p:txBody>
          <a:bodyPr wrap="square" lIns="91440" tIns="180000" rIns="91440" bIns="180000" rtlCol="0" anchor="t">
            <a:noAutofit/>
          </a:bodyPr>
          <a:lstStyle/>
          <a:p>
            <a:pPr marL="285750" marR="0" lvl="0" indent="-285750"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696158"/>
                </a:solidFill>
                <a:effectLst/>
                <a:uLnTx/>
                <a:uFillTx/>
                <a:latin typeface="Roboto"/>
              </a:rPr>
              <a:t>BUs consolidated into 3:  </a:t>
            </a:r>
          </a:p>
          <a:p>
            <a:pPr marL="742950" marR="0" lvl="1" indent="-285750"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200" b="1" kern="0" dirty="0">
                <a:solidFill>
                  <a:srgbClr val="696158"/>
                </a:solidFill>
                <a:latin typeface="Roboto"/>
              </a:rPr>
              <a:t>BU 1</a:t>
            </a:r>
            <a:r>
              <a:rPr kumimoji="0" lang="en-US" sz="1200" b="0" i="0" u="none" strike="noStrike" kern="0" cap="none" spc="0" normalizeH="0" baseline="0" noProof="0" dirty="0">
                <a:ln>
                  <a:noFill/>
                </a:ln>
                <a:solidFill>
                  <a:srgbClr val="696158"/>
                </a:solidFill>
                <a:effectLst/>
                <a:uLnTx/>
                <a:uFillTx/>
                <a:latin typeface="Roboto"/>
              </a:rPr>
              <a:t>: XXX…</a:t>
            </a:r>
          </a:p>
          <a:p>
            <a:pPr marL="742950" marR="0" lvl="1" indent="-285750"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200" b="1" kern="0" dirty="0">
                <a:solidFill>
                  <a:srgbClr val="696158"/>
                </a:solidFill>
                <a:latin typeface="Roboto"/>
              </a:rPr>
              <a:t>BU 2</a:t>
            </a:r>
            <a:r>
              <a:rPr kumimoji="0" lang="en-US" sz="1200" b="0" i="0" u="none" strike="noStrike" kern="0" cap="none" spc="0" normalizeH="0" baseline="0" noProof="0" dirty="0">
                <a:ln>
                  <a:noFill/>
                </a:ln>
                <a:solidFill>
                  <a:srgbClr val="696158"/>
                </a:solidFill>
                <a:effectLst/>
                <a:uLnTx/>
                <a:uFillTx/>
                <a:latin typeface="Roboto"/>
              </a:rPr>
              <a:t>: XXX…</a:t>
            </a:r>
          </a:p>
          <a:p>
            <a:pPr marL="742950" marR="0" lvl="1" indent="-285750"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b="1" kern="0" dirty="0">
                <a:solidFill>
                  <a:srgbClr val="696158"/>
                </a:solidFill>
                <a:latin typeface="Roboto"/>
              </a:rPr>
              <a:t>BU 3</a:t>
            </a:r>
            <a:r>
              <a:rPr kumimoji="0" lang="en-US" sz="1200" b="0" i="0" u="none" strike="noStrike" kern="0" cap="none" spc="0" normalizeH="0" baseline="0" noProof="0" dirty="0">
                <a:ln>
                  <a:noFill/>
                </a:ln>
                <a:solidFill>
                  <a:srgbClr val="696158"/>
                </a:solidFill>
                <a:effectLst/>
                <a:uLnTx/>
                <a:uFillTx/>
                <a:latin typeface="Roboto"/>
              </a:rPr>
              <a:t>: XXX…</a:t>
            </a:r>
            <a:endParaRPr kumimoji="0" lang="en-US" sz="1400" b="0" i="0" u="none" strike="noStrike" kern="0" cap="none" spc="0" normalizeH="0" baseline="0" noProof="0" dirty="0">
              <a:ln>
                <a:noFill/>
              </a:ln>
              <a:solidFill>
                <a:srgbClr val="696158"/>
              </a:solidFill>
              <a:effectLst/>
              <a:uLnTx/>
              <a:uFillTx/>
              <a:latin typeface="Roboto"/>
            </a:endParaRPr>
          </a:p>
          <a:p>
            <a:pPr marL="285750" marR="0" lvl="0" indent="-285750"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696158"/>
                </a:solidFill>
                <a:effectLst/>
                <a:uLnTx/>
                <a:uFillTx/>
                <a:latin typeface="Roboto"/>
              </a:rPr>
              <a:t>Savings impact from role reductions is estimated at ~$22M</a:t>
            </a:r>
            <a:endParaRPr kumimoji="0" lang="en-US" sz="1400" b="0" i="0" u="none" strike="sngStrike" kern="0" cap="none" spc="0" normalizeH="0" baseline="0" noProof="0" dirty="0">
              <a:ln>
                <a:noFill/>
              </a:ln>
              <a:solidFill>
                <a:srgbClr val="696158"/>
              </a:solidFill>
              <a:effectLst/>
              <a:uLnTx/>
              <a:uFillTx/>
              <a:latin typeface="Roboto"/>
            </a:endParaRPr>
          </a:p>
          <a:p>
            <a:pPr marL="285750" marR="0" lvl="0" indent="-285750"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696158"/>
                </a:solidFill>
                <a:effectLst/>
                <a:uLnTx/>
                <a:uFillTx/>
                <a:latin typeface="Roboto"/>
              </a:rPr>
              <a:t>Additional savings expected from an improved Span of Control as this is cascaded throughout the organization</a:t>
            </a:r>
          </a:p>
        </p:txBody>
      </p:sp>
      <p:sp>
        <p:nvSpPr>
          <p:cNvPr id="37" name="TextBox 36">
            <a:extLst>
              <a:ext uri="{FF2B5EF4-FFF2-40B4-BE49-F238E27FC236}">
                <a16:creationId xmlns:a16="http://schemas.microsoft.com/office/drawing/2014/main" id="{FF7E4343-B9AE-E6FA-5817-2C87467E900D}"/>
              </a:ext>
            </a:extLst>
          </p:cNvPr>
          <p:cNvSpPr txBox="1"/>
          <p:nvPr/>
        </p:nvSpPr>
        <p:spPr>
          <a:xfrm>
            <a:off x="6587010" y="5873200"/>
            <a:ext cx="4763149" cy="246221"/>
          </a:xfrm>
          <a:prstGeom prst="rect">
            <a:avLst/>
          </a:prstGeom>
          <a:noFill/>
        </p:spPr>
        <p:txBody>
          <a:bodyPr wrap="square" rtlCol="0">
            <a:spAutoFit/>
          </a:bodyPr>
          <a:lstStyle/>
          <a:p>
            <a:r>
              <a:rPr lang="en-US" sz="1000">
                <a:solidFill>
                  <a:srgbClr val="696158"/>
                </a:solidFill>
                <a:latin typeface="Roboto"/>
              </a:rPr>
              <a:t>Note: The average FBC for SVP&amp;VP is $680K</a:t>
            </a:r>
          </a:p>
        </p:txBody>
      </p:sp>
      <p:grpSp>
        <p:nvGrpSpPr>
          <p:cNvPr id="38" name="Group 37">
            <a:extLst>
              <a:ext uri="{FF2B5EF4-FFF2-40B4-BE49-F238E27FC236}">
                <a16:creationId xmlns:a16="http://schemas.microsoft.com/office/drawing/2014/main" id="{FE5242AF-EBD0-234C-FA60-81A25F9A3002}"/>
              </a:ext>
            </a:extLst>
          </p:cNvPr>
          <p:cNvGrpSpPr/>
          <p:nvPr/>
        </p:nvGrpSpPr>
        <p:grpSpPr>
          <a:xfrm>
            <a:off x="856701" y="1334418"/>
            <a:ext cx="5239299" cy="1804417"/>
            <a:chOff x="649314" y="1682496"/>
            <a:chExt cx="5239299" cy="1804417"/>
          </a:xfrm>
        </p:grpSpPr>
        <p:grpSp>
          <p:nvGrpSpPr>
            <p:cNvPr id="39" name="Group 38">
              <a:extLst>
                <a:ext uri="{FF2B5EF4-FFF2-40B4-BE49-F238E27FC236}">
                  <a16:creationId xmlns:a16="http://schemas.microsoft.com/office/drawing/2014/main" id="{52D8CCB6-E613-FFFF-60A4-2DA7B6828A43}"/>
                </a:ext>
              </a:extLst>
            </p:cNvPr>
            <p:cNvGrpSpPr/>
            <p:nvPr/>
          </p:nvGrpSpPr>
          <p:grpSpPr>
            <a:xfrm>
              <a:off x="649314" y="1682496"/>
              <a:ext cx="1645829" cy="1804417"/>
              <a:chOff x="649314" y="1682496"/>
              <a:chExt cx="1645829" cy="1804417"/>
            </a:xfrm>
          </p:grpSpPr>
          <p:sp>
            <p:nvSpPr>
              <p:cNvPr id="47" name="Rectangle 46">
                <a:extLst>
                  <a:ext uri="{FF2B5EF4-FFF2-40B4-BE49-F238E27FC236}">
                    <a16:creationId xmlns:a16="http://schemas.microsoft.com/office/drawing/2014/main" id="{E77C36A3-5D0A-0757-8E51-A27AFEB405BD}"/>
                  </a:ext>
                </a:extLst>
              </p:cNvPr>
              <p:cNvSpPr/>
              <p:nvPr/>
            </p:nvSpPr>
            <p:spPr>
              <a:xfrm>
                <a:off x="659938" y="1682496"/>
                <a:ext cx="1635205" cy="1804417"/>
              </a:xfrm>
              <a:prstGeom prst="rect">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srgbClr val="FFFFFF"/>
                  </a:solidFill>
                  <a:effectLst/>
                  <a:uLnTx/>
                  <a:uFillTx/>
                  <a:latin typeface="Roboto"/>
                  <a:ea typeface="+mn-ea"/>
                  <a:cs typeface="+mn-cs"/>
                </a:endParaRPr>
              </a:p>
            </p:txBody>
          </p:sp>
          <p:sp>
            <p:nvSpPr>
              <p:cNvPr id="48" name="Rectangle 47">
                <a:extLst>
                  <a:ext uri="{FF2B5EF4-FFF2-40B4-BE49-F238E27FC236}">
                    <a16:creationId xmlns:a16="http://schemas.microsoft.com/office/drawing/2014/main" id="{C0817817-7C0C-1BC5-0ED6-DD5444F01258}"/>
                  </a:ext>
                </a:extLst>
              </p:cNvPr>
              <p:cNvSpPr/>
              <p:nvPr/>
            </p:nvSpPr>
            <p:spPr>
              <a:xfrm>
                <a:off x="906040" y="1751076"/>
                <a:ext cx="1143000" cy="320040"/>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212121"/>
                    </a:solidFill>
                    <a:effectLst/>
                    <a:uLnTx/>
                    <a:uFillTx/>
                    <a:latin typeface="Roboto" panose="02000000000000000000" pitchFamily="2" charset="0"/>
                    <a:ea typeface="Roboto" panose="02000000000000000000" pitchFamily="2" charset="0"/>
                    <a:cs typeface="+mn-cs"/>
                  </a:rPr>
                  <a:t>PIVOT 1</a:t>
                </a:r>
              </a:p>
            </p:txBody>
          </p:sp>
          <p:cxnSp>
            <p:nvCxnSpPr>
              <p:cNvPr id="49" name="Straight Connector 48">
                <a:extLst>
                  <a:ext uri="{FF2B5EF4-FFF2-40B4-BE49-F238E27FC236}">
                    <a16:creationId xmlns:a16="http://schemas.microsoft.com/office/drawing/2014/main" id="{C08DDEC2-C0B1-9B6B-2D39-5523B7F10C6F}"/>
                  </a:ext>
                </a:extLst>
              </p:cNvPr>
              <p:cNvCxnSpPr>
                <a:cxnSpLocks/>
              </p:cNvCxnSpPr>
              <p:nvPr/>
            </p:nvCxnSpPr>
            <p:spPr>
              <a:xfrm>
                <a:off x="906040" y="2139696"/>
                <a:ext cx="1143000" cy="0"/>
              </a:xfrm>
              <a:prstGeom prst="line">
                <a:avLst/>
              </a:prstGeom>
              <a:noFill/>
              <a:ln w="6350" cap="flat" cmpd="sng" algn="ctr">
                <a:solidFill>
                  <a:srgbClr val="696158"/>
                </a:solidFill>
                <a:prstDash val="solid"/>
                <a:miter lim="800000"/>
              </a:ln>
              <a:effectLst/>
            </p:spPr>
          </p:cxnSp>
          <p:sp>
            <p:nvSpPr>
              <p:cNvPr id="50" name="Rectangle 49">
                <a:extLst>
                  <a:ext uri="{FF2B5EF4-FFF2-40B4-BE49-F238E27FC236}">
                    <a16:creationId xmlns:a16="http://schemas.microsoft.com/office/drawing/2014/main" id="{9DAE2EE9-7AB8-36E8-B476-2C528EA93832}"/>
                  </a:ext>
                </a:extLst>
              </p:cNvPr>
              <p:cNvSpPr/>
              <p:nvPr/>
            </p:nvSpPr>
            <p:spPr>
              <a:xfrm>
                <a:off x="649314" y="2273317"/>
                <a:ext cx="1635205" cy="105765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12121"/>
                    </a:solidFill>
                    <a:effectLst/>
                    <a:uLnTx/>
                    <a:uFillTx/>
                    <a:latin typeface="Roboto"/>
                    <a:ea typeface="+mn-ea"/>
                    <a:cs typeface="+mn-cs"/>
                  </a:rPr>
                  <a:t>Reduce Management Duplication and Bureaucracy</a:t>
                </a:r>
              </a:p>
            </p:txBody>
          </p:sp>
        </p:grpSp>
        <p:grpSp>
          <p:nvGrpSpPr>
            <p:cNvPr id="40" name="Group 39">
              <a:extLst>
                <a:ext uri="{FF2B5EF4-FFF2-40B4-BE49-F238E27FC236}">
                  <a16:creationId xmlns:a16="http://schemas.microsoft.com/office/drawing/2014/main" id="{5CDCF39C-26A4-6E91-4987-BFB96BC8722C}"/>
                </a:ext>
              </a:extLst>
            </p:cNvPr>
            <p:cNvGrpSpPr/>
            <p:nvPr/>
          </p:nvGrpSpPr>
          <p:grpSpPr>
            <a:xfrm>
              <a:off x="2185113" y="1799184"/>
              <a:ext cx="233081" cy="233081"/>
              <a:chOff x="6176863" y="4379976"/>
              <a:chExt cx="457200" cy="457200"/>
            </a:xfrm>
          </p:grpSpPr>
          <p:sp>
            <p:nvSpPr>
              <p:cNvPr id="45" name="Oval 44">
                <a:extLst>
                  <a:ext uri="{FF2B5EF4-FFF2-40B4-BE49-F238E27FC236}">
                    <a16:creationId xmlns:a16="http://schemas.microsoft.com/office/drawing/2014/main" id="{D96ACDCE-C897-BA66-46D8-4C23A2E02F7C}"/>
                  </a:ext>
                </a:extLst>
              </p:cNvPr>
              <p:cNvSpPr/>
              <p:nvPr/>
            </p:nvSpPr>
            <p:spPr>
              <a:xfrm>
                <a:off x="6176863" y="4379976"/>
                <a:ext cx="457200" cy="457200"/>
              </a:xfrm>
              <a:prstGeom prst="ellipse">
                <a:avLst/>
              </a:prstGeom>
              <a:solidFill>
                <a:srgbClr val="288FC2"/>
              </a:solidFill>
              <a:ln w="12700" cap="flat" cmpd="sng" algn="ctr">
                <a:solidFill>
                  <a:srgbClr val="288FC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Roboto"/>
                  <a:ea typeface="+mn-ea"/>
                  <a:cs typeface="+mn-cs"/>
                </a:endParaRPr>
              </a:p>
            </p:txBody>
          </p:sp>
          <p:sp>
            <p:nvSpPr>
              <p:cNvPr id="46" name="Triangle 17">
                <a:extLst>
                  <a:ext uri="{FF2B5EF4-FFF2-40B4-BE49-F238E27FC236}">
                    <a16:creationId xmlns:a16="http://schemas.microsoft.com/office/drawing/2014/main" id="{4F33EBE1-1D1D-1D97-8595-FCE3686175AE}"/>
                  </a:ext>
                </a:extLst>
              </p:cNvPr>
              <p:cNvSpPr/>
              <p:nvPr/>
            </p:nvSpPr>
            <p:spPr>
              <a:xfrm rot="5400000">
                <a:off x="6277446" y="4546829"/>
                <a:ext cx="310899" cy="123495"/>
              </a:xfrm>
              <a:prstGeom prst="triangle">
                <a:avLst/>
              </a:prstGeom>
              <a:solidFill>
                <a:srgbClr val="FFFFFF"/>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Roboto"/>
                  <a:ea typeface="+mn-ea"/>
                  <a:cs typeface="+mn-cs"/>
                </a:endParaRPr>
              </a:p>
            </p:txBody>
          </p:sp>
        </p:grpSp>
        <p:sp>
          <p:nvSpPr>
            <p:cNvPr id="41" name="TextBox 40">
              <a:extLst>
                <a:ext uri="{FF2B5EF4-FFF2-40B4-BE49-F238E27FC236}">
                  <a16:creationId xmlns:a16="http://schemas.microsoft.com/office/drawing/2014/main" id="{460744ED-250C-4956-A0F9-55D028DBCFCB}"/>
                </a:ext>
              </a:extLst>
            </p:cNvPr>
            <p:cNvSpPr txBox="1"/>
            <p:nvPr/>
          </p:nvSpPr>
          <p:spPr>
            <a:xfrm>
              <a:off x="2418194" y="2269796"/>
              <a:ext cx="1440574" cy="754053"/>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300"/>
                </a:spcAft>
                <a:buClr>
                  <a:srgbClr val="696158"/>
                </a:buClr>
                <a:buSzTx/>
                <a:buFontTx/>
                <a:buNone/>
                <a:tabLst/>
                <a:defRPr/>
              </a:pPr>
              <a:r>
                <a:rPr kumimoji="0" lang="en-US" sz="1100" b="0" i="0" u="none" strike="noStrike" kern="0" cap="none" spc="0" normalizeH="0" baseline="0" noProof="0" dirty="0">
                  <a:ln>
                    <a:noFill/>
                  </a:ln>
                  <a:solidFill>
                    <a:srgbClr val="212121"/>
                  </a:solidFill>
                  <a:effectLst/>
                  <a:uLnTx/>
                  <a:uFillTx/>
                  <a:latin typeface="Roboto"/>
                </a:rPr>
                <a:t>Move from </a:t>
              </a:r>
              <a:br>
                <a:rPr kumimoji="0" lang="en-US" sz="1600" b="0" i="0" u="none" strike="noStrike" kern="0" cap="none" spc="0" normalizeH="0" baseline="0" noProof="0" dirty="0">
                  <a:ln>
                    <a:noFill/>
                  </a:ln>
                  <a:solidFill>
                    <a:srgbClr val="212121"/>
                  </a:solidFill>
                  <a:effectLst/>
                  <a:uLnTx/>
                  <a:uFillTx/>
                  <a:latin typeface="Roboto"/>
                </a:rPr>
              </a:br>
              <a:r>
                <a:rPr kumimoji="0" lang="en-US" sz="1600" b="0" i="0" u="none" strike="noStrike" kern="0" cap="none" spc="0" normalizeH="0" baseline="0" noProof="0" dirty="0">
                  <a:ln>
                    <a:noFill/>
                  </a:ln>
                  <a:solidFill>
                    <a:srgbClr val="212121"/>
                  </a:solidFill>
                  <a:effectLst/>
                  <a:uLnTx/>
                  <a:uFillTx/>
                  <a:latin typeface="Roboto"/>
                </a:rPr>
                <a:t>7 BUs to </a:t>
              </a:r>
              <a:br>
                <a:rPr kumimoji="0" lang="en-US" sz="1600" b="0" i="0" u="none" strike="noStrike" kern="0" cap="none" spc="0" normalizeH="0" baseline="0" noProof="0" dirty="0">
                  <a:ln>
                    <a:noFill/>
                  </a:ln>
                  <a:solidFill>
                    <a:srgbClr val="212121"/>
                  </a:solidFill>
                  <a:effectLst/>
                  <a:uLnTx/>
                  <a:uFillTx/>
                  <a:latin typeface="Roboto"/>
                </a:rPr>
              </a:br>
              <a:r>
                <a:rPr kumimoji="0" lang="en-US" sz="1600" b="1" i="0" u="none" strike="noStrike" kern="0" cap="none" spc="0" normalizeH="0" baseline="0" noProof="0" dirty="0">
                  <a:ln>
                    <a:noFill/>
                  </a:ln>
                  <a:solidFill>
                    <a:srgbClr val="288FC2"/>
                  </a:solidFill>
                  <a:effectLst/>
                  <a:uLnTx/>
                  <a:uFillTx/>
                  <a:latin typeface="Roboto"/>
                </a:rPr>
                <a:t>3 </a:t>
              </a:r>
              <a:r>
                <a:rPr lang="en-US" sz="1600" b="1" kern="0" dirty="0">
                  <a:solidFill>
                    <a:srgbClr val="288FC2"/>
                  </a:solidFill>
                  <a:latin typeface="Roboto"/>
                </a:rPr>
                <a:t>BU</a:t>
              </a:r>
              <a:r>
                <a:rPr kumimoji="0" lang="en-US" sz="1600" b="1" i="0" u="none" strike="noStrike" kern="0" cap="none" spc="0" normalizeH="0" baseline="0" noProof="0" dirty="0">
                  <a:ln>
                    <a:noFill/>
                  </a:ln>
                  <a:solidFill>
                    <a:srgbClr val="288FC2"/>
                  </a:solidFill>
                  <a:effectLst/>
                  <a:uLnTx/>
                  <a:uFillTx/>
                  <a:latin typeface="Roboto"/>
                </a:rPr>
                <a:t>s</a:t>
              </a:r>
            </a:p>
          </p:txBody>
        </p:sp>
        <p:sp>
          <p:nvSpPr>
            <p:cNvPr id="42" name="TextBox 41">
              <a:extLst>
                <a:ext uri="{FF2B5EF4-FFF2-40B4-BE49-F238E27FC236}">
                  <a16:creationId xmlns:a16="http://schemas.microsoft.com/office/drawing/2014/main" id="{E88823AD-5EDE-A281-0469-26AA53DD2FB6}"/>
                </a:ext>
              </a:extLst>
            </p:cNvPr>
            <p:cNvSpPr txBox="1"/>
            <p:nvPr/>
          </p:nvSpPr>
          <p:spPr>
            <a:xfrm>
              <a:off x="4007099" y="2231323"/>
              <a:ext cx="1733182" cy="830997"/>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300"/>
                </a:spcAft>
                <a:buClr>
                  <a:srgbClr val="696158"/>
                </a:buClr>
                <a:buSzTx/>
                <a:buFontTx/>
                <a:buNone/>
                <a:tabLst/>
                <a:defRPr/>
              </a:pPr>
              <a:r>
                <a:rPr kumimoji="0" lang="en-US" sz="1600" b="1" i="0" u="none" strike="noStrike" kern="0" cap="none" spc="0" normalizeH="0" baseline="0" noProof="0">
                  <a:ln>
                    <a:noFill/>
                  </a:ln>
                  <a:solidFill>
                    <a:srgbClr val="288FC2"/>
                  </a:solidFill>
                  <a:effectLst/>
                  <a:uLnTx/>
                  <a:uFillTx/>
                  <a:latin typeface="Roboto"/>
                </a:rPr>
                <a:t>33 roles (27%) reduction</a:t>
              </a:r>
              <a:r>
                <a:rPr kumimoji="0" lang="en-US" sz="1600" b="0" i="0" u="none" strike="noStrike" kern="0" cap="none" spc="0" normalizeH="0" baseline="0" noProof="0">
                  <a:ln>
                    <a:noFill/>
                  </a:ln>
                  <a:solidFill>
                    <a:srgbClr val="212121"/>
                  </a:solidFill>
                  <a:effectLst/>
                  <a:uLnTx/>
                  <a:uFillTx/>
                  <a:latin typeface="Roboto"/>
                </a:rPr>
                <a:t> in SVPs &amp; VPs</a:t>
              </a:r>
            </a:p>
          </p:txBody>
        </p:sp>
        <p:cxnSp>
          <p:nvCxnSpPr>
            <p:cNvPr id="43" name="Straight Connector 42">
              <a:extLst>
                <a:ext uri="{FF2B5EF4-FFF2-40B4-BE49-F238E27FC236}">
                  <a16:creationId xmlns:a16="http://schemas.microsoft.com/office/drawing/2014/main" id="{6BE659F8-2FB7-793E-7C9A-B84CB7854A45}"/>
                </a:ext>
              </a:extLst>
            </p:cNvPr>
            <p:cNvCxnSpPr>
              <a:cxnSpLocks/>
            </p:cNvCxnSpPr>
            <p:nvPr/>
          </p:nvCxnSpPr>
          <p:spPr>
            <a:xfrm>
              <a:off x="3895344" y="2079894"/>
              <a:ext cx="0" cy="1133856"/>
            </a:xfrm>
            <a:prstGeom prst="line">
              <a:avLst/>
            </a:prstGeom>
            <a:noFill/>
            <a:ln w="6350" cap="flat" cmpd="sng" algn="ctr">
              <a:solidFill>
                <a:srgbClr val="696158"/>
              </a:solidFill>
              <a:prstDash val="solid"/>
              <a:miter lim="800000"/>
            </a:ln>
            <a:effectLst/>
          </p:spPr>
        </p:cxnSp>
        <p:sp>
          <p:nvSpPr>
            <p:cNvPr id="44" name="Rectangle 43">
              <a:extLst>
                <a:ext uri="{FF2B5EF4-FFF2-40B4-BE49-F238E27FC236}">
                  <a16:creationId xmlns:a16="http://schemas.microsoft.com/office/drawing/2014/main" id="{2F052A69-0B86-55C2-C57B-DD3767040330}"/>
                </a:ext>
              </a:extLst>
            </p:cNvPr>
            <p:cNvSpPr/>
            <p:nvPr/>
          </p:nvSpPr>
          <p:spPr>
            <a:xfrm>
              <a:off x="649314" y="1682496"/>
              <a:ext cx="5239299" cy="1804417"/>
            </a:xfrm>
            <a:prstGeom prst="rect">
              <a:avLst/>
            </a:prstGeom>
            <a:no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Roboto"/>
                <a:ea typeface="+mn-ea"/>
                <a:cs typeface="+mn-cs"/>
              </a:endParaRPr>
            </a:p>
          </p:txBody>
        </p:sp>
      </p:grpSp>
    </p:spTree>
    <p:extLst>
      <p:ext uri="{BB962C8B-B14F-4D97-AF65-F5344CB8AC3E}">
        <p14:creationId xmlns:p14="http://schemas.microsoft.com/office/powerpoint/2010/main" val="2555041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14B877-FA6F-B1EA-1B0E-DD19A1786022}"/>
              </a:ext>
            </a:extLst>
          </p:cNvPr>
          <p:cNvSpPr>
            <a:spLocks noGrp="1"/>
          </p:cNvSpPr>
          <p:nvPr>
            <p:ph type="body" sz="quarter" idx="10"/>
          </p:nvPr>
        </p:nvSpPr>
        <p:spPr/>
        <p:txBody>
          <a:bodyPr/>
          <a:lstStyle/>
          <a:p>
            <a:r>
              <a:rPr lang="en-US" dirty="0"/>
              <a:t>Specific Pivot Example – TRANSFORM MARKETING </a:t>
            </a:r>
          </a:p>
        </p:txBody>
      </p:sp>
      <p:grpSp>
        <p:nvGrpSpPr>
          <p:cNvPr id="31" name="Group 30">
            <a:extLst>
              <a:ext uri="{FF2B5EF4-FFF2-40B4-BE49-F238E27FC236}">
                <a16:creationId xmlns:a16="http://schemas.microsoft.com/office/drawing/2014/main" id="{B2887AF8-6F04-7E1D-879D-48C0412E6064}"/>
              </a:ext>
            </a:extLst>
          </p:cNvPr>
          <p:cNvGrpSpPr/>
          <p:nvPr/>
        </p:nvGrpSpPr>
        <p:grpSpPr>
          <a:xfrm>
            <a:off x="6269404" y="1377222"/>
            <a:ext cx="5262283" cy="2476370"/>
            <a:chOff x="5952683" y="1377222"/>
            <a:chExt cx="5262283" cy="2476370"/>
          </a:xfrm>
        </p:grpSpPr>
        <p:sp>
          <p:nvSpPr>
            <p:cNvPr id="32" name="Rectangle 31">
              <a:extLst>
                <a:ext uri="{FF2B5EF4-FFF2-40B4-BE49-F238E27FC236}">
                  <a16:creationId xmlns:a16="http://schemas.microsoft.com/office/drawing/2014/main" id="{E5715ACA-8986-2637-7456-01CCBC10B01F}"/>
                </a:ext>
              </a:extLst>
            </p:cNvPr>
            <p:cNvSpPr/>
            <p:nvPr/>
          </p:nvSpPr>
          <p:spPr>
            <a:xfrm>
              <a:off x="5952683" y="1377222"/>
              <a:ext cx="5262283" cy="2476370"/>
            </a:xfrm>
            <a:prstGeom prst="rect">
              <a:avLst/>
            </a:prstGeom>
            <a:solidFill>
              <a:srgbClr val="FFFFFF">
                <a:lumMod val="95000"/>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Roboto"/>
                <a:ea typeface="+mn-ea"/>
                <a:cs typeface="+mn-cs"/>
              </a:endParaRPr>
            </a:p>
          </p:txBody>
        </p:sp>
        <p:sp>
          <p:nvSpPr>
            <p:cNvPr id="33" name="TextBox 32">
              <a:extLst>
                <a:ext uri="{FF2B5EF4-FFF2-40B4-BE49-F238E27FC236}">
                  <a16:creationId xmlns:a16="http://schemas.microsoft.com/office/drawing/2014/main" id="{BC01A875-C1B9-C49B-BDF7-AAB24DB50B40}"/>
                </a:ext>
              </a:extLst>
            </p:cNvPr>
            <p:cNvSpPr txBox="1"/>
            <p:nvPr/>
          </p:nvSpPr>
          <p:spPr>
            <a:xfrm>
              <a:off x="6275294" y="1945052"/>
              <a:ext cx="4930589" cy="1885131"/>
            </a:xfrm>
            <a:prstGeom prst="rect">
              <a:avLst/>
            </a:prstGeom>
            <a:noFill/>
          </p:spPr>
          <p:txBody>
            <a:bodyPr wrap="square" rtlCol="0">
              <a:spAutoFit/>
            </a:bodyPr>
            <a:lstStyle/>
            <a:p>
              <a:pPr marL="182563" marR="0" lvl="0" indent="-182563" defTabSz="91440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200" b="1" i="0" u="none" strike="noStrike" kern="0" cap="none" spc="0" normalizeH="0" baseline="0" noProof="0">
                  <a:ln>
                    <a:noFill/>
                  </a:ln>
                  <a:solidFill>
                    <a:srgbClr val="288FC2"/>
                  </a:solidFill>
                  <a:effectLst/>
                  <a:uLnTx/>
                  <a:uFillTx/>
                  <a:latin typeface="Roboto"/>
                </a:rPr>
                <a:t>Differentiated Focus </a:t>
              </a:r>
              <a:r>
                <a:rPr kumimoji="0" lang="en-US" sz="1200" b="0" i="0" u="none" strike="noStrike" kern="0" cap="none" spc="0" normalizeH="0" baseline="0" noProof="0">
                  <a:ln>
                    <a:noFill/>
                  </a:ln>
                  <a:solidFill>
                    <a:srgbClr val="696158"/>
                  </a:solidFill>
                  <a:effectLst/>
                  <a:uLnTx/>
                  <a:uFillTx/>
                  <a:latin typeface="Roboto"/>
                </a:rPr>
                <a:t>&amp; Investment in </a:t>
              </a:r>
              <a:r>
                <a:rPr kumimoji="0" lang="en-US" sz="1200" b="1" i="0" u="none" strike="noStrike" kern="0" cap="none" spc="0" normalizeH="0" baseline="0" noProof="0">
                  <a:ln>
                    <a:noFill/>
                  </a:ln>
                  <a:solidFill>
                    <a:srgbClr val="288FC2"/>
                  </a:solidFill>
                  <a:effectLst/>
                  <a:uLnTx/>
                  <a:uFillTx/>
                  <a:latin typeface="Roboto"/>
                </a:rPr>
                <a:t>Key Brands</a:t>
              </a:r>
            </a:p>
            <a:p>
              <a:pPr marL="355600" marR="0" lvl="2" indent="-165100" defTabSz="91440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100" b="0" i="0" u="none" strike="noStrike" kern="0" cap="none" spc="0" normalizeH="0" baseline="0" noProof="0">
                  <a:ln>
                    <a:noFill/>
                  </a:ln>
                  <a:solidFill>
                    <a:srgbClr val="696158"/>
                  </a:solidFill>
                  <a:effectLst/>
                  <a:uLnTx/>
                  <a:uFillTx/>
                  <a:latin typeface="Roboto"/>
                </a:rPr>
                <a:t>Top 10 brands led by experienced Sr. Directors with clear ownership and accountability</a:t>
              </a:r>
            </a:p>
            <a:p>
              <a:pPr marL="355600" marR="0" lvl="2" indent="-165100" defTabSz="91440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100" b="0" i="0" u="none" strike="noStrike" kern="0" cap="none" spc="0" normalizeH="0" baseline="0" noProof="0">
                  <a:ln>
                    <a:noFill/>
                  </a:ln>
                  <a:solidFill>
                    <a:srgbClr val="696158"/>
                  </a:solidFill>
                  <a:effectLst/>
                  <a:uLnTx/>
                  <a:uFillTx/>
                  <a:latin typeface="Roboto"/>
                </a:rPr>
                <a:t>Others led by small,  ‘fit for purpose’ teams focused on optimizing value</a:t>
              </a:r>
            </a:p>
            <a:p>
              <a:pPr marL="182563" marR="0" lvl="0" indent="-182563" defTabSz="91440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200" b="0" i="0" u="none" strike="noStrike" kern="0" cap="none" spc="0" normalizeH="0" baseline="0" noProof="0">
                  <a:ln>
                    <a:noFill/>
                  </a:ln>
                  <a:solidFill>
                    <a:srgbClr val="696158"/>
                  </a:solidFill>
                  <a:effectLst/>
                  <a:uLnTx/>
                  <a:uFillTx/>
                  <a:latin typeface="Roboto"/>
                </a:rPr>
                <a:t>Increase GM and P&amp;L management skills in marketing</a:t>
              </a:r>
            </a:p>
            <a:p>
              <a:pPr marL="182563" marR="0" lvl="0" indent="-182563" defTabSz="91440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200" b="0" i="0" u="none" strike="noStrike" kern="0" cap="none" spc="0" normalizeH="0" baseline="0" noProof="0">
                  <a:ln>
                    <a:noFill/>
                  </a:ln>
                  <a:solidFill>
                    <a:srgbClr val="696158"/>
                  </a:solidFill>
                  <a:effectLst/>
                  <a:uLnTx/>
                  <a:uFillTx/>
                  <a:latin typeface="Roboto"/>
                </a:rPr>
                <a:t>Grow </a:t>
              </a:r>
              <a:r>
                <a:rPr kumimoji="0" lang="en-US" sz="1200" b="1" i="0" u="none" strike="noStrike" kern="0" cap="none" spc="0" normalizeH="0" baseline="0" noProof="0">
                  <a:ln>
                    <a:noFill/>
                  </a:ln>
                  <a:solidFill>
                    <a:srgbClr val="288FC2"/>
                  </a:solidFill>
                  <a:effectLst/>
                  <a:uLnTx/>
                  <a:uFillTx/>
                  <a:latin typeface="Roboto"/>
                </a:rPr>
                <a:t>revenue</a:t>
              </a:r>
              <a:r>
                <a:rPr kumimoji="0" lang="en-US" sz="1200" b="0" i="0" u="none" strike="noStrike" kern="0" cap="none" spc="0" normalizeH="0" baseline="0" noProof="0">
                  <a:ln>
                    <a:noFill/>
                  </a:ln>
                  <a:solidFill>
                    <a:srgbClr val="696158"/>
                  </a:solidFill>
                  <a:effectLst/>
                  <a:uLnTx/>
                  <a:uFillTx/>
                  <a:latin typeface="Roboto"/>
                </a:rPr>
                <a:t> and </a:t>
              </a:r>
              <a:r>
                <a:rPr kumimoji="0" lang="en-US" sz="1200" b="1" i="0" u="none" strike="noStrike" kern="0" cap="none" spc="0" normalizeH="0" baseline="0" noProof="0">
                  <a:ln>
                    <a:noFill/>
                  </a:ln>
                  <a:solidFill>
                    <a:srgbClr val="288FC2"/>
                  </a:solidFill>
                  <a:effectLst/>
                  <a:uLnTx/>
                  <a:uFillTx/>
                  <a:latin typeface="Roboto"/>
                </a:rPr>
                <a:t>OI</a:t>
              </a:r>
              <a:r>
                <a:rPr kumimoji="0" lang="en-US" sz="1200" b="0" i="0" u="none" strike="noStrike" kern="0" cap="none" spc="0" normalizeH="0" baseline="0" noProof="0">
                  <a:ln>
                    <a:noFill/>
                  </a:ln>
                  <a:solidFill>
                    <a:srgbClr val="696158"/>
                  </a:solidFill>
                  <a:effectLst/>
                  <a:uLnTx/>
                  <a:uFillTx/>
                  <a:latin typeface="Roboto"/>
                </a:rPr>
                <a:t> with dedicated </a:t>
              </a:r>
              <a:r>
                <a:rPr kumimoji="0" lang="en-US" sz="1200" b="1" i="0" u="none" strike="noStrike" kern="0" cap="none" spc="0" normalizeH="0" baseline="0" noProof="0">
                  <a:ln>
                    <a:noFill/>
                  </a:ln>
                  <a:solidFill>
                    <a:srgbClr val="288FC2"/>
                  </a:solidFill>
                  <a:effectLst/>
                  <a:uLnTx/>
                  <a:uFillTx/>
                  <a:latin typeface="Roboto"/>
                </a:rPr>
                <a:t>focus</a:t>
              </a:r>
            </a:p>
            <a:p>
              <a:pPr marL="182563" marR="0" lvl="0" indent="-182563" defTabSz="91440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200" b="0" i="0" u="none" strike="noStrike" kern="0" cap="none" spc="0" normalizeH="0" baseline="0" noProof="0">
                  <a:ln>
                    <a:noFill/>
                  </a:ln>
                  <a:solidFill>
                    <a:srgbClr val="696158"/>
                  </a:solidFill>
                  <a:effectLst/>
                  <a:uLnTx/>
                  <a:uFillTx/>
                  <a:latin typeface="Roboto"/>
                </a:rPr>
                <a:t>Increase technical marketing expertise with high powered </a:t>
              </a:r>
              <a:r>
                <a:rPr kumimoji="0" lang="en-US" sz="1200" b="1" i="0" u="none" strike="noStrike" kern="0" cap="none" spc="0" normalizeH="0" baseline="0" noProof="0">
                  <a:ln>
                    <a:noFill/>
                  </a:ln>
                  <a:solidFill>
                    <a:srgbClr val="288FC2"/>
                  </a:solidFill>
                  <a:effectLst/>
                  <a:uLnTx/>
                  <a:uFillTx/>
                  <a:latin typeface="Roboto"/>
                </a:rPr>
                <a:t>marketing center of excellence</a:t>
              </a:r>
            </a:p>
          </p:txBody>
        </p:sp>
        <p:grpSp>
          <p:nvGrpSpPr>
            <p:cNvPr id="34" name="Group 33">
              <a:extLst>
                <a:ext uri="{FF2B5EF4-FFF2-40B4-BE49-F238E27FC236}">
                  <a16:creationId xmlns:a16="http://schemas.microsoft.com/office/drawing/2014/main" id="{53403C4F-237E-1279-FBD7-39E9571A23BA}"/>
                </a:ext>
              </a:extLst>
            </p:cNvPr>
            <p:cNvGrpSpPr/>
            <p:nvPr/>
          </p:nvGrpSpPr>
          <p:grpSpPr>
            <a:xfrm>
              <a:off x="6096000" y="1497295"/>
              <a:ext cx="4854864" cy="338554"/>
              <a:chOff x="1433029" y="1437197"/>
              <a:chExt cx="4854864" cy="338554"/>
            </a:xfrm>
          </p:grpSpPr>
          <p:sp>
            <p:nvSpPr>
              <p:cNvPr id="35" name="Oval 34">
                <a:extLst>
                  <a:ext uri="{FF2B5EF4-FFF2-40B4-BE49-F238E27FC236}">
                    <a16:creationId xmlns:a16="http://schemas.microsoft.com/office/drawing/2014/main" id="{8F296CE4-3D11-39DF-5AAB-443F363EDFA5}"/>
                  </a:ext>
                </a:extLst>
              </p:cNvPr>
              <p:cNvSpPr/>
              <p:nvPr/>
            </p:nvSpPr>
            <p:spPr>
              <a:xfrm>
                <a:off x="1433029" y="1445107"/>
                <a:ext cx="326932" cy="322734"/>
              </a:xfrm>
              <a:prstGeom prst="ellipse">
                <a:avLst/>
              </a:prstGeom>
              <a:solidFill>
                <a:srgbClr val="288FC2"/>
              </a:solidFill>
              <a:ln w="12700" cap="flat" cmpd="sng" algn="ctr">
                <a:noFill/>
                <a:prstDash val="solid"/>
                <a:miter lim="800000"/>
              </a:ln>
              <a:effectLst/>
              <a:scene3d>
                <a:camera prst="orthographicFront">
                  <a:rot lat="0" lon="0" rev="0"/>
                </a:camera>
                <a:lightRig rig="soft" dir="t">
                  <a:rot lat="0" lon="0" rev="0"/>
                </a:lightRig>
              </a:scene3d>
              <a:sp3d contourW="44450" prstMaterial="matte">
                <a:contourClr>
                  <a:srgbClr val="FFFFFF"/>
                </a:contourClr>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Roboto"/>
                    <a:ea typeface="+mn-ea"/>
                    <a:cs typeface="+mn-cs"/>
                  </a:rPr>
                  <a:t>1</a:t>
                </a:r>
              </a:p>
            </p:txBody>
          </p:sp>
          <p:sp>
            <p:nvSpPr>
              <p:cNvPr id="36" name="TextBox 35">
                <a:extLst>
                  <a:ext uri="{FF2B5EF4-FFF2-40B4-BE49-F238E27FC236}">
                    <a16:creationId xmlns:a16="http://schemas.microsoft.com/office/drawing/2014/main" id="{7E0A5F32-94E0-4C42-59EB-0BF40CC95151}"/>
                  </a:ext>
                </a:extLst>
              </p:cNvPr>
              <p:cNvSpPr txBox="1"/>
              <p:nvPr/>
            </p:nvSpPr>
            <p:spPr>
              <a:xfrm>
                <a:off x="1759961" y="1437197"/>
                <a:ext cx="4527932"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696158"/>
                    </a:solidFill>
                    <a:effectLst/>
                    <a:uLnTx/>
                    <a:uFillTx/>
                    <a:latin typeface="Roboto"/>
                  </a:rPr>
                  <a:t>Shift Into Brand Management Led Structure</a:t>
                </a:r>
              </a:p>
            </p:txBody>
          </p:sp>
        </p:grpSp>
      </p:grpSp>
      <p:grpSp>
        <p:nvGrpSpPr>
          <p:cNvPr id="37" name="Group 36">
            <a:extLst>
              <a:ext uri="{FF2B5EF4-FFF2-40B4-BE49-F238E27FC236}">
                <a16:creationId xmlns:a16="http://schemas.microsoft.com/office/drawing/2014/main" id="{8948BBC0-99AF-38A3-2756-53F9C8E61DD5}"/>
              </a:ext>
            </a:extLst>
          </p:cNvPr>
          <p:cNvGrpSpPr/>
          <p:nvPr/>
        </p:nvGrpSpPr>
        <p:grpSpPr>
          <a:xfrm>
            <a:off x="649315" y="2986729"/>
            <a:ext cx="5231707" cy="3174571"/>
            <a:chOff x="1075196" y="2557713"/>
            <a:chExt cx="4288110" cy="2602001"/>
          </a:xfrm>
        </p:grpSpPr>
        <p:pic>
          <p:nvPicPr>
            <p:cNvPr id="38" name="Picture 37">
              <a:extLst>
                <a:ext uri="{FF2B5EF4-FFF2-40B4-BE49-F238E27FC236}">
                  <a16:creationId xmlns:a16="http://schemas.microsoft.com/office/drawing/2014/main" id="{D8078A3A-0674-EFCD-E1EA-0E26F2DAC0FA}"/>
                </a:ext>
              </a:extLst>
            </p:cNvPr>
            <p:cNvPicPr>
              <a:picLocks noChangeAspect="1"/>
            </p:cNvPicPr>
            <p:nvPr/>
          </p:nvPicPr>
          <p:blipFill>
            <a:blip r:embed="rId2"/>
            <a:stretch>
              <a:fillRect/>
            </a:stretch>
          </p:blipFill>
          <p:spPr>
            <a:xfrm>
              <a:off x="1075196" y="2923514"/>
              <a:ext cx="3414413" cy="2236200"/>
            </a:xfrm>
            <a:prstGeom prst="rect">
              <a:avLst/>
            </a:prstGeom>
          </p:spPr>
        </p:pic>
        <p:pic>
          <p:nvPicPr>
            <p:cNvPr id="39" name="Picture 38">
              <a:extLst>
                <a:ext uri="{FF2B5EF4-FFF2-40B4-BE49-F238E27FC236}">
                  <a16:creationId xmlns:a16="http://schemas.microsoft.com/office/drawing/2014/main" id="{A5472954-71FA-C56C-C6E1-398A3AAA5F82}"/>
                </a:ext>
              </a:extLst>
            </p:cNvPr>
            <p:cNvPicPr>
              <a:picLocks noChangeAspect="1"/>
            </p:cNvPicPr>
            <p:nvPr/>
          </p:nvPicPr>
          <p:blipFill>
            <a:blip r:embed="rId3"/>
            <a:stretch>
              <a:fillRect/>
            </a:stretch>
          </p:blipFill>
          <p:spPr>
            <a:xfrm>
              <a:off x="3832430" y="2557713"/>
              <a:ext cx="1530876" cy="1507538"/>
            </a:xfrm>
            <a:prstGeom prst="rect">
              <a:avLst/>
            </a:prstGeom>
          </p:spPr>
        </p:pic>
      </p:grpSp>
      <p:grpSp>
        <p:nvGrpSpPr>
          <p:cNvPr id="40" name="Group 39">
            <a:extLst>
              <a:ext uri="{FF2B5EF4-FFF2-40B4-BE49-F238E27FC236}">
                <a16:creationId xmlns:a16="http://schemas.microsoft.com/office/drawing/2014/main" id="{91686A0D-9CDF-CAAB-7A5A-81A3F5ACA00D}"/>
              </a:ext>
            </a:extLst>
          </p:cNvPr>
          <p:cNvGrpSpPr/>
          <p:nvPr/>
        </p:nvGrpSpPr>
        <p:grpSpPr>
          <a:xfrm>
            <a:off x="6269404" y="3939026"/>
            <a:ext cx="5262282" cy="2476370"/>
            <a:chOff x="5952683" y="3939026"/>
            <a:chExt cx="5262282" cy="2476370"/>
          </a:xfrm>
        </p:grpSpPr>
        <p:sp>
          <p:nvSpPr>
            <p:cNvPr id="41" name="Rectangle 40">
              <a:extLst>
                <a:ext uri="{FF2B5EF4-FFF2-40B4-BE49-F238E27FC236}">
                  <a16:creationId xmlns:a16="http://schemas.microsoft.com/office/drawing/2014/main" id="{33A8244F-4ED3-FAEC-8756-8AF6C9A3F278}"/>
                </a:ext>
              </a:extLst>
            </p:cNvPr>
            <p:cNvSpPr/>
            <p:nvPr/>
          </p:nvSpPr>
          <p:spPr>
            <a:xfrm>
              <a:off x="5952683" y="3939026"/>
              <a:ext cx="5262282" cy="2476370"/>
            </a:xfrm>
            <a:prstGeom prst="rect">
              <a:avLst/>
            </a:prstGeom>
            <a:solidFill>
              <a:srgbClr val="FFFFFF">
                <a:lumMod val="95000"/>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Roboto"/>
                <a:ea typeface="+mn-ea"/>
                <a:cs typeface="+mn-cs"/>
              </a:endParaRPr>
            </a:p>
          </p:txBody>
        </p:sp>
        <p:sp>
          <p:nvSpPr>
            <p:cNvPr id="42" name="TextBox 41">
              <a:extLst>
                <a:ext uri="{FF2B5EF4-FFF2-40B4-BE49-F238E27FC236}">
                  <a16:creationId xmlns:a16="http://schemas.microsoft.com/office/drawing/2014/main" id="{831A8A73-DFB9-B532-2FF6-F0F41491D630}"/>
                </a:ext>
              </a:extLst>
            </p:cNvPr>
            <p:cNvSpPr txBox="1"/>
            <p:nvPr/>
          </p:nvSpPr>
          <p:spPr>
            <a:xfrm>
              <a:off x="6096000" y="4706417"/>
              <a:ext cx="4930589" cy="1538883"/>
            </a:xfrm>
            <a:prstGeom prst="rect">
              <a:avLst/>
            </a:prstGeom>
            <a:noFill/>
          </p:spPr>
          <p:txBody>
            <a:bodyPr wrap="square" rtlCol="0">
              <a:spAutoFit/>
            </a:bodyPr>
            <a:lstStyle/>
            <a:p>
              <a:pPr marL="285750" marR="0" lvl="0" indent="-285750" defTabSz="91440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200" b="1" i="0" u="none" strike="noStrike" kern="0" cap="none" spc="0" normalizeH="0" baseline="0" noProof="0">
                  <a:ln>
                    <a:noFill/>
                  </a:ln>
                  <a:solidFill>
                    <a:srgbClr val="288FC2"/>
                  </a:solidFill>
                  <a:effectLst/>
                  <a:uLnTx/>
                  <a:uFillTx/>
                  <a:latin typeface="Roboto"/>
                </a:rPr>
                <a:t>Fewer, Bigger, Better Innovation</a:t>
              </a:r>
              <a:r>
                <a:rPr kumimoji="0" lang="en-US" sz="1200" b="0" i="0" u="none" strike="noStrike" kern="0" cap="none" spc="0" normalizeH="0" baseline="0" noProof="0">
                  <a:ln>
                    <a:noFill/>
                  </a:ln>
                  <a:solidFill>
                    <a:srgbClr val="696158"/>
                  </a:solidFill>
                  <a:effectLst/>
                  <a:uLnTx/>
                  <a:uFillTx/>
                  <a:latin typeface="Roboto"/>
                </a:rPr>
                <a:t> Projects</a:t>
              </a:r>
            </a:p>
            <a:p>
              <a:pPr marL="285750" marR="0" lvl="0" indent="-285750" defTabSz="91440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200" b="0" i="0" u="none" strike="noStrike" kern="0" cap="none" spc="0" normalizeH="0" baseline="0" noProof="0">
                  <a:ln>
                    <a:noFill/>
                  </a:ln>
                  <a:solidFill>
                    <a:srgbClr val="696158"/>
                  </a:solidFill>
                  <a:effectLst/>
                  <a:uLnTx/>
                  <a:uFillTx/>
                  <a:latin typeface="Roboto"/>
                </a:rPr>
                <a:t>Remove organizational burden of excessive SKU creation with little or no return</a:t>
              </a:r>
            </a:p>
            <a:p>
              <a:pPr marL="285750" marR="0" lvl="0" indent="-285750" defTabSz="91440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200" b="0" i="0" u="none" strike="noStrike" kern="0" cap="none" spc="0" normalizeH="0" baseline="0" noProof="0">
                  <a:ln>
                    <a:noFill/>
                  </a:ln>
                  <a:solidFill>
                    <a:srgbClr val="696158"/>
                  </a:solidFill>
                  <a:effectLst/>
                  <a:uLnTx/>
                  <a:uFillTx/>
                  <a:latin typeface="Roboto"/>
                </a:rPr>
                <a:t>Refine operating processes to increase speed, agility &amp; output</a:t>
              </a:r>
            </a:p>
            <a:p>
              <a:pPr marL="285750" marR="0" lvl="0" indent="-285750" defTabSz="91440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200" b="0" i="0" u="none" strike="noStrike" kern="0" cap="none" spc="0" normalizeH="0" baseline="0" noProof="0">
                  <a:ln>
                    <a:noFill/>
                  </a:ln>
                  <a:solidFill>
                    <a:srgbClr val="696158"/>
                  </a:solidFill>
                  <a:effectLst/>
                  <a:uLnTx/>
                  <a:uFillTx/>
                  <a:latin typeface="Roboto"/>
                </a:rPr>
                <a:t>Increase enterprise productivity</a:t>
              </a:r>
            </a:p>
            <a:p>
              <a:pPr marL="285750" marR="0" lvl="0" indent="-285750" defTabSz="91440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200" b="0" i="0" u="none" strike="noStrike" kern="0" cap="none" spc="0" normalizeH="0" baseline="0" noProof="0">
                  <a:ln>
                    <a:noFill/>
                  </a:ln>
                  <a:solidFill>
                    <a:srgbClr val="696158"/>
                  </a:solidFill>
                  <a:effectLst/>
                  <a:uLnTx/>
                  <a:uFillTx/>
                  <a:latin typeface="Roboto"/>
                </a:rPr>
                <a:t>Segment </a:t>
              </a:r>
              <a:r>
                <a:rPr kumimoji="0" lang="en-US" sz="1200" b="1" i="0" u="none" strike="noStrike" kern="0" cap="none" spc="0" normalizeH="0" baseline="0" noProof="0">
                  <a:ln>
                    <a:noFill/>
                  </a:ln>
                  <a:solidFill>
                    <a:srgbClr val="288FC2"/>
                  </a:solidFill>
                  <a:effectLst/>
                  <a:uLnTx/>
                  <a:uFillTx/>
                  <a:latin typeface="Roboto"/>
                </a:rPr>
                <a:t>marketing FTEs reduced by 37% (from 820 to 520) </a:t>
              </a:r>
              <a:r>
                <a:rPr kumimoji="0" lang="en-US" sz="1200" b="0" i="0" u="none" strike="noStrike" kern="0" cap="none" spc="0" normalizeH="0" baseline="0" noProof="0">
                  <a:ln>
                    <a:noFill/>
                  </a:ln>
                  <a:solidFill>
                    <a:srgbClr val="696158"/>
                  </a:solidFill>
                  <a:effectLst/>
                  <a:uLnTx/>
                  <a:uFillTx/>
                  <a:latin typeface="Roboto"/>
                </a:rPr>
                <a:t>and Corporate marketing </a:t>
              </a:r>
              <a:r>
                <a:rPr kumimoji="0" lang="en-US" sz="1200" b="1" i="0" u="none" strike="noStrike" kern="0" cap="none" spc="0" normalizeH="0" baseline="0" noProof="0">
                  <a:ln>
                    <a:noFill/>
                  </a:ln>
                  <a:solidFill>
                    <a:srgbClr val="288FC2"/>
                  </a:solidFill>
                  <a:effectLst/>
                  <a:uLnTx/>
                  <a:uFillTx/>
                  <a:latin typeface="Roboto"/>
                </a:rPr>
                <a:t>FTEs reduced by 4% (from 830 to 800)</a:t>
              </a:r>
            </a:p>
          </p:txBody>
        </p:sp>
        <p:grpSp>
          <p:nvGrpSpPr>
            <p:cNvPr id="43" name="Group 42">
              <a:extLst>
                <a:ext uri="{FF2B5EF4-FFF2-40B4-BE49-F238E27FC236}">
                  <a16:creationId xmlns:a16="http://schemas.microsoft.com/office/drawing/2014/main" id="{32FC3E9C-2E6A-3054-A8B8-F919AA176105}"/>
                </a:ext>
              </a:extLst>
            </p:cNvPr>
            <p:cNvGrpSpPr/>
            <p:nvPr/>
          </p:nvGrpSpPr>
          <p:grpSpPr>
            <a:xfrm>
              <a:off x="6096000" y="4014958"/>
              <a:ext cx="4854864" cy="584775"/>
              <a:chOff x="6799311" y="1314086"/>
              <a:chExt cx="4854864" cy="584775"/>
            </a:xfrm>
          </p:grpSpPr>
          <p:sp>
            <p:nvSpPr>
              <p:cNvPr id="44" name="TextBox 43">
                <a:extLst>
                  <a:ext uri="{FF2B5EF4-FFF2-40B4-BE49-F238E27FC236}">
                    <a16:creationId xmlns:a16="http://schemas.microsoft.com/office/drawing/2014/main" id="{C85B57F2-ED94-DFFC-D058-9F14C0B7098A}"/>
                  </a:ext>
                </a:extLst>
              </p:cNvPr>
              <p:cNvSpPr txBox="1"/>
              <p:nvPr/>
            </p:nvSpPr>
            <p:spPr>
              <a:xfrm>
                <a:off x="7126243" y="1314086"/>
                <a:ext cx="4527932" cy="58477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696158"/>
                    </a:solidFill>
                    <a:effectLst/>
                    <a:uLnTx/>
                    <a:uFillTx/>
                    <a:latin typeface="Roboto"/>
                  </a:rPr>
                  <a:t>Simplify Ways Of Working To Supercharge Innovation &amp; Execution</a:t>
                </a:r>
              </a:p>
            </p:txBody>
          </p:sp>
          <p:sp>
            <p:nvSpPr>
              <p:cNvPr id="45" name="Oval 44">
                <a:extLst>
                  <a:ext uri="{FF2B5EF4-FFF2-40B4-BE49-F238E27FC236}">
                    <a16:creationId xmlns:a16="http://schemas.microsoft.com/office/drawing/2014/main" id="{640DF224-7F50-D9EF-1A2E-BFE057303B89}"/>
                  </a:ext>
                </a:extLst>
              </p:cNvPr>
              <p:cNvSpPr/>
              <p:nvPr/>
            </p:nvSpPr>
            <p:spPr>
              <a:xfrm>
                <a:off x="6799311" y="1445107"/>
                <a:ext cx="326932" cy="322734"/>
              </a:xfrm>
              <a:prstGeom prst="ellipse">
                <a:avLst/>
              </a:prstGeom>
              <a:solidFill>
                <a:srgbClr val="288FC2"/>
              </a:solidFill>
              <a:ln w="12700" cap="flat" cmpd="sng" algn="ctr">
                <a:noFill/>
                <a:prstDash val="solid"/>
                <a:miter lim="800000"/>
              </a:ln>
              <a:effectLst/>
              <a:scene3d>
                <a:camera prst="orthographicFront">
                  <a:rot lat="0" lon="0" rev="0"/>
                </a:camera>
                <a:lightRig rig="soft" dir="t">
                  <a:rot lat="0" lon="0" rev="0"/>
                </a:lightRig>
              </a:scene3d>
              <a:sp3d contourW="44450" prstMaterial="matte">
                <a:contourClr>
                  <a:srgbClr val="FFFFFF"/>
                </a:contourClr>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Roboto"/>
                    <a:ea typeface="+mn-ea"/>
                    <a:cs typeface="+mn-cs"/>
                  </a:rPr>
                  <a:t>2</a:t>
                </a:r>
              </a:p>
            </p:txBody>
          </p:sp>
        </p:grpSp>
      </p:grpSp>
      <p:grpSp>
        <p:nvGrpSpPr>
          <p:cNvPr id="46" name="Group 45">
            <a:extLst>
              <a:ext uri="{FF2B5EF4-FFF2-40B4-BE49-F238E27FC236}">
                <a16:creationId xmlns:a16="http://schemas.microsoft.com/office/drawing/2014/main" id="{7BA61734-0DD4-310F-6ECF-61DFD7EBE025}"/>
              </a:ext>
            </a:extLst>
          </p:cNvPr>
          <p:cNvGrpSpPr/>
          <p:nvPr/>
        </p:nvGrpSpPr>
        <p:grpSpPr>
          <a:xfrm>
            <a:off x="614338" y="1378649"/>
            <a:ext cx="5239299" cy="1471631"/>
            <a:chOff x="649314" y="1682496"/>
            <a:chExt cx="5239299" cy="1471631"/>
          </a:xfrm>
        </p:grpSpPr>
        <p:grpSp>
          <p:nvGrpSpPr>
            <p:cNvPr id="47" name="Group 46">
              <a:extLst>
                <a:ext uri="{FF2B5EF4-FFF2-40B4-BE49-F238E27FC236}">
                  <a16:creationId xmlns:a16="http://schemas.microsoft.com/office/drawing/2014/main" id="{ECB7529E-F3F7-FC21-018D-DC731F6AC5D5}"/>
                </a:ext>
              </a:extLst>
            </p:cNvPr>
            <p:cNvGrpSpPr/>
            <p:nvPr/>
          </p:nvGrpSpPr>
          <p:grpSpPr>
            <a:xfrm>
              <a:off x="649314" y="1682496"/>
              <a:ext cx="1645829" cy="1471631"/>
              <a:chOff x="649314" y="1682496"/>
              <a:chExt cx="1645829" cy="1471631"/>
            </a:xfrm>
          </p:grpSpPr>
          <p:sp>
            <p:nvSpPr>
              <p:cNvPr id="55" name="Rectangle 54">
                <a:extLst>
                  <a:ext uri="{FF2B5EF4-FFF2-40B4-BE49-F238E27FC236}">
                    <a16:creationId xmlns:a16="http://schemas.microsoft.com/office/drawing/2014/main" id="{3E753547-4014-6F3A-AC9D-70CA75EFFC3C}"/>
                  </a:ext>
                </a:extLst>
              </p:cNvPr>
              <p:cNvSpPr/>
              <p:nvPr/>
            </p:nvSpPr>
            <p:spPr>
              <a:xfrm>
                <a:off x="659938" y="1682496"/>
                <a:ext cx="1635205" cy="1471631"/>
              </a:xfrm>
              <a:prstGeom prst="rect">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srgbClr val="FFFFFF"/>
                  </a:solidFill>
                  <a:effectLst/>
                  <a:uLnTx/>
                  <a:uFillTx/>
                  <a:latin typeface="Roboto"/>
                  <a:ea typeface="+mn-ea"/>
                  <a:cs typeface="+mn-cs"/>
                </a:endParaRPr>
              </a:p>
            </p:txBody>
          </p:sp>
          <p:sp>
            <p:nvSpPr>
              <p:cNvPr id="56" name="Rectangle 55">
                <a:extLst>
                  <a:ext uri="{FF2B5EF4-FFF2-40B4-BE49-F238E27FC236}">
                    <a16:creationId xmlns:a16="http://schemas.microsoft.com/office/drawing/2014/main" id="{4C50DCF4-D971-9F82-CDF4-53B150BC85E6}"/>
                  </a:ext>
                </a:extLst>
              </p:cNvPr>
              <p:cNvSpPr/>
              <p:nvPr/>
            </p:nvSpPr>
            <p:spPr>
              <a:xfrm>
                <a:off x="906040" y="1751076"/>
                <a:ext cx="1143000" cy="320040"/>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212121"/>
                    </a:solidFill>
                    <a:effectLst/>
                    <a:uLnTx/>
                    <a:uFillTx/>
                    <a:latin typeface="Roboto" panose="02000000000000000000" pitchFamily="2" charset="0"/>
                    <a:ea typeface="Roboto" panose="02000000000000000000" pitchFamily="2" charset="0"/>
                    <a:cs typeface="+mn-cs"/>
                  </a:rPr>
                  <a:t>PIVOT 2</a:t>
                </a:r>
              </a:p>
            </p:txBody>
          </p:sp>
          <p:cxnSp>
            <p:nvCxnSpPr>
              <p:cNvPr id="57" name="Straight Connector 56">
                <a:extLst>
                  <a:ext uri="{FF2B5EF4-FFF2-40B4-BE49-F238E27FC236}">
                    <a16:creationId xmlns:a16="http://schemas.microsoft.com/office/drawing/2014/main" id="{52280086-E601-E724-8B05-5C0F57B7495D}"/>
                  </a:ext>
                </a:extLst>
              </p:cNvPr>
              <p:cNvCxnSpPr>
                <a:cxnSpLocks/>
              </p:cNvCxnSpPr>
              <p:nvPr/>
            </p:nvCxnSpPr>
            <p:spPr>
              <a:xfrm>
                <a:off x="906040" y="2139696"/>
                <a:ext cx="1143000" cy="0"/>
              </a:xfrm>
              <a:prstGeom prst="line">
                <a:avLst/>
              </a:prstGeom>
              <a:noFill/>
              <a:ln w="6350" cap="flat" cmpd="sng" algn="ctr">
                <a:solidFill>
                  <a:srgbClr val="696158"/>
                </a:solidFill>
                <a:prstDash val="solid"/>
                <a:miter lim="800000"/>
              </a:ln>
              <a:effectLst/>
            </p:spPr>
          </p:cxnSp>
          <p:sp>
            <p:nvSpPr>
              <p:cNvPr id="58" name="Rectangle 57">
                <a:extLst>
                  <a:ext uri="{FF2B5EF4-FFF2-40B4-BE49-F238E27FC236}">
                    <a16:creationId xmlns:a16="http://schemas.microsoft.com/office/drawing/2014/main" id="{E4849813-B9AC-7F50-1C4D-491529252F53}"/>
                  </a:ext>
                </a:extLst>
              </p:cNvPr>
              <p:cNvSpPr/>
              <p:nvPr/>
            </p:nvSpPr>
            <p:spPr>
              <a:xfrm>
                <a:off x="649314" y="2298755"/>
                <a:ext cx="1635205" cy="665578"/>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12121"/>
                    </a:solidFill>
                    <a:effectLst/>
                    <a:uLnTx/>
                    <a:uFillTx/>
                    <a:latin typeface="Roboto"/>
                    <a:ea typeface="+mn-ea"/>
                    <a:cs typeface="+mn-cs"/>
                  </a:rPr>
                  <a:t>Transform Marketing</a:t>
                </a:r>
              </a:p>
            </p:txBody>
          </p:sp>
        </p:grpSp>
        <p:grpSp>
          <p:nvGrpSpPr>
            <p:cNvPr id="48" name="Group 47">
              <a:extLst>
                <a:ext uri="{FF2B5EF4-FFF2-40B4-BE49-F238E27FC236}">
                  <a16:creationId xmlns:a16="http://schemas.microsoft.com/office/drawing/2014/main" id="{2BAC0405-166D-A3DA-D809-28BC8D32F0D8}"/>
                </a:ext>
              </a:extLst>
            </p:cNvPr>
            <p:cNvGrpSpPr/>
            <p:nvPr/>
          </p:nvGrpSpPr>
          <p:grpSpPr>
            <a:xfrm>
              <a:off x="2185113" y="1799184"/>
              <a:ext cx="233081" cy="233081"/>
              <a:chOff x="6176863" y="4379976"/>
              <a:chExt cx="457200" cy="457200"/>
            </a:xfrm>
          </p:grpSpPr>
          <p:sp>
            <p:nvSpPr>
              <p:cNvPr id="53" name="Oval 52">
                <a:extLst>
                  <a:ext uri="{FF2B5EF4-FFF2-40B4-BE49-F238E27FC236}">
                    <a16:creationId xmlns:a16="http://schemas.microsoft.com/office/drawing/2014/main" id="{9682A7FF-DD8A-28F5-3A5D-00421AC33713}"/>
                  </a:ext>
                </a:extLst>
              </p:cNvPr>
              <p:cNvSpPr/>
              <p:nvPr/>
            </p:nvSpPr>
            <p:spPr>
              <a:xfrm>
                <a:off x="6176863" y="4379976"/>
                <a:ext cx="457200" cy="457200"/>
              </a:xfrm>
              <a:prstGeom prst="ellipse">
                <a:avLst/>
              </a:prstGeom>
              <a:solidFill>
                <a:srgbClr val="288FC2"/>
              </a:solidFill>
              <a:ln w="12700" cap="flat" cmpd="sng" algn="ctr">
                <a:solidFill>
                  <a:srgbClr val="288FC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Roboto"/>
                  <a:ea typeface="+mn-ea"/>
                  <a:cs typeface="+mn-cs"/>
                </a:endParaRPr>
              </a:p>
            </p:txBody>
          </p:sp>
          <p:sp>
            <p:nvSpPr>
              <p:cNvPr id="54" name="Triangle 46">
                <a:extLst>
                  <a:ext uri="{FF2B5EF4-FFF2-40B4-BE49-F238E27FC236}">
                    <a16:creationId xmlns:a16="http://schemas.microsoft.com/office/drawing/2014/main" id="{AEBFB47D-7226-5621-D2CD-39738AC54E74}"/>
                  </a:ext>
                </a:extLst>
              </p:cNvPr>
              <p:cNvSpPr/>
              <p:nvPr/>
            </p:nvSpPr>
            <p:spPr>
              <a:xfrm rot="5400000">
                <a:off x="6277446" y="4546829"/>
                <a:ext cx="310899" cy="123495"/>
              </a:xfrm>
              <a:prstGeom prst="triangle">
                <a:avLst/>
              </a:prstGeom>
              <a:solidFill>
                <a:srgbClr val="FFFFFF"/>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Roboto"/>
                  <a:ea typeface="+mn-ea"/>
                  <a:cs typeface="+mn-cs"/>
                </a:endParaRPr>
              </a:p>
            </p:txBody>
          </p:sp>
        </p:grpSp>
        <p:sp>
          <p:nvSpPr>
            <p:cNvPr id="49" name="TextBox 48">
              <a:extLst>
                <a:ext uri="{FF2B5EF4-FFF2-40B4-BE49-F238E27FC236}">
                  <a16:creationId xmlns:a16="http://schemas.microsoft.com/office/drawing/2014/main" id="{7167FFD2-8541-709E-CF0F-1432AAFAE552}"/>
                </a:ext>
              </a:extLst>
            </p:cNvPr>
            <p:cNvSpPr txBox="1"/>
            <p:nvPr/>
          </p:nvSpPr>
          <p:spPr>
            <a:xfrm>
              <a:off x="2347465" y="2016714"/>
              <a:ext cx="1651008" cy="830997"/>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300"/>
                </a:spcAft>
                <a:buClr>
                  <a:srgbClr val="696158"/>
                </a:buClr>
                <a:buSzTx/>
                <a:buFontTx/>
                <a:buNone/>
                <a:tabLst/>
                <a:defRPr/>
              </a:pPr>
              <a:r>
                <a:rPr kumimoji="0" lang="en-US" sz="1600" b="1" i="0" u="none" strike="noStrike" kern="0" cap="none" spc="0" normalizeH="0" baseline="0" noProof="0" dirty="0">
                  <a:ln>
                    <a:noFill/>
                  </a:ln>
                  <a:solidFill>
                    <a:srgbClr val="288FC2"/>
                  </a:solidFill>
                  <a:effectLst/>
                  <a:uLnTx/>
                  <a:uFillTx/>
                  <a:latin typeface="Roboto"/>
                </a:rPr>
                <a:t>Dedicated </a:t>
              </a:r>
              <a:r>
                <a:rPr kumimoji="0" lang="en-US" sz="1600" b="0" i="0" u="none" strike="noStrike" kern="0" cap="none" spc="0" normalizeH="0" baseline="0" noProof="0" dirty="0">
                  <a:ln>
                    <a:noFill/>
                  </a:ln>
                  <a:solidFill>
                    <a:srgbClr val="212121"/>
                  </a:solidFill>
                  <a:effectLst/>
                  <a:uLnTx/>
                  <a:uFillTx/>
                  <a:latin typeface="Roboto"/>
                </a:rPr>
                <a:t>teams for </a:t>
              </a:r>
              <a:r>
                <a:rPr kumimoji="0" lang="en-US" sz="1600" b="1" i="0" u="none" strike="noStrike" kern="0" cap="none" spc="0" normalizeH="0" baseline="0" noProof="0" dirty="0">
                  <a:ln>
                    <a:noFill/>
                  </a:ln>
                  <a:solidFill>
                    <a:srgbClr val="288FC2"/>
                  </a:solidFill>
                  <a:effectLst/>
                  <a:uLnTx/>
                  <a:uFillTx/>
                  <a:latin typeface="Roboto"/>
                </a:rPr>
                <a:t>Top 20</a:t>
              </a:r>
              <a:r>
                <a:rPr kumimoji="0" lang="en-US" sz="1600" b="0" i="0" u="none" strike="noStrike" kern="0" cap="none" spc="0" normalizeH="0" baseline="0" noProof="0" dirty="0">
                  <a:ln>
                    <a:noFill/>
                  </a:ln>
                  <a:solidFill>
                    <a:srgbClr val="212121"/>
                  </a:solidFill>
                  <a:effectLst/>
                  <a:uLnTx/>
                  <a:uFillTx/>
                  <a:latin typeface="Roboto"/>
                </a:rPr>
                <a:t> Brands</a:t>
              </a:r>
              <a:endParaRPr kumimoji="0" lang="en-US" sz="2400" b="0" i="0" u="none" strike="noStrike" kern="0" cap="none" spc="0" normalizeH="0" baseline="0" noProof="0" dirty="0">
                <a:ln>
                  <a:noFill/>
                </a:ln>
                <a:solidFill>
                  <a:srgbClr val="212121"/>
                </a:solidFill>
                <a:effectLst/>
                <a:uLnTx/>
                <a:uFillTx/>
                <a:latin typeface="Roboto"/>
              </a:endParaRPr>
            </a:p>
          </p:txBody>
        </p:sp>
        <p:sp>
          <p:nvSpPr>
            <p:cNvPr id="50" name="TextBox 49">
              <a:extLst>
                <a:ext uri="{FF2B5EF4-FFF2-40B4-BE49-F238E27FC236}">
                  <a16:creationId xmlns:a16="http://schemas.microsoft.com/office/drawing/2014/main" id="{0551A572-9286-E2DE-A6F0-09716DC45812}"/>
                </a:ext>
              </a:extLst>
            </p:cNvPr>
            <p:cNvSpPr txBox="1"/>
            <p:nvPr/>
          </p:nvSpPr>
          <p:spPr>
            <a:xfrm>
              <a:off x="4155431" y="1911096"/>
              <a:ext cx="1733182" cy="1115690"/>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300"/>
                </a:spcAft>
                <a:buClr>
                  <a:srgbClr val="696158"/>
                </a:buClr>
                <a:buSzTx/>
                <a:buFontTx/>
                <a:buNone/>
                <a:tabLst/>
                <a:defRPr/>
              </a:pPr>
              <a:r>
                <a:rPr kumimoji="0" lang="en-US" sz="1600" b="1" i="0" u="none" strike="noStrike" kern="0" cap="none" spc="0" normalizeH="0" baseline="0" noProof="0">
                  <a:ln>
                    <a:noFill/>
                  </a:ln>
                  <a:solidFill>
                    <a:srgbClr val="288FC2"/>
                  </a:solidFill>
                  <a:effectLst/>
                  <a:uLnTx/>
                  <a:uFillTx/>
                  <a:latin typeface="Roboto"/>
                </a:rPr>
                <a:t>37% reduction</a:t>
              </a:r>
              <a:r>
                <a:rPr kumimoji="0" lang="en-US" sz="1600" b="0" i="0" u="none" strike="noStrike" kern="0" cap="none" spc="0" normalizeH="0" baseline="0" noProof="0">
                  <a:ln>
                    <a:noFill/>
                  </a:ln>
                  <a:solidFill>
                    <a:srgbClr val="212121"/>
                  </a:solidFill>
                  <a:effectLst/>
                  <a:uLnTx/>
                  <a:uFillTx/>
                  <a:latin typeface="Roboto"/>
                </a:rPr>
                <a:t> </a:t>
              </a:r>
              <a:br>
                <a:rPr kumimoji="0" lang="en-US" sz="1600" b="0" i="0" u="none" strike="noStrike" kern="0" cap="none" spc="0" normalizeH="0" baseline="0" noProof="0">
                  <a:ln>
                    <a:noFill/>
                  </a:ln>
                  <a:solidFill>
                    <a:srgbClr val="212121"/>
                  </a:solidFill>
                  <a:effectLst/>
                  <a:uLnTx/>
                  <a:uFillTx/>
                  <a:latin typeface="Roboto"/>
                </a:rPr>
              </a:br>
              <a:r>
                <a:rPr kumimoji="0" lang="en-US" sz="1600" b="0" i="0" u="none" strike="noStrike" kern="0" cap="none" spc="0" normalizeH="0" baseline="0" noProof="0">
                  <a:ln>
                    <a:noFill/>
                  </a:ln>
                  <a:solidFill>
                    <a:srgbClr val="212121"/>
                  </a:solidFill>
                  <a:effectLst/>
                  <a:uLnTx/>
                  <a:uFillTx/>
                  <a:latin typeface="Roboto"/>
                </a:rPr>
                <a:t>in Segments</a:t>
              </a:r>
            </a:p>
            <a:p>
              <a:pPr marL="0" marR="0" lvl="0" indent="0" defTabSz="914400" eaLnBrk="1" fontAlgn="auto" latinLnBrk="0" hangingPunct="1">
                <a:lnSpc>
                  <a:spcPct val="100000"/>
                </a:lnSpc>
                <a:spcBef>
                  <a:spcPts val="0"/>
                </a:spcBef>
                <a:spcAft>
                  <a:spcPts val="300"/>
                </a:spcAft>
                <a:buClr>
                  <a:srgbClr val="696158"/>
                </a:buClr>
                <a:buSzTx/>
                <a:buFontTx/>
                <a:buNone/>
                <a:tabLst/>
                <a:defRPr/>
              </a:pPr>
              <a:r>
                <a:rPr kumimoji="0" lang="en-US" sz="1600" b="0" i="0" u="none" strike="noStrike" kern="0" cap="none" spc="0" normalizeH="0" baseline="0" noProof="0">
                  <a:ln>
                    <a:noFill/>
                  </a:ln>
                  <a:solidFill>
                    <a:srgbClr val="212121"/>
                  </a:solidFill>
                  <a:effectLst/>
                  <a:uLnTx/>
                  <a:uFillTx/>
                  <a:latin typeface="Roboto"/>
                </a:rPr>
                <a:t>Marketing FTEs and OH</a:t>
              </a:r>
            </a:p>
          </p:txBody>
        </p:sp>
        <p:cxnSp>
          <p:nvCxnSpPr>
            <p:cNvPr id="51" name="Straight Connector 50">
              <a:extLst>
                <a:ext uri="{FF2B5EF4-FFF2-40B4-BE49-F238E27FC236}">
                  <a16:creationId xmlns:a16="http://schemas.microsoft.com/office/drawing/2014/main" id="{563C1689-669A-BFE1-3159-A6A2DB7843F3}"/>
                </a:ext>
              </a:extLst>
            </p:cNvPr>
            <p:cNvCxnSpPr>
              <a:cxnSpLocks/>
            </p:cNvCxnSpPr>
            <p:nvPr/>
          </p:nvCxnSpPr>
          <p:spPr>
            <a:xfrm>
              <a:off x="4050792" y="1865284"/>
              <a:ext cx="0" cy="1133856"/>
            </a:xfrm>
            <a:prstGeom prst="line">
              <a:avLst/>
            </a:prstGeom>
            <a:noFill/>
            <a:ln w="6350" cap="flat" cmpd="sng" algn="ctr">
              <a:solidFill>
                <a:srgbClr val="696158"/>
              </a:solidFill>
              <a:prstDash val="solid"/>
              <a:miter lim="800000"/>
            </a:ln>
            <a:effectLst/>
          </p:spPr>
        </p:cxnSp>
        <p:sp>
          <p:nvSpPr>
            <p:cNvPr id="52" name="Rectangle 51">
              <a:extLst>
                <a:ext uri="{FF2B5EF4-FFF2-40B4-BE49-F238E27FC236}">
                  <a16:creationId xmlns:a16="http://schemas.microsoft.com/office/drawing/2014/main" id="{FFA0331C-427B-9B29-C166-695F3950A693}"/>
                </a:ext>
              </a:extLst>
            </p:cNvPr>
            <p:cNvSpPr/>
            <p:nvPr/>
          </p:nvSpPr>
          <p:spPr>
            <a:xfrm>
              <a:off x="649314" y="1682496"/>
              <a:ext cx="5239299" cy="1471631"/>
            </a:xfrm>
            <a:prstGeom prst="rect">
              <a:avLst/>
            </a:prstGeom>
            <a:no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Roboto"/>
                <a:ea typeface="+mn-ea"/>
                <a:cs typeface="+mn-cs"/>
              </a:endParaRPr>
            </a:p>
          </p:txBody>
        </p:sp>
      </p:grpSp>
      <p:sp>
        <p:nvSpPr>
          <p:cNvPr id="59" name="Oval 58">
            <a:extLst>
              <a:ext uri="{FF2B5EF4-FFF2-40B4-BE49-F238E27FC236}">
                <a16:creationId xmlns:a16="http://schemas.microsoft.com/office/drawing/2014/main" id="{D5DCBDB9-190A-69C7-C6BA-49A00E1F7AC6}"/>
              </a:ext>
            </a:extLst>
          </p:cNvPr>
          <p:cNvSpPr/>
          <p:nvPr/>
        </p:nvSpPr>
        <p:spPr>
          <a:xfrm>
            <a:off x="4305300" y="3203849"/>
            <a:ext cx="323850" cy="303363"/>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3DC0D780-AB9B-95C5-B072-7B845BA3E297}"/>
              </a:ext>
            </a:extLst>
          </p:cNvPr>
          <p:cNvSpPr/>
          <p:nvPr/>
        </p:nvSpPr>
        <p:spPr>
          <a:xfrm>
            <a:off x="10045700" y="116440"/>
            <a:ext cx="2032000" cy="41061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Finish anonymizing Brands in the circle graphic</a:t>
            </a:r>
          </a:p>
        </p:txBody>
      </p:sp>
    </p:spTree>
    <p:extLst>
      <p:ext uri="{BB962C8B-B14F-4D97-AF65-F5344CB8AC3E}">
        <p14:creationId xmlns:p14="http://schemas.microsoft.com/office/powerpoint/2010/main" val="1280631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29204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5DD114E-0A65-E1B8-EE9E-C58D1E0A4F8A}"/>
              </a:ext>
            </a:extLst>
          </p:cNvPr>
          <p:cNvSpPr>
            <a:spLocks noGrp="1"/>
          </p:cNvSpPr>
          <p:nvPr>
            <p:ph type="body" sz="quarter" idx="10"/>
          </p:nvPr>
        </p:nvSpPr>
        <p:spPr/>
        <p:txBody>
          <a:bodyPr/>
          <a:lstStyle/>
          <a:p>
            <a:r>
              <a:rPr lang="en-US" dirty="0"/>
              <a:t>Old notes – need to still review to ensure covered</a:t>
            </a:r>
          </a:p>
        </p:txBody>
      </p:sp>
      <p:sp>
        <p:nvSpPr>
          <p:cNvPr id="4" name="TextBox 3">
            <a:extLst>
              <a:ext uri="{FF2B5EF4-FFF2-40B4-BE49-F238E27FC236}">
                <a16:creationId xmlns:a16="http://schemas.microsoft.com/office/drawing/2014/main" id="{9A4032CD-FFBE-03BF-524A-2765322A349B}"/>
              </a:ext>
            </a:extLst>
          </p:cNvPr>
          <p:cNvSpPr txBox="1"/>
          <p:nvPr/>
        </p:nvSpPr>
        <p:spPr>
          <a:xfrm>
            <a:off x="598170" y="1112252"/>
            <a:ext cx="10542270" cy="1569660"/>
          </a:xfrm>
          <a:prstGeom prst="rect">
            <a:avLst/>
          </a:prstGeom>
          <a:noFill/>
        </p:spPr>
        <p:txBody>
          <a:bodyPr wrap="square">
            <a:spAutoFit/>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rPr>
              <a:t>- </a:t>
            </a:r>
            <a:r>
              <a:rPr lang="en-US" sz="1200" u="sng" dirty="0">
                <a:effectLst/>
                <a:latin typeface="Calibri" panose="020F0502020204030204" pitchFamily="34" charset="0"/>
                <a:ea typeface="Calibri" panose="020F0502020204030204" pitchFamily="34" charset="0"/>
              </a:rPr>
              <a:t>The Organization Hypothesis</a:t>
            </a:r>
            <a:r>
              <a:rPr lang="en-US" sz="1200" dirty="0">
                <a:effectLst/>
                <a:latin typeface="Calibri" panose="020F0502020204030204" pitchFamily="34" charset="0"/>
                <a:ea typeface="Calibri" panose="020F0502020204030204" pitchFamily="34" charset="0"/>
              </a:rPr>
              <a:t> : this is missing today. Just like the value agenda, we need to create a one page visual on “how you want to run the place” . It should have a rubric to think through </a:t>
            </a: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A) what you need to change on the leverage vs focus spectrum - the design and work</a:t>
            </a: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B) how you want to pivot resource allocation versus today - the dollars and teams, </a:t>
            </a: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This needs to become a visual like the famous sandy Ogg 2x2 chart or what we just built for </a:t>
            </a:r>
            <a:r>
              <a:rPr lang="en-US" sz="1200" dirty="0" err="1">
                <a:effectLst/>
                <a:latin typeface="Calibri" panose="020F0502020204030204" pitchFamily="34" charset="0"/>
                <a:ea typeface="Calibri" panose="020F0502020204030204" pitchFamily="34" charset="0"/>
              </a:rPr>
              <a:t>newell</a:t>
            </a:r>
            <a:r>
              <a:rPr lang="en-US" sz="1200" dirty="0">
                <a:effectLst/>
                <a:latin typeface="Calibri" panose="020F0502020204030204" pitchFamily="34" charset="0"/>
                <a:ea typeface="Calibri" panose="020F0502020204030204" pitchFamily="34" charset="0"/>
              </a:rPr>
              <a:t> . People should be able to carry the picture in their head in a SIMPLE &amp; PROFOUND way </a:t>
            </a:r>
          </a:p>
          <a:p>
            <a:pPr marL="0" marR="0">
              <a:spcBef>
                <a:spcPts val="0"/>
              </a:spcBef>
              <a:spcAft>
                <a:spcPts val="0"/>
              </a:spcAft>
            </a:pPr>
            <a:r>
              <a:rPr lang="en-US" sz="1200" b="1" dirty="0">
                <a:solidFill>
                  <a:schemeClr val="accent5"/>
                </a:solidFill>
                <a:latin typeface="Calibri" panose="020F0502020204030204" pitchFamily="34" charset="0"/>
                <a:ea typeface="Calibri" panose="020F0502020204030204" pitchFamily="34" charset="0"/>
              </a:rPr>
              <a:t>Output of this is the operating model slide &amp; the 3 questions slide perhaps.  But, we don’t have a process / explanation page for this. </a:t>
            </a:r>
            <a:r>
              <a:rPr lang="en-US" sz="1200" dirty="0">
                <a:effectLst/>
                <a:latin typeface="Calibri" panose="020F0502020204030204" pitchFamily="34" charset="0"/>
                <a:ea typeface="Calibri" panose="020F0502020204030204" pitchFamily="34" charset="0"/>
              </a:rPr>
              <a:t> </a:t>
            </a:r>
            <a:r>
              <a:rPr lang="en-US" sz="1200" b="1" dirty="0">
                <a:solidFill>
                  <a:schemeClr val="accent5"/>
                </a:solidFill>
                <a:effectLst/>
                <a:latin typeface="Calibri" panose="020F0502020204030204" pitchFamily="34" charset="0"/>
                <a:ea typeface="Calibri" panose="020F0502020204030204" pitchFamily="34" charset="0"/>
              </a:rPr>
              <a:t>How would our rubric be unique/better than STAR model or Hard/Soft wiring model?</a:t>
            </a:r>
          </a:p>
        </p:txBody>
      </p:sp>
      <p:sp>
        <p:nvSpPr>
          <p:cNvPr id="5" name="TextBox 4">
            <a:extLst>
              <a:ext uri="{FF2B5EF4-FFF2-40B4-BE49-F238E27FC236}">
                <a16:creationId xmlns:a16="http://schemas.microsoft.com/office/drawing/2014/main" id="{9F4B6B2C-1C68-E7B5-57C9-0687FC90DDD4}"/>
              </a:ext>
            </a:extLst>
          </p:cNvPr>
          <p:cNvSpPr txBox="1"/>
          <p:nvPr/>
        </p:nvSpPr>
        <p:spPr>
          <a:xfrm>
            <a:off x="598170" y="2787191"/>
            <a:ext cx="10542270" cy="3046988"/>
          </a:xfrm>
          <a:prstGeom prst="rect">
            <a:avLst/>
          </a:prstGeom>
          <a:noFill/>
        </p:spPr>
        <p:txBody>
          <a:bodyPr wrap="square">
            <a:spAutoFit/>
          </a:bodyPr>
          <a:lstStyle/>
          <a:p>
            <a:pPr marL="171450" marR="0" indent="-171450">
              <a:spcBef>
                <a:spcPts val="0"/>
              </a:spcBef>
              <a:spcAft>
                <a:spcPts val="0"/>
              </a:spcAft>
              <a:buFontTx/>
              <a:buChar char="-"/>
            </a:pPr>
            <a:r>
              <a:rPr lang="en-US" sz="1200" u="sng" dirty="0">
                <a:effectLst/>
                <a:latin typeface="Calibri" panose="020F0502020204030204" pitchFamily="34" charset="0"/>
                <a:ea typeface="Calibri" panose="020F0502020204030204" pitchFamily="34" charset="0"/>
              </a:rPr>
              <a:t>An alignment routine</a:t>
            </a:r>
            <a:r>
              <a:rPr lang="en-US" sz="1200" dirty="0">
                <a:effectLst/>
                <a:latin typeface="Calibri" panose="020F0502020204030204" pitchFamily="34" charset="0"/>
                <a:ea typeface="Calibri" panose="020F0502020204030204" pitchFamily="34" charset="0"/>
              </a:rPr>
              <a:t> : a simple intake routine with each member of the ELT and other important stakeholders which helps us “count” the alignment gap at the top …around both the Priorities AND the Operating model </a:t>
            </a:r>
          </a:p>
          <a:p>
            <a:pPr marR="0">
              <a:spcBef>
                <a:spcPts val="0"/>
              </a:spcBef>
              <a:spcAft>
                <a:spcPts val="0"/>
              </a:spcAft>
            </a:pPr>
            <a:r>
              <a:rPr lang="en-US" sz="1200" b="1" dirty="0">
                <a:solidFill>
                  <a:schemeClr val="accent5"/>
                </a:solidFill>
                <a:effectLst/>
                <a:latin typeface="Calibri" panose="020F0502020204030204" pitchFamily="34" charset="0"/>
                <a:ea typeface="Calibri" panose="020F0502020204030204" pitchFamily="34" charset="0"/>
              </a:rPr>
              <a:t>Don’t think we have a protocol or a visual from Newell for this.  Our intakes were pretty loose.  We had a few key questions…</a:t>
            </a:r>
          </a:p>
          <a:p>
            <a:pPr marR="0">
              <a:spcBef>
                <a:spcPts val="0"/>
              </a:spcBef>
              <a:spcAft>
                <a:spcPts val="0"/>
              </a:spcAft>
            </a:pP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 </a:t>
            </a: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2 - From here we can branch out into 2 different , parallel directions as appropriate </a:t>
            </a: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 </a:t>
            </a:r>
          </a:p>
          <a:p>
            <a:pPr marL="0" marR="0">
              <a:spcBef>
                <a:spcPts val="0"/>
              </a:spcBef>
              <a:spcAft>
                <a:spcPts val="0"/>
              </a:spcAft>
            </a:pPr>
            <a:r>
              <a:rPr lang="en-US" sz="1200" u="sng" dirty="0">
                <a:effectLst/>
                <a:latin typeface="Calibri" panose="020F0502020204030204" pitchFamily="34" charset="0"/>
                <a:ea typeface="Calibri" panose="020F0502020204030204" pitchFamily="34" charset="0"/>
              </a:rPr>
              <a:t>SIMPLIFY and STRENGTHEN with ORGANIZATION DESIGN @ n-1  and n-2</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A) we need to issue a set of sharp design principles that take the “ visual “ 1 step deeper and 5 steps more actionable.  </a:t>
            </a:r>
            <a:r>
              <a:rPr lang="en-US" sz="1200" b="1" dirty="0">
                <a:solidFill>
                  <a:schemeClr val="accent5"/>
                </a:solidFill>
                <a:effectLst/>
                <a:latin typeface="Calibri" panose="020F0502020204030204" pitchFamily="34" charset="0"/>
                <a:ea typeface="Calibri" panose="020F0502020204030204" pitchFamily="34" charset="0"/>
              </a:rPr>
              <a:t>We have </a:t>
            </a: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B) Ask the BU/ functional leaders to design against that and be a “thought partner” in that implementation. We WILL NOT be the absorb data , send analysis and design boxes crew. </a:t>
            </a:r>
            <a:r>
              <a:rPr lang="en-US" sz="1200" b="1" dirty="0">
                <a:solidFill>
                  <a:schemeClr val="accent5"/>
                </a:solidFill>
                <a:effectLst/>
                <a:latin typeface="Calibri" panose="020F0502020204030204" pitchFamily="34" charset="0"/>
                <a:ea typeface="Calibri" panose="020F0502020204030204" pitchFamily="34" charset="0"/>
              </a:rPr>
              <a:t>We have. Process slide + template slides</a:t>
            </a: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C) SIMPLIFY - partner with client finance / program management team to ensure delivery of savings through new org designs </a:t>
            </a:r>
            <a:r>
              <a:rPr lang="en-US" sz="1200" b="1" dirty="0">
                <a:solidFill>
                  <a:schemeClr val="accent5"/>
                </a:solidFill>
                <a:effectLst/>
                <a:latin typeface="Calibri" panose="020F0502020204030204" pitchFamily="34" charset="0"/>
                <a:ea typeface="Calibri" panose="020F0502020204030204" pitchFamily="34" charset="0"/>
              </a:rPr>
              <a:t>We have. Summary slides, template</a:t>
            </a: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D) STRENGTHEN 1 - overlay value agenda on org proposals to see how the organization is being “invested into / strengthened” at points of value creation</a:t>
            </a: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E) STRENGTHEN 2 - Build the list of critical roles and ensure that the human capital balance sheet is robust for the next S-curve of value - “do we have enough talent at the problem” </a:t>
            </a: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(Newell has a set of templates that will help industrialize #2. </a:t>
            </a:r>
          </a:p>
        </p:txBody>
      </p:sp>
      <p:sp>
        <p:nvSpPr>
          <p:cNvPr id="3" name="TextBox 2">
            <a:extLst>
              <a:ext uri="{FF2B5EF4-FFF2-40B4-BE49-F238E27FC236}">
                <a16:creationId xmlns:a16="http://schemas.microsoft.com/office/drawing/2014/main" id="{4C2C75EE-7434-6B9F-2E60-BD9D6122461A}"/>
              </a:ext>
            </a:extLst>
          </p:cNvPr>
          <p:cNvSpPr txBox="1"/>
          <p:nvPr/>
        </p:nvSpPr>
        <p:spPr>
          <a:xfrm>
            <a:off x="2424430" y="5930510"/>
            <a:ext cx="1120140" cy="600164"/>
          </a:xfrm>
          <a:prstGeom prst="rect">
            <a:avLst/>
          </a:prstGeom>
          <a:noFill/>
        </p:spPr>
        <p:txBody>
          <a:bodyPr wrap="square" rtlCol="0">
            <a:spAutoFit/>
          </a:bodyPr>
          <a:lstStyle/>
          <a:p>
            <a:r>
              <a:rPr lang="en-US" sz="1100" b="1" dirty="0"/>
              <a:t>Describe</a:t>
            </a:r>
          </a:p>
          <a:p>
            <a:r>
              <a:rPr lang="en-US" sz="1100" dirty="0"/>
              <a:t>Ambition</a:t>
            </a:r>
          </a:p>
          <a:p>
            <a:r>
              <a:rPr lang="en-US" sz="1100" dirty="0"/>
              <a:t>Future Identity</a:t>
            </a:r>
          </a:p>
        </p:txBody>
      </p:sp>
      <p:sp>
        <p:nvSpPr>
          <p:cNvPr id="6" name="TextBox 5">
            <a:extLst>
              <a:ext uri="{FF2B5EF4-FFF2-40B4-BE49-F238E27FC236}">
                <a16:creationId xmlns:a16="http://schemas.microsoft.com/office/drawing/2014/main" id="{DBAD506C-80F6-D63D-9A35-30980677A60D}"/>
              </a:ext>
            </a:extLst>
          </p:cNvPr>
          <p:cNvSpPr txBox="1"/>
          <p:nvPr/>
        </p:nvSpPr>
        <p:spPr>
          <a:xfrm>
            <a:off x="4188460" y="5930510"/>
            <a:ext cx="2872740" cy="938719"/>
          </a:xfrm>
          <a:prstGeom prst="rect">
            <a:avLst/>
          </a:prstGeom>
          <a:noFill/>
        </p:spPr>
        <p:txBody>
          <a:bodyPr wrap="square" rtlCol="0">
            <a:spAutoFit/>
          </a:bodyPr>
          <a:lstStyle/>
          <a:p>
            <a:r>
              <a:rPr lang="en-US" sz="1100" b="1" dirty="0"/>
              <a:t>Identify</a:t>
            </a:r>
          </a:p>
          <a:p>
            <a:r>
              <a:rPr lang="en-US" sz="1100" dirty="0"/>
              <a:t>Desired operating ecosystem elements</a:t>
            </a:r>
          </a:p>
          <a:p>
            <a:r>
              <a:rPr lang="en-US" sz="1100" dirty="0"/>
              <a:t>(Areas needing investment)</a:t>
            </a:r>
          </a:p>
          <a:p>
            <a:r>
              <a:rPr lang="en-US" sz="1100" dirty="0"/>
              <a:t>Current pain points in operating ecosystem</a:t>
            </a:r>
          </a:p>
          <a:p>
            <a:r>
              <a:rPr lang="en-US" sz="1100" dirty="0"/>
              <a:t>(Areas ripe for savings or improvements)</a:t>
            </a:r>
          </a:p>
        </p:txBody>
      </p:sp>
      <p:sp>
        <p:nvSpPr>
          <p:cNvPr id="7" name="TextBox 6">
            <a:extLst>
              <a:ext uri="{FF2B5EF4-FFF2-40B4-BE49-F238E27FC236}">
                <a16:creationId xmlns:a16="http://schemas.microsoft.com/office/drawing/2014/main" id="{B7C872AA-B130-CEF3-5B5C-4BE3A98ABC92}"/>
              </a:ext>
            </a:extLst>
          </p:cNvPr>
          <p:cNvSpPr txBox="1"/>
          <p:nvPr/>
        </p:nvSpPr>
        <p:spPr>
          <a:xfrm>
            <a:off x="7061200" y="5930510"/>
            <a:ext cx="2872740" cy="600164"/>
          </a:xfrm>
          <a:prstGeom prst="rect">
            <a:avLst/>
          </a:prstGeom>
          <a:noFill/>
        </p:spPr>
        <p:txBody>
          <a:bodyPr wrap="square" rtlCol="0">
            <a:spAutoFit/>
          </a:bodyPr>
          <a:lstStyle/>
          <a:p>
            <a:r>
              <a:rPr lang="en-US" sz="1100" b="1" dirty="0"/>
              <a:t>Check</a:t>
            </a:r>
          </a:p>
          <a:p>
            <a:r>
              <a:rPr lang="en-US" sz="1100" dirty="0"/>
              <a:t>Value of the change vs cost to implement</a:t>
            </a:r>
          </a:p>
          <a:p>
            <a:r>
              <a:rPr lang="en-US" sz="1100" dirty="0"/>
              <a:t>“juice worth the squeeze”</a:t>
            </a:r>
          </a:p>
        </p:txBody>
      </p:sp>
    </p:spTree>
    <p:extLst>
      <p:ext uri="{BB962C8B-B14F-4D97-AF65-F5344CB8AC3E}">
        <p14:creationId xmlns:p14="http://schemas.microsoft.com/office/powerpoint/2010/main" val="31613301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KKOCHARTIMAGE" val="FILL"/>
  <p:tag name="MEKKO" val="MekkoChart"/>
  <p:tag name="MEKKOSAVED" val="1"/>
  <p:tag name="MEKKOEXCEL6" val="False"/>
  <p:tag name="MEKKOEXCEL7" val="False"/>
  <p:tag name="MEKKOEXCEL8" val="False"/>
  <p:tag name="MEKKOXMLTAGS" val="1"/>
  <p:tag name="MEKKOXML1" val="4HooU0THZk28POP9trq+pbTvvzd/gcV8t56cq85kb3NDTsUhojRA0EsgEHHMH7oYP1SYpn09ysXVivguJdhTvfyVMsBLTGvcX7WPTor/CmWhxVmJt7RkinPLrPuFxqb1ugFQMyCXZd2GdTnbsQXEYbZTjDngr183byQLUBibYZa91DLJW59l9S+xgWKmBwD6hGO+tIP9cHM3bOhpUsJX8h4SqZWaxitF0LYi19O+M3n6Wxgxl1kMWmBx0pvuiyQc9WLWDYD0cj8Gb7eWujRA9RuirEP10PRgLfNMfhp5DdHZjvSqPC0X3+njfFFnOpfdEHYQoDvuYRGpvN+NKKv05EZjkA6TAjEGaOJk0d6gIc6TCM2kq81/RQYSx4clzK/K+EKPrIvjIgJs0g15I8QbDYLKx+2Tb7StT7w/0IS3xdkSZEmEonud4+pLbJFtJdJLsFgXggaSmUBMFnPA6kkh6W+W3bO8T4zZ0HAFKGt61067Ey3ZiIkkVdEwV3yySSLL/S70tMR6kCU6oF/CQ8YaZbWI5sCwoRkPDCofqg/5N7pdbaK3qFr11TF81YuZ5rlBN83BgZ+ug9jRdzE3op7pHCaVZfq/8YW1xjLFj7fOrKT3S5f9Hcdhd+YEg+gL1qObiDQE0wZT4Z+kYYpJj5sxP2vzgkYUG2qVNmsgX6KGEh2/oeyV73ogCqra3q9nzU7aBVvs3alLpwWeRx52lWjwEglZhkNOH0tNbzMY8VIz0PacotGSUU9CV1z+FT6l3gFk/z7YAdlf70PnDGWbQT7ssuScX7plEQGdaniG/VlmEok4qGR0RsH3NQaLtEMo61pNflELg8PjK3i7PV+9mbIN3cKc2bLSIS97NRPpYNtup47sQzyckG0L4xjK/XgULZlJmooR31YxBHau8VYhU4tG2hiOlrXxkK7sUXn2ExSlVzyE8VrfPLo1N845acEOxz1e4Yj4Y0dGWyd2KGDPE/6xwzT7laIcCpgnrm/4j1In0rmCglPaf7j8F2h5sPdGUJ3geUnZhzlTLn4fbpiNHwAm6aUeCKYn8GfwVXdH7fGaMlkXrLm93pgoh7BTWGpmiL56d7shmjk8U3SHB8SiLV8xdWirRv//O7UK6MIynY4/o9XSwkDRQ6cPwgosaqjX6MdjNIbYHpTOcqSPHNbV4NSQzArlOVlkXFLWN9vhmUTVhdMppgK2rImxumxpGKYctPN9TsW3jRQXbEJOJpoIApU/Rok9KCNOR2ZTP8DsWD7T8yMlZGvWq/LYS6omrd5QVAqtQlssNu+6xgts6V8rAyhjWFNWQOUHhZFu8HKlWbqn87cUloLcWeQuf9AIHfKn+Jv8DnGS3PIqkpf/glqmx41AnjkeP46IyalOayKfDRnvVCbzJGbjGuSZdyoN3T+bMkT+JYsVyQLYYQtC5DrahLvbkffnVEotGor6PY6xtSchd56p0XXY+vh3pv7afh8OYWcWFA+34cdMhbOUS4IibUTXjELhXCBY6QSDwjhPk3+WYvgXDpCWONfxoIm/V+pcuNjpTeymWj2/uELb0jevRn3WHzgdShhUi1WveHreciR8jpt9U6De7gS2SzUdcd6StYP2eD2Gu8nIq/AM667mhpyQNmNA9R7dlJA686GxhPjtM7rU2vLGT62GsxHyXfAArKvZ6HmG8ov7ltx61ZIxTegUj881OkoxQ8rDXUYqpkvEG/laTBUZK32NQ2JtAQblsnJbxHnrf5061l8XTN/W84GeVuNNnFkUspF8DSWs7LCfkoak/GpwwLAGFisAHCT5n/Nsw+tE3ZqqCDqUad5ktKd3ZZLTHPSe8ZXc8xd3DGWeabxPgTertGGzcCZf2OqFKyNB0Tm7F3s/aJO9O+McfsPPx0R+Tx/XUoUjTqrNKXpaziqncBU07JkJb6cfRhcy5qOEh99zKoydj8zX0pxUWiO1yGG0UHmRei6v4FnEQcye7J6C1uWKwfogUxIHeUnQiyp7k1AEWmVzDVX0ug0lFZLHGhKRxUwjMD/iaUgqp3apFRvuDhRtD+5Fbjzw0V/nMK7KBqagtHa+RawsD9NOJJOBN134LxxaXrnNuB57fMXuYQ0+JeeFwt+f+MeJEIzyVfu02ed0m2xYGeAOlmLj4eSi7/PIIHMCGkNKgCcAHiuZ3sjzupPaRBsRnOMp+YOECSlQ/pcAG6GqoNriN46b6pZYDHcH4AHfTxKbYIFm9KjDDBq6XeZXCUQhke1KvYfcc0HywBITsKiga3ybwxFP/014I/m3yECGASFQRTb5/pJhvnbNv7Xfws7X8gQeBFvupqY5d+pOixOfPzxp5xHr6fZg9iX25pq32dRzh0goPF7nz+siBt8/nrj5iZBzyqkY519fUZNnxp1e3GSMe9/lCIiiculINprKWlpNAaIdN4WEiygd4qXFnnE4Kno2CScHy2A6hJo1K7Yhtf5V7cvpDpxGeh4acgKqk3tc0HNYUA8BNkD9HFuZ6fzN/2T0TSIarsKPV4q2BBRe/0WTdc1FqmXRuvnSG5lTd0U2KXogylGelC44wswKhrgh7mre6Dg57ct6sXFWZcP8SeRBi5cQtUSSm8q3RRdOZfZwDU2UJIk/NVLxM+YTbtBwqdAivqZUXWclNWxicJpzObO/Qd6oN/BzhLAhcGbAkNceXfMdKYGomY8cqq2ZxukPz7jnccyLx8U51/lB1fleFHkoaDNKPYDUtfFW3nD2piqFr6xXtriwWEqM4UrgrlyqVYmol/Uf04gCyGYc9+QeEMrWipPjg2JMl00OcSJTOBmoYEypqcYCt8QjnIIgHLdoA5inTzuAoiiGPZ1UBDrvdQ+EMPA6nhLDIodk66jPdy+/cA8XCuSW5AfYrOMB4l4cDzb9oI9Ndw0MvNucU3IDnM8y4n3CDyPNgadgFoEruOiEBo5fu9asT2SI48AAk5yQhnna8f8goS7zKLUrV7GbRChunaOyYxVlb4QCYVdDB+vrm6x5xWsBwbHzuaSshIN7Amcd/2yJYoWdI3SzhfzWx1esh4mhAkSJg8EtgzpLSL2zCqeOpjgCfsJLsnYlf5CW6/2Od2VJFR5VdeezL+oBZVuSxQ4k3mwwlNb6zWxtNFFnZGYlV8m8zirXQBmHnQHY769I1W6YlBYQ5sBTiygOGML2PB7IrecJXt+Z1LZBSFGaTJzK+PRuIQKt0ReA+zTazCVcZi5uvyd/BRjcHpN34B4F2YGS37sZ2gR2/AfZN4D3egJ+Eurn30qxaHUzkuO7ACnHTIHHwsM4QhNa8BYRnqgckjtP32Qvlkte0bcYNogdYW4akpRqem88gnrio/VUOweIouelvBYLfFhBt3XFvxp5iJwNy/BM21KyLB3G0Kh0nisIkKYpKOQsA/SaEsyB/pL9S0BnW9VQGez04xZ+6v2I5ScQgc6PwWrHWVTKh6wdtdvIQdN1Alurl+69yvsD5sKhwLUojEI+izz9w7+HaofrTejoz49Id6pBE9dDLzHA0f9dCLEY8+wgTheEiJu4XMLKkfHQoB6c2PBfjzhsWMAkUhbADVQEmsevQ6ondA8jb1JNePg9N4ReksufFGvvF0D+Az2aK6rMSONs9a48xtu8rf0mjjdNNTz5qz/2MJ2bFPjciHdfENM5j1GZoJjrRmb2+oZ97dGxE0mLI51+fWHDw/05pZXmKozHSx878RmIbiQYz3uEDM9UiWoCqDF4FW3JaWoE057iomxyruFLlZF0opVZSS/oKPhZy4P6W53BhF+1iSWGSxnLAXMUd+udBjXCcFbGSuGfEAOvaeHyzlHFsCWAEu71TSpXTRaE6Q4ZDjUFsQoOQ9M+WuAsYFfypMYkuvC+/WA56rVlKTyX+HODrjXmkgj0Wf10nIgs+SsgGSg2+EX7UhaDZiLZrcyt52tZwasgM+qU0dFrELFI6HdDdF2J9+VtuP3Nmzt2PB/Y5OLbsptsnhTZPygRDW5hZ4psPH72UzpgWSKvRa1A0uSAl+GrrVhzdSVQhH+ZrtXl7LzoZzems8YkphZoznN7FHW6Nu2Fapb0dVGDlj0cZjwdML8oaLYHK/AsXKdVhbFK6r+qnDxijcWjQKk+rsCHqNLRWunrQpPx7S08oHwb/07MOYvJ2FRsbXpCyst4M1AX1FcED4h+fxcV6Z19B54+sDl3HhRVxHS2eITnofl0ATqtp0ZpctuPFr2iKGj/dkDqsMDKbc9ft4dtxPg/z7ZWpnfT1xX8RZEnuQcsoB9ZgbYvwcXw0oIikdt2Im8wNML6Cq5mtL0wQdNE4Py/kHrkCHohqGZ8Pae7hEYhYqXJhzD0IqIji30lmxbFN9e8CvF1sH2zgSiBJ+ns+HHIzH/TYbW3u35HB4Rzgt46z1pS2L+BIcTvs8QCWpusbP6iUpRtVs8Fl69jVu/ZtgKVsGKeS/AwsR7CdXmwm/qXvKHUZ1RfLLjLR8MgbMszsXEyRgCm5Cah5XCI7DRYnsaJWWfeRTvOSYaJD0xuItZykLK2mvs3XNYrlYE1/7yQ0KHdghUUOKsD7IfCpvvDBxoAhMlj7jx6zXkD+ZbXodMfQxa68hYrT4zit+2/Yf6BEsIKEDE3pm374iudBHb3RP3lHXkY8bqEuVEWohQ79iBD0yvsmrNOlAs/47P76PqxTCfCH1veaVDezQs7wVELEXBhOmPSLTw7bmRarWuIQ/PxLqewsRXyagzOlVetivcKiOd3Bif5hvJ8gGzfCyAO4plQnG0U8oesUTTPAZkw2sNSfSm5kuKzKXxZqdUZI4oHtwPefkEkhX39GW0zOWS8KlFhqGxQGAmHa85Yh0HcgYRzqc2KipSShMDhsa0h6JHFHG34JrWzVkyqxd9sTy5BtA6G+dEplcgAHlSe1OGF7xYrQJZVIEZFhZU5O5Lr/jlzaUtOMasZKvfC8Qyp/4h3ATSlV4soFkTlDy9jfl37uwKRftAXM/+I2ss+Oyc1q4hI3cQOiSzl0nIg9J/P7+ox75rtNHxiQyLKgLSOWKyf2l9zTIr6jgtRQp26hPAlVUFlH8pUCTyQx/nh+Ni9BRZFCjkv8OBQC1x4LgsGnEhocYj2wGVKuSnv1gasrfgZCBADgFWXY1gxJq8NtluCxuN9hSIPNkxEdEpi8wfVHM5SF8cHcJu/qRgF9z73cw7Op43PzrEk+NXew0OlEMdK00LSNMfVPXFedVb0O8SBXeY7YwAi5O+DS5UPFJaA243Q8VPUM4NcLFDjbT3PoEXUmb79yvUAZTfGRRqSW7QyKJjbSP1nmdQKqOEdU4UmdrtOIFtlfJ9CZbDrulcxDGnTQ2XBB7YAAdQz+MwCs8YDFOK7YtI0h/jCIPEvx3BHYK1j5ssluphMlTB77kRP4jlsMm+5TrZ3Pj7v4aVW94tWK2CkRKvjE2zv/s0KP3c7nza6TSZUwJJBYa+jPDVkndL8c3PtVaOsfK+WGzfq848BEPIbsGJyxql4GmAfYfaT5Aa6PkA/Nu0QHNH/zMTd6poXjxPHYvRHN1pLpsDxnhTTRdKrrYwI/wUXgPfqoofKDh7SfYsjxvl/KfX55Y32NQto1U+/bQmMowy8N7HmGOpsoS8G69eEMhk6MVDkeILTuH9JHhHJSo80/jWSbzlyP16oZ5WE4k+Fjj1T/oSZIaoSBQNlaNt8jWQajnNXMzsBuMVZSQ1Pcw02pmvK1kokCpBzErdwCnyXifIrkI4O0qyU18g6EUsz8A6xctSeRDghmkNgBVvhScXhkIDCKZgHNEjODagNEXD0Wl98mAnhwzcNN37rCpeiWg92vDuGoS+UMaDo/hi8dGCuk7bA+DW9Ghew8T4vVR/piZk8uyJCXaYlS8LOVgyHLw7F6Cq7lGshNHlA/uPIfhrB+FCX8QSMQvCo/cKpofEqxwQ7ixi6IJjHSrPy62otoQGG9FTKQt6MANrryMvuydsYZTHxCFRSxzbZjA02CCosXQaGXVpkp4N0UAqX6ACkoKNLwVX7VfGp5jVl6lRcgB1JAOElqZy0C899CDRQYNOudzQju/BXc0k0mQBaMJChhjgWPwlkVG+5TV+XKPnr5yykA5YUDkG3qw2oaJVn5vw1VbV0XHFawyQOaxNwy7h+SSfFjRXgeW73beXDZcDcm1dqDp6mU8peMupcbfSxbFksVdSE2HbvEQzzOUH40whdHoeE5Qo7mEcOXVV9PdBiWHmw7/x8IBWyEtBeTLqoHn/ZQVct62FPTyflAykmZ8wGA9nQoEMc8EHg3XQAdiTpa9PsY70lmJnl+AR7sHS2UM7GrES+RMGMBMg3bjmv7xDR0FepykES18PJoRbShy3aaU1VnzAoRfF2aD9KAgPpLjQZTHTVYbIJgV/TdLfJ4S5eLlqnlr2LuTTvvEmcvSFAQkLRuz8vnvN88e+CaNP8K+vf+kuRG3FeIkSxyozBDPLFGblrZgS0ySDufgGtKzqldafW1oczEsJF1CfYdmbzMRawKxAkq0p8vIvnyw1w1zQT64hYw3M1ZibNjJETYg3U6kFQYVmaSAYTykWk4j7r00bYXrplRX0luqAkUXJtG+M63DvRWocgqxzQpOieCZVCas3WeY7i5AHmABhkxHF8zJvsjZN3P+bKQswJAdzUKpS3UZz6wi6h4Vjh+IkmK+CdiP5hLCXBWT2DbCXjhPETIjVMagp8U+8R1Fnk19ac0Y27OGqRFujhZnsZxUpQFSMgyq3jj0l/ycVEYop0l3WFov+JW2/8jUqRDfJTBxG1SjbbdNS5FTDEWyBnQuOULHcBmYhKotyavBIvLbSxTkzjKQU1YckBo4tk+cMlNluzr+cxtWSq8oeHOA6ec5oY9OjNGh+mqixXiPQRwItfOeFfaH0NecHkuFeBSWIBmhaYLlwq5WPl1bcSy6bfYGa5VRRWxUb48U7AV3luJCnIg7uJsjc7s5MhFldIG7MAuwOC7kmS6y5Uz9YPyfdwjXoapCwe5k3CwWNguc8PazuBZwci3oFv7lYFZGwGd+uV0bDq5rGr65wfeaUqvzWK9YuYiEkrsTgb3HWXoEC1d/AHJMnajTMpZnT8obJAAhKXjC+ctbThFwej6dpW15M7ppAgMLFdTXMKaZIHhe+I9maJaZCQCdyqM8HQQTJaKvGyj7zeZOWjQUHhdsB8YbslVYldtqmv5fGR8ku1Kmn4iW6MVDuVW3QpMe90STX9KWsXFcE3JDPtMs1hBAEcObMJo//a7QMwE4JS2V/TFgl51qnL8wrFbzeVp2Fkg9CCvBOUchDCXtfSE5DO9NZ3O8xlS/e/2zhlv3whEPk/TrE6WR4h5/+uLqOYrgknEobVZdUYWf1NLwz36ULb0eikar3mmouP12Ta6WIVETMOEX5UIods19PkD1SEKnBkSYCDWwgBcNe5nCD504W5iu0JLQtk4T0zfV8n4801QtOefVePOKWmThtq/uP3hT+zzfomxozeUo3PIzIe4lHVipYFZoctJNHgL+k1/YmhWt2Haa2GUz/5zLuBk/y2X2or1a0yX+SgMexwCJzbsmqbc7CYlHdKWLZoom7oolzdkILq1NryZ/Snqaha9/SNy3jeWdG1PZi8dlxhZ7hq8oXdKhnnAYkpblSqK/c+jVD4oIuUxdzAnlX+3s/ZJdP5wXAjdcSSwh7o3tNHKTsqT0XkGZEvZ2lbujhG5Hwg94CsW+RiGkWoZYSQrHoS/im/KIi1ggC8h00r5m2hKqyzROi6s9wClQ31GLecbEzvtQ+cN0jwHgLFMkhOUSVc3+Gu8NpERlFKJcHBLqPFc1K6g7g66VrEpaes4evzaZjxN1aFXLHYMhYuArjtTxCP464+i1jW25iUuOgsmdU/47QUlTB9kUa/3boeYe/UWdb+FTyAzH7WXyZLPB/nL/202KWny4nEK0wd5D02L7PI9D20p1ZszTibxsM67/m+Qn2phP3RP/6pDY2zR/8lnKdponuGNZNS6ymRFEQcJEEHjpDYpsMxsZGdBREZOyR4Otzq9ZVrLNgVZMeXkITT2fVP6Q+8nTiewsCgIbo/FEOLm5bP2JL1jrDw9snGPNtgZaIJ3RVEFljJdubt9KF9Adui/HUGkZO1mS0sKxJfw/1LpRc+ceENHGtmYIFxJg7hLzik7T8PUJVSHbDI22TgONr0BxdM+VzFju9vI6txDeNzSsR+HQugN4t3g15G8ggNtYktMCzFmKFJET6v3YnpGPoY4oGF9UNSfKAvh+u61tO/Sblkmsl9Ii/wF90hbDxjgZe/aNvoSSFCL2nuO90F2gC3eCEcg0oap9hfeE7kC5bXMCbCOARNGknaIDKvYYuIptKTUiPwQDO3/b/hOHHko4GWLICe57LI10skvKcd7Ug6ZpT6qwy06DPe8RAhbB3TxuEfzYSgcHU6K9dQIF/9EHQfkhtcFe4AbnOeVLqcM2Dk46OclfmEyrBTUqX+f4LyNzX6NQ3Y5JrPSUkxmfVzVofL+Z72h2GFh4gcmSOgF8twcBhA9YXKUcz2D42Z6dLMw7dvAmnQv5GSCnWXoCPZIjAj3ZA192ypoo/XCMGVf291VZWmtjkfuXTVPwQ4cLaiRq51grkhTEdLjc57wSig0uwYmwOr+hE1Z8L0yJLBotw6hywCdkwxYdgxR0QYS+DhfvEax6TsFb+lpFbNYyN68MFplpNzh0sjevj312NUhtbKLgYhPUbBVgvAO8Z++L087ytmsuPyUr2xFAnMKOA/px68bazCpg3q7JQz7rqxQ4a2so7+q3yS1PZMhml/IRqHm+h21TGv7Fkxl+NLU5Vz0G9kEnPbmNa5kJsPgDzRwW1sTMJ2xjwn71r9NDQ8Wuc0U/bjl5t2X7dhkYo7hRESOmtByOLdHfGnhepLrFNX0JGiJ19RnCskQ1vvAAxawjutyUSnkhqUpdRJolkyCWH+/bqGlZ9BT0s4AKRUN4PrdQ5c/RtFOiFp7/jVE6q/HXdXTFfIFpDKpXStOsXyuh2qzY5RmM8Et0fUvYTJqxRcpiqPzjq0bxBfODo840VjI1v3LBGO7sYLYyYUHrlr6lyHYgM+3G/dzZWj3lg0VSqk29MkQrjgYRZAKKILgEQanYdIVX10UDj+Hqcn4geGJDHr05Ch11n6h7gBsLGxPEEiDHiarhRgxlVmkjM3rD9O+6p95swaTY99wPwa9jEErK3y1/KrUBKtYD8KMxD7QF2/6ZGhyyBwhWoq0frrBHZ9UFY/ZS5gEkemOeYXlp+wKjHS1cTUi8ce2mainfDPW1GcIIHkCH0i+Rdd+jKfW+Uk8uM9Hy97MAK5MZ3lBnR27D0hz4lPSElABaDSnzwUIoou2zKGvK1l5HQNrKgbtpvMCoOTttmKs9tGAN3hjJOyiCcPizZaG+FmJxQUrN+R8PyB2l4IcoilhtvkBRLhTpCAhorj11i6B+5RmxCZH2l80jmvMOfd+9DNX18PZKhVDcbs2WDEd9q9hXUywqNwXzoN4Z3gvbXJUC6o2MACLmXppMWoGbVeviEFXN4DLnPALRUeQguwbiX7iq+8YVyol9ef4c9YBT69lllJdXxWL7agkqp0dGZmmNW0DmW4dzKAq0Ou+d/cuM2iLS/PI3Jz6mbeSMmSLQEE+f4vkkYDQbSIT/HcV1rUmstQD+nCWicUT+I+jmr9V0SqO1z6bPYyy0HmPaCabXR6mifoTa2slJ1ktYvWIvRqsXTzb12JrAqJUeEvEr7Ghdio+igwrzUJeYbaQwg3LR0ChQvvSGjs5bsxtdX3HSSQ9L09bcOVhxQ3/HfY6/G7pZCUbRjJp3wH2lSh2VqHcwaUZClhxehKw7AJICWWGrahSdc/2nPp5o9hZUwmy3Uvv9I2Xzy8EyCnHaYK+DCRz2KSf9Hu6i0iUriVNYbMM/XU3WNNReKhceJgQpaCZqWEReZNvnI4LshVCMMTOzKXjmM3LaRnaAktqZeS4feENtXlz1q3UuOc+tq5yPqG92GUTbk6Khmvw4G7+VgjK9FHV1uV0O3FHtgzjGSuQvMhDjfserD+jeNB2hbRY9oWeaud1Na5CFJS5dIfsTWvqIGSbH0yzMDzDodcquYXBdwUXGuzT4jp52zA3wRywsT43P4dLoXg+SkUKudSPpVvyDOqZlximkNjdqHY4BuRFgejCywuoP5C8iVOh/WBrzSJ0b+MPRoEPTwyOtq4HXBKrF8Oz/17c9LX+5+y55W4+UymV59sde9g8AnWsoIsulK4za0knDod2oHDZDVbUbw3FMsMM6h/60aiGLm4iP9yXmMrGGz8HiZyirw8Ft1Q0qHMmqvWIIbTHFd8IlN5hvbAL3QykHR1xltH6O+Q0hBD5KgoUZClFp41Dn6J9ytfL2/oyU6eHx87sBO51G2IFiLSMkZ/sq+wgBLZFWAA7VEBriNwWR+D8xy8Rg3oj90y8UnH4O+PN64dyuZ2HmFpmvXT8IFsHS0b3cFi8nU9r+4tj0MlixqdfI68Fp5HTd716drreSl9NdJ7KJHU2wCtXz6Y7rtjmjKjP6VUMzyrjniA3nyxDWldKdXf9slVlEaBx93xBoDB5kMw95bomPz9SJkoI1UkHjvmJLU+Tnj9/su2aRNaNpAJtB9jyjOdCz9zWPKcHAfkZxj4KwyG/PBl6JU2Y7kbi8tcls1j/J8AMDsmH8ZyMrY4vYvmw8tsFwQ/JBxpuBRYbGJ+gGw9mKRP+HFoZ1wYqAA+R35OnNJFL4z64u6rF6G7EgNMexfu6P/mlx5NKgqEYRQoc+PP6bmPiFYrE67Ym9LkIcYqJEYoUytrQ654SSXIeRb5y/boHrkWN/HsjGHqgWYtZJV+Qq3O54rT+wnzsmydR/9VDkKaVjNLjH9HT0C6BkafZf40utBXMyU64aIg2YUkdnM7n/ggQc5JJ8/o1qESTq12P0U+LdM8IcfqYg91LM/hk0sgoOik65Yj7DQRXI9YRSioXGZaEDeLDz1pZSOfJf21jxyLj7pKXEV5fX9ZrLC+2cKrF7/zcRYlYDKZhvcI0K6mOfM9jjEHwgSIhxTN0fcwOaxmr2HyINj74ZFC58T8XuxEs4p5r73svxPIJFEarASjhgQrxg22Wr6z+rjbuJqF4sc63MHRlW0kKMDB+zd+xPjSpkPBZxllgbbwQo/Ga/dMXoKl42XgzmmZQiT59s41onxLGEs7Zjwv/6FwB3EWDTNt5iKzydY8ggGQRLrAEEnkoyPkUg0UWgICzkpp+8Z6zWcl+hCmm3lLSQwzWrTD/zJyc01ukSBGyNoa6AXfxtEQD66Qktb2c6gyyrMBvvsAHOAEThJJlwC1w1Y7oas3jF1hZi3qq84Vwe06qks+CbbAhb2XFUCjyJYOUoW4gShrxMqaBxFZGseO/z+/QbmOqPfGc02S26DCNrvDo/MgeNSCRNepZVK7YM+QSFc0ZC02SX1kp2B8erLGf9T4nDI2RnB168aOYLBLVGLWWyr++dv6EuR0i9onx9XFzwplBzfEE7ALfwvR2o8HBG6zEko3kKZLnEUv21B3pnAEGn9ieMq6dYPJIFTG1UU/z8SIRdj3SBCVadX0pFIjxGfgrbHW5XNTnjl0m+nURcKhqggqHhdkYNq2FGsf4NpaqHAlRiNz4+XyewFpUNGCNM3oYUziKorsmZGpbQo6EQoWOy71EIFRzFcOl1Nl/wHeTkdxNAHSVjwGOcg/RIwJdjpo63makqpNfyAr1Y2yPT5Qag+n1sBnlMPFF0377/mJ4vmOMg0EGM4TL9bWNkhqLPuFbf2xFqWzzf8xSdi6z13++6F22zG8yKIZOP5k6IvV7yAvrD4i02Dq31cvyyEs/iZDJ+u5HnfZELiOfsGUXOGqOzuOyMDZqssIbdYMKsQ79Gls1vXY+/0GfaRrd32Jt9z6aBPrc6IfRL9hueE8EY5sU3WOrwS/00R1jjE8KMGzGTtluhKmczNzVtwu+YFzaFyiIhFWZAb3P9brmZrKx7POkCfuZzc3QNn2uFrZHFaW4+w20n+U+xMxmUTi05KKDCS1uT1knDI6QoltGjiYl7QN0hnIIiNf6W66QaJgsu1Kfdv6yZPomr+7orLKXPmOzKQ/dkSTgMWpeoxm1QAzwVeMlBN/1lAgSahbVx0BnKw7SOeu1d4ZtqKzlzjudRspiNJbd/Ed+DPnApWxR4G8Tgjmpzs3VAYiDxw8A7am497d0HPZfq030XKqySbMw6AJrlbE5xCaGRmrmGtwYVvO2tW8SDSou5KZSZ/Zy8gtfYUYfqPDZOxh++i0/tcXJfoMvyUIjxbaPamFRjaKY4qjsKycMEfQXi6Ea53ta3vJWhrl28JURXAYHCBV3S/zU5UN/zbtu7Jmo1OcBjaHK8d1GlwxSfiGsxLHqtzrqwWEO2jTyq1ND6tUSGX3doDU4uaDmw6wYODokZrzcReKqgKLRvXNA30pislr+roeJNIwLwRm+Lb9bbWU7jvw2rrLiciQ1h0yFu8zU66TUknManNCDyBL81fVMtguq21fyLvzFBg/WNlVcHPRNsLvANysxFgOx3fdo0W1xMOze1bX2ajnUcn9eAzZWdOMmNdu2YDaqda9un0cGqstPGmI6K/VoWC7GuZWkKWXY7r3R308nH/eU38bKYWvEaWiKHmptEfUDHlZLNtqHawNzSPOo2Ijej4ts5rnRtCvff2HhHqlqiUl3exJsnVdUroGvy3WEyUqWapQAsFcLnHORsg9AwFQEqxtgP3k6htfPciBiGb58iBc7Oq1H5WB/oomLGgBFGIUiKDILDg4RcGm488txbO43EmR8++8Bw25iqKdO7JU6owH+1amYgBHJ9QgoJk2zPv+tAPsxpn1PXYqTu2yJ4uJDcdl56TcVQySs8YKIahQ869HiWgOrdgA3Mflwu7g2DCeO+3BAD7abS+mFYB1XVbbXVa23st/kR+CUIvg15gSW/PqSLgHljxRLkVc18U42Y9hRKTHSQfli3MmUto5XXJsyogl7LhJCNgm3CE5zPJsRcskYtQkD0yLcnI8u63RrbspnaHinNBAOqsPBE+prXKu57wmxgrty7chW80SA9JQ13IZ0hRu+U3Oen73vprDifIoKbks5XCa5iF25TECTYvnbfoLf7B+9C9VlcEJ/RFpvaaQjdxTszpG77P6KXkVvk+oXbMxOaFF9eQwALlrc+7ITfHTs9R4SXcJYbDC0WBxXfLpYr6jtkimEezaXmzTtvhtZk8ZGaZW9lsdHBZOQTi9F494NrV8mP3gI7FyHDLLcg2qGEIIl24VQSkckL/OQ96Fa2Wou/+AK4q2EU6JU/P6mxmUo4uikOYNU0RJbJMGpEUM2hlBsegbw63FcV2ODdB/hIm/dpgT9/ZsuyxBr02aKe1ZhQkuIKnqDmzQVwK82h2oYE1nFHf+I9XyGo3D11Eksu42ZPxa1wKgjsCU0xk3deJIvbWFlJ6+bXtGVnb/yOVacvmh0/lEgxA+kDWiw1k7i7e3KjFVTP27B1HxuBmGx4umAC0HIptdPfT+xwXv1zl0kVSt+p2UKCpfwV7gsf1iMv4gWMjwyRMuYAmct7PlD0iYqzJRP4MsTCNVUChEBobYWnMNv0PHnpN9Rl8aiWWp2Gyk+fss7YqL8KH/laJGYjlChwyZw68/PsU7Xgn1fDSxfC1Wmo0/pgRvm+ZZoWnkPaTm+xUtWs4I6RaZBK/1t2i2iUgVdqXVxN/cs6FqqsMr0eMKeGv7yj+Lp1p11E/uyissgVw0t8EClti+/YM/LwIJVshRgVa9UMuR2UKZUXKwcKOa0wlyOj5wcUDYi5WVMeS3Be5pjLFRQ7HxdP+5lFGw0G4/kjvN+eGTDkTEeEFw0WTR3U0JrE7cTp363OqKb0m8OER2noyftKufjLldSSJ/hVUGeGDBW/zoPOvBawNAH++dutQFE0LIDyqU7p8EIUnLZ8IilOK7BoCmoE9TRTgXyH9lhJj+RKtXw3Xty1U6g+1G6R5+jDvO6hB853oNYP6c9Pec7mhUdIjVnbTnDY5Fij+87wXzUPowJgDTVE1Fw8GfMwR7oX2iPMc8CcWEd5+5AnQUzjbQk/idACaOftWkg3QyF3ySqVw6EDm1xLywwP7RxtnSMOMHM65Y89sm5k9lOREV54qZG2B1TbJdIzBM+Q77s3WDmYyh1qBGtoFKLWZedygdreAKRFw0dANkFTM09AnYG/ZrNHQwnk7awo1Tk5/hHNn3B30l4oVoCPrDP1l+tV0J1Q4qx6ozkkjfhPqNVW4AEcj/Sq4W9O0jn6/onrMnFu9XFW1WVOYNAzCbYGS10pdiih2BdXhjFnyf/2WR1BdTMIV9B7Poa99pXHAewFDmrnenpvBxbWNvmVgdIpnM3hN4lOPUtFIUOkiFDSSNie9xz9BK9LgnnGrKlcYzj3C5mWVLBoIJy8GoOcMC5MGsLHoFzsTpQe5nwYefDSInkUTrdzuOH/i3o0gjiYL31nykgUzRNYDEMitUXfvWcm5nesJPJwE9HKBGiPup9LIVQN/ObX/rloSmV6SUDtUHOglfYVE71z6yVJ7nC+8XVis6/yqxTWXzsmJaCz6veSo2QwXXuIpJL8pA7spof4lTJ4jUi5YQI1ekm68t6zws1NOtuw9SFQt29bidXbltehoGuRXL/ZNvby7tGKnhlxsHIQi18gnLcZ0gONJTlK7PXeS5tbNk31e5CxURp1iyGwaJDlE7dZtJxIEhA1ja2N8cYq0/1EdBer7HlEAl3n6lY1LVtkdptvwDgh1xIWrCcJVlN0qyx00VuAhDs7dRSoYjoRDWiKZWH7YKQDa58EaSHPKvAwAoLCf8NWG1DTittcWe2tjGrlAtH8Ghahdhc5DRjk+8WnghmC1mD51h+qf7rOEV89OqP9J+CAAtgBRccL7lOXH7rwsTcEU9BlbOxZXmASnvV6vafRy/Kb0DgmYS/Njkg5iCOf2O50iWlp0ultJiADVNm9N/e72eizPmXAUxtd4old4NwS28p9PxX/8MiM0DR2h4WPVIrv85R9kqAglzHuSQ7KqzCAi3mdqrA8ubKM3VlJ2hL0Ea9ZmCEhVAiksmxd7yYYXmjNaebwq0xp7rRWVv8uexhYPPN1TN3dhJxkV2qVAJuRjy28b/xTSfclWuMDGEQN49nFEucyaeb6uRo/TaZhCnNp55SWyFo1/xpGEm/WkddpjAqa+sywid9v0j2781RMGLHEhUCxB0mbzY7hPEaEUlV054C2clO0Q+Kn06HVQwcJHJp3bWoDkn/3QFuxpGu3l6xPSrskqAqC9iIG1HiwAZApm9YWJzC4+MdfE/jawIOFbR/lOxLXJ2iPPcM7g4TIR1x0t2v/RljAP5vAEBPPp7pbK5K45iIzxEQQWESQL312VqqKNs5tl3didm1LXp6wJWZCNK11fdiySvfD0JHxs7dKCKY+8zglwzDTY25dEoO/fkGr69aCNZmKrdlbRKy3Ty+2k4GXgMkZAbB8G2KEEZwCdai1sRf9Vazk2DE2tI1sSPRs3oTLBYH5HTm8D/nEnROed/myZzzKjwXmYCLzV7syIdr2ZLtzNOILi946PWacbduzDXgeOkLpALKjXO3G9KoRcKbyl1g1VAjlDy0fuuwJQpG1ncSnFyoMPf1RmIRwsEJhIzklcWkC0Lw6b0ZcAQgecreX14SgRVuLGNMQQ3ZS8mnJV4wHSPhxFTUQlsozCOD1MhPvG6U9WuPusHw7bdlnlPQ/Fb1JWTJ3jMDMhj7tdOvfOYLWWLPAn0Mgvo4XThcBpr3XFD9PiFyXmU6PTvh0s7NbLEZ5XX/D69hVB25GFvdqfIom7v3kXYmbYGh/AprCO4s3BgY3y5h5hyvQwvz63pgQDd0EZMmIGrvqF9UQFgxkI+Lnhb28UP8ba5Wp+z9tgX0Cj/DJAWkn5l0rmAPriLIJ0u21kBhV03OTuKpg0T7CZV6mPrw2Dzke2+VR/cr21//cAdmw6/tvrdoc5EzerajirsnDVvGy/LoFmre3RfOfK3dUkespDip0RA0Yoh4OFAE1uXFSlA2rzmgloBq/xPrXdoP6FUYg1uByZgDUmWML2nMH5KbGYFsil+Y60PpnyIAvavAYL0b52CE9TH3RUdJFdHtru9c0F/WsDcT7vS2DtoL08NR98RgI7TQoVDG0uDgd87t72yrk/xNaqizyoniuIbX/8WQms5tDsaCaL+yWzfIEKon2q3DnNnyRPYR6lfwfZgQEi/mHDtRynGmGWFUlOlxcgWrh5/zXn6/fsz6XiwOHKryZdUspXhoSbbyEfcXmjZDXnmP7GUdrXevavd6bVkH6ALS1o+9fkF5EgiUq5TLDXo8d6hddCnG2E5ih+G6tM9VCG2G3WmKGllhI8gIkhy1LInaR3UG1553SIyYA+0478uqyNJrJcri3LNsbB7k2G3FE3y9x6wjB6N+OALADnPkajqHz54ehWn7oPIK6rIFINqX71Y9CVjYCTRYmxvEnre7eCNbVI/7f4nCw+zuCah4zYZH34QKo39aojphlVWZwMEUHUdmkB0CbZp7CEjhmqomBEaGdVPR/q+Zdohw/Og0CzMCYvKVwFFFsNoi+SbAra+5rVhg4RccygxiTx6/laBCL5AdD2zooh+dKFrMcWhFqit1r0O5BSLE9/73ynvbbSVoH8mW3EPvrH4LPfxaCccr9CilW3P2ojIUhbPhIlLSgDav1OeAbjDgzwkiIfUhS+0PCOO+0ZVChsUVD1QSe8LCQGspXdFSnX4tDxdZb4U1TBjlwtWwZVr0AX0E/AQuVsU9cpE+37VUKQ41IgAo99gf0rw36GmYqlrUAkwrsbsk/n5FnOTV0X2PACT3ZQWYBh4654f4/XXhQiFa4uDtlXTLMLq8pIsI01zrh5JsGxrqS4XC4vFGDk8y9FGfjCvm9fI8Itij7tNfvsQdFNHnQ/MBH8SCgkg3yx+Rbpbv8/agJXxSyXfgJGgwRfvHLsEeedpGBPwhii84ZcMnYYYmEUrFbhnR0qnzP3dgDF9+qTX0/QRHrIumyzC9HM7jVcxQqNFK8MIj85G7COuJC2ntnnRS/lcan0vMjNJ05uUo7qzh85G/I2lravZPQ2ZPEm3bx4BrRHK9IM0ngXadj+IUKxC4hCKSRZg//TTZbg5HvptXJFSfx2JMSk3KpaOId3MZrODQEZkO+Q1Y6w6F/9xqe5TyIJyAjCRGIgySPxtnpLKAO0f0H9KxbbxgiN1NLk0U1f4KIwUuwsU1xv3mjbmrurQkPlbCV8guG7+tHQshq7oOBbQXZwcRpemqCm/KyrB5bL/r/N5jOa2H6gNbDoogkYrCw919ZDU20W9OIs5UK0zIcslpGFRKBIIrBEzkpq/wrKafG57ruo8/+/LXoLaH3I0D/o97rZ/mKLxa4fY/PRuQwg7YuGgZhjT8ek8nl3PrEZFvT+MV/itMnbricYk8IgtX9t7uX564dWHqZF0drkJ8PpY8MdpZqHdeTjXNhR4Q8rLUKmoQtlG1AsCSNIiwMPFxQnS/7hlypJQZAUlBEMquuBTREW8XuqnevtwCxBnza/ZRM3Nm2eh0W6lRJiB/xciJFji+0T2j/LlhGdrug6d7sYyvAmQQjct+54It9eR7d3/B4Po2uRuiUrINPB2C4TxVYTDPhY11lZc5bgOIUA/VCcltnc0NGx7azo90Z6dxRK+sneM+YFHMvC0HjnTpMIYuNlV2oNgfYucw0+GiCQNg7w7Mh4XJeD7i5IaMk2uT2Ecl8qeE70Vd6Rt5DtRxwlOvF0YeUBi9c1jo3jmQJc4M2k0R/PdGOG5FljyO/SkVSOfwcW5/0pYpp7hPMR28qyOxXYDJssmJ/FrOLPqy1l/L1eWbrDzMyKzqxPx4G/30Jp0FOZ4I/RsB3Ea3eZXLTkluK3T+vSYHMrhv979cxv+SUPHGG3wxny0VgLFxr2qv0em2xg9gn6b74X+IAduY/xH6F0dCYCWLsVsRraoUr/Zh+jX1sEEyxtwE4UYIKlCW2ii1R5saf9Rk9CNVFCvIqmYmbW7+fMF9rK5zuVzNY6xm8+7gqXzsIoxbgbCzvJ3STf8+2c8elcXL51K5KYarRo7GaOgqOZZKdtxhXXXeL6y7K3DEK6iuNosbhi2Gr3MkodW3ltRfPPTfiXds6M9xl50/g9kHMSJ69sKR00+0l8AefBgQ1puJNLMx5c1vxog/b4cgyLYOq1GOJV0U8zgAqeS69cy9grG2YT6rpaZhyxdjkyFykds3XDVi4jiuXOuH1S6aLRBzRTWEvmRn2ZEDI8rZbgE5TZ/5nM2G1VrL2kBk2KOVKy6jxwPfrgfkoWB/ndxQmFm4tNuY/96y9fGYHrIXASn0Rn6odFIvMK2iX2IjfsKGmIFFqrAgJ1O/QJyMHxq5gb8/kKBdHiQBKaJ/LO9o3IBSVtVSX0pzrPluqjHXd75cm+tynBKr/Ua107dZichu/8LV3BlFCH4q4bKNtB0JnqAo1I4LraG87KsyRNF+ELNT9Wq090sLbqA3dzXAeEY8ZChwEQPTt8n+BK3IFskXv/o5tmMzG72Sijdn4uu49g4zxcGG5Jl00O2w/BHa+gihSMEB/dB8j4Z9zgyq8sX/nKbIzIw8U4i1k+DRgDfyO4IOa3fpXSumz6MdaTJjTNrTh8IUzHpTRB04eKF7LY3v0LSFopOC4s9hUKfKHDJI2Cu8gGzHdiLWqV1ela6avBwpNFH48qidkzUpMyZU2MFGP6dvIQb1cD7pJlPw427C5kDE1tQdCHC6lwVeZC/occvHOQh8oyx1wxPMvo/R5LV4VhoRpGwg3DS6L4rPxoss2hcXeZ7h2EFNZv93xpE4BY+F9Z05GcGOi803lMwrO7lDz9aYhE77M0YIwjt4tq39cWAZqDhhdyTp2K4f04jvAG/nQZv1Ec43qCWX4Q7WlrcqvpQCsMggQomImfiBojeiyuXM/2QlLH/mzw3cVstL/0mYnx2R7nt+hsLRAJHkvx1iNotR4Mz1hLXY0dcYUDckk7cywNASY6B79Q7qWFY7p/Fh23XrD62/oDwwMwLg/tHGr8/S82bzrrzoYjgCb8XoFPQVeujTvYREmvvL/27rP2QJwVz5d4fz7/US4kMzqnjI1zndCN2zoKawhJVijnjPlCBVz4F9iLQjl7xrzQY9K7GpIXDbvQkI2vAJha/HdAGmWgTBaa0qSANNWwwyVdwiCq0PH3HW8IHTw8j+6SHHtGvmQXlOdqMryxmb0GBkUdIe2lafhgoEi8RLkuRJtUtl/GOAHQD0ulY5z1aAoPvjWQnuz3IVWCu8Gg1kNcAhzBvp6so8PmhCY9NkuO5b2m3etgnLIPgpivwpbTzfpr0fyAGou6biN9KzKSdlFzkCjsqBf3hnspc9QT7O4srxP++516HCeoDEcxx29juDVCsTBxCe0LXON1TaqnM4S6c8PU6j9C9JEV7XyN36nWTpGVbZACO7HLy4iLYeu3M++2bO7MlkS6Qvbcy5pL7abjoVXflbXIVNDQw+yhVPnwxCk0nY6BeMTBlrqNmcdNCzqSIl1y0+BYn5+Qqtdoqnf8mMysiGMiZwXipdt+H3lgW8OiBxNNJ0DUyjNmxZsnMngqH/gMIsQQZ53hIy06rs+bsm/qXP1LwgEe6DxWWTBlw6NnAG4q9wvYoBl2AWd6hkQgk9/nCAczgC7FE/T4VaiOe3OLI+GxS8eEFcAMiy/8Kwe7adQhSo2WLMnsME9jlzrO1RWvDLQjP8Up0qIr9N+k81LgGyl0966vQvjywYkT4X1qL99W4wi7jdo3Gzy5E+QhRp+5qPHEf2haiM+2HOdalACYSzEi/M9KkK8+a4m52LbJOIxPtQGE6oXHf6QvZbBah+nZ3tu2iWCBgnH9XcZKGY15zHl6FhknnLGXudW6J7iFAOWd9mQBiZ9UH3EknyHfVY2ML90MKmDtG5h1DyHxRMct03wPNtjbD/nOjWzrS0Nq4mYPXkxB2qbExRSjbudqr3trmbFo8D95NqeKsX/tml/OeuZb0/w3J6pYiX626QVR8rE8vdL9ILLX2moy2hIUExrpj66XJs87GayQtAEYkcCcxR6wNp1+HxpKNQT5qWQ8QmHuQGaAzuX3Hggf1cLUmFhrMN8fVfA+XlDoAXL5ZMfP53uvnTDAXnsXFvgEpaVSJVH0Il6m5fKRSysZywRvpGjb+N89R/SGwVlcEuGdSZMyrnQnOe7cgyrDat7l8YfFbsSGJglxLdx4s3Ll55Gs9hcB3bUX+7LKWyJR1n46ntf4/+sb2DcYtn7wuu1rC+elvfW7Se8weVjy9ygFWjWmnsQOoPweGrJXNndQEaTWR9+eEsfCAKyM2mAbZHi5GM2S3BFdbs85GoAlzgWLjjCVuE5/j+sS70rqN/zqFOLPNbYeQ7L487EcsaUG1knKiSGir2Yz6V6Qq5loF+9+cjU+yZ1IwaHo1/W+4CpPrICjjUOTIv7CrxRQH7EXPuvnh5U8AGCRlh0WQeKtHfiwTS0Ku1T791hWxeGDeLy6PqUdwoPf/L2JSDbC/7LbzqoggbqM5BfA8ZGTPM2CdMb0EBi7ZRTHPbID9MiUdwluQWJz/z5hbxP/h26JnN+T/6Bsb67N2PVnxKq3aROscYMBlveuAQp4dmkHL21kV4rKYfv6h9An7kShc09js4SM6aMqTF9UAV2/Upqlj2S/biw0vG7ua6mTjL62PVVzRmj95A9kxUl1aqZYBB5wx+1jp6rdNmd4gElIPXa8kL6it5sREi7AvYlJ9PydPXqaUs1pltxrRlW2DNJajmPeaPuwTD2m4QlFas/VRNzFilLekJ486Nf710hB2DA3+TEpcT/rx7VqNkzM2Mr0eXmobVxM5U8baZVL7tYN1lzqstKUwRYtLc9uP2Bt2Wxbwz5aejU9Skk04XBlFK633SrOc85SS3VxM2evMsvNhPG+9zdoaFBKnXBrlsrVjcCmPfU5ArwZVCRIBqsPRAW+2VNUM6Twgpuxh8DA1M3waveq6P3GIOLLapdLLuLjilbqMC9VGWj2d/BGx4SEDsLXSsT0yMAk9gHdg71c0qlO2RBxrc1flSxjJm+sM6jUNDbfv0f2GeWiKDJ+YwAJWHCYLZ5bbwUmXaJK++wF0pMuM7ao66YS5S/h6rqX51CODcfsF/tTAWrk5lH2Ii1BIhHyR4rykaIxGkPMqqJivyhD5nnEoarqJvN4DwFdZYZFXLvnIUQFvmLbLnTwCgxyLZm2GibSIJNNiWWnr1QMbHENWoUMV192Ie3xWiK8jJ41EXYTac3moAj8rj3wiSQXrlqY3qxAQlBV2wa1wh0BwtubDwwG+rFbV3DsyXZKGH39pcWpUOmcQwB4I7lGr2vNNLKVAGVkheafeDHrWSHCE5GZgPDpVhSQhtNd/gFStYeszACnlxlC9WIkqhqFI1qtcy81ZI6NjKqqVoZTsm8mUUlUaec9S1GEB/4R1yx3KnEHmwz3ROyOXD6jyb324psHiaKNNjzrwUJhp4mkJr17N6/I0ec2cyKz9W6pe4UnwSocXpMJjIbi9qVANZ57ZYWfM5oY4xsucWRNQDEDTjKkq080ANm6pdnq9a3q6JABqe4CMCMeEjb3Z7xocW6tWlAgIT4rLYrHMIZTxugdwa+x2sUAXbj2W1DrYkjwYyn+G6S729oEEqpvBnpZyDwerC9YcOGLqqDdVTRtpDu+TxJuwNyzcPFVwknkbu3QRD4ouZ92jsIPYygcy4lC7ngQlLdKyXVcalpPOi9679yS6c8EtlywFy/IgaTSNI1XCGsy2ggZfD30DSDI4VchYjdk/CsECZ7rjPHYqWx0Ks9ELpgvuRxZXryD5iF3hMq6Afovs2/UgclHdwKxX3hTa1kxlkKZeeFqSYmbdBE5g7zHOlREOol52CyI+UIqLotlMTRAxjhW43ZcMrmFfovMOxBHBLQ6PDv+4DzjDz7JsgzynNIwFZN+vknIX/ko5nimm2xFfVTHINe+bB6CDrt0apQzlt6UUeYsl+zvR+0H9i7yvDrOhuCQiPTgWkBGLvfm/leCgmQrmW+70XIMIc/TgUKXkF6rVdWudkpc0XaT3XUxa9xXPxPvDPPgBkHhPPoAsoGcnMq49RqHnpFhu/ALGYquVe8NZ6FVDJ2p67lbwtrLVfEwfjuzDWnth/uKTsOHAlIOF+qSXIFOWyYVy9JexlT/K1Shre7e+g2FMLdMoAr2FuvS+2q3wC2C6M2QiAyWbMU7lZjUQl0g9QBMMdu/zCoGrljXNiPm9LkaZapwxas02oXBGbdslvYq0B7CAsbPobe/HhipoRNHClWKO16MIkElaYn+ftumuOYlJjG2+yyQ8Rhz0QCuUaWZS2XgXnGBeBlYgG0Wjl9Eh6Zm78MG7cGQ0Lkcuphk+5tGYD71FJdebUO/JWV6TOPfAwATPmbPdPPUSzTeW6eMWEmxz4hQPwmnMH3s4ab40Nb/p3uZ2kxts+8TuP83LKOveqnwYWD3FqZc9Y8BO0m/0pfxC0ilHNhm0vOcsiF6O85xIzKEoRW+pYFJSh8RRIuZfagDtA6trE4z+8EfzE+N41CFTspGDz7APF6fCreaZYbTQsYpXli7L7vWdguQlnJexBUwZNCfg6JnzGtbHFOR/wlsYGnVcPaQIAlO7TaakLNacSKmfSc/wFwihXC9tUJLl7kp4ESwcKwWikOFraH310JBELleeDvhQIDijVO2f25EYowZsOt08GCZCfS3XMnPREacR+thtj1sQbJJj226qbhYaMBaebu0lXTPa5dajpAz+0RWePZuty4G5OS4QYvOjtCHZfltglXjMhzMugCGHVbixbhrUttiGChhAH37XpW/MH9FF5t1h7RPoAq3rwwwOrq2Qsz3/L3VuvXMZqU0hScJDyy0etflKzbb3ypo6G1LSbrZx9pJmmYTV4zknuKivUhY0dU4U1nQbrdm6hDCNIGsSHkFcJkcUypx3gzx8iJE7jv4wIe8vFT0XetbQqJ66MrqPwoYTkRbCaLWCuTo/fNYRwbBzT1/MwxruyzkGi/IS/1fzRF1/4c9gW8mJ5W/kGcW86RAru4A4OMHBV7HKdxO2MkFsiDrJ4joXqBPz7EE2Z3GQ+FcMuuOzle3HnuMKSZRAQANafR/ptp898GIgIpBwtU6bZh3kgecaugIB9ZdxiCZBscJ93mZp1oR4/5C6rQVUC57Lc+wYikuh78q8TXxMzD8ZveLQerkzk8uD+IONobRXWvKOpClkZAcLUoRODRFBO9EQUQHXEtXSplwpMsjnX6LGw1oeWh/d0Vjg2KUvNcnLIeevj/MTO/mFJLhe5TcGOL36NQlI8laMkq/tFKbnw7i9ZqFJjZdjjd9r1Pw4Kos7z5fjNU2J7Qw/WqIQfmi7z1D68XNO/t9o8VeSzerjZy20eiVOXqcN7GVu6jNPh8j2y/QNOcNCGvsbE+oeRTBevFTXprK05ZLOLzV4B6JJMbDBoz/MLFjC46UDIerbVsnen7YpluBGEM8MgBMGO5aiPFOwiFRg4a9+fgI1TeSnLZ3gmhEv7Q+wJp73wk9b2rm9lZLpWZDGynbc/dS0VganvPnkWBZHQWvSNhE61ktm8JYcaUhvwXg/lUmck8yy+pHkmEU+FVldAFPWILacEvms6CI/Vf512mOzTAYGX4vZwAJCtgWndP6DvoBh1xwtNMwf1k0H8NoJ8XxcdKHRYLc21bSKRFPHRp/ExQgFpnQN+7yQ3A2SCb4UPN+OWB/I9UDEYv/XGm1y7YvIe7ZsgKDLC6eGxwF+VAdS0/iiTidVi8fKX9QAe8CQN9GapUv1p62Ni8U6E5agqNIWhuV4sYHJaDjfEjgsTsjBDhk5tmY8x4+bXkEAPW/xJt/Q4t5AXCFonGKnzE+owtw+KEVb831UvWuM7E9SK56jMSvJjtKMDUEWqOxujPbCgF6v0ANSAvIvn2wBDhPmRtH8zSkZbjxgTMgCIg2rl99IA70r9Lm9r8bF0X1QZwDvJrdvW6GFTwb+0mq5isAqzSy2tyLd8oPc+cL7vFRHf5mrERtIyB3vhO0K3rtSuvQCPQZcX00lkz+3V5WvkoSdRDDDmMGBv54UbhXvPys6r57n6PLxKWxwe7eTo9guaCwOLM/z9FnrCB3+v3xA7i08nvhaeGJCvk5QwyalomeXlDau3GHFaT6dtUKBMGXUczQu0HVevVFAmsjqHT+6/XsVUnJYG1Kf0OvMk1F3pJJmrFnQIjXEBPsNRxKFaph+x6J8HYsQ535+GVqYemdAwvfwoCzpg1VqykoGyTsVeuNQiPer5IpP+a3pnDBqM3uzIchbLkpmJuoN52Mz67SFelKot3wYUVpnDlQT/VHiy1cFvM9Xn+a2v+g89u6tjjnwwenpOqUQygAerj4URDzN5FsRw7X6Y2CR6ON1wrzXxBq0zQvFohf8gbKqQY27JYxGLCdA7J+sM96VIZOVFgFNkm+JUfmBxmgGLfrVuyHvcZYV59dxlVzkCr/MiWX2FxSWdAW327trKvr6yc/pm9MZXLUJtqRvtxnnzziO4QRd7w42cuT+gskboMRmCWHa8lHj0qssJIyi432xTTRX4sarAjA3GR9xRo3RP4XwdDNigz7lVMlFOlVx5NTxkYRntiEHAl4bIBnd2h/R/I55IU9kTadczBPFI26mF1MuM6FRHM23/5qqFwDlzrFSP3GTikFrgWlKEflNoWiEjmbgsjR/7toNNgVEU47w1qsk4L2sjboSCpBqp/9F52BLfEEREbk7D7uwQcTs5vgkp5VMZRRQjzS7ZrmaRqIzESwWH4A8wlHoITKNZgmDGJTgOnzyMErVyrOLG7SVHlClpzwKFwKv/Sad3WCn/jYYkWshcLltE6e0E4Wsh02Iu8nRnQZD5vL+gkszyApJVRFXrK+edVi+aa25WZAzYxuSUKsWfJolAdCheqXemmlEnuoV9YUoxDQnIphalohcABVyNiokET4vqFMRGueFB2xE7i8tXWE6BuAw4tGW6UvNu2KZV8wyqvDZkxlFLRHosRh+DScCSNc+VMsyzV1qqC8ERKTT8crEzw5NmftgofgDrF4KkMrv/YrMu1/+CxZ80FdODmM8vKN8EQdur3ua+qv98bXGbmws9GA1XOiSE2zIY+cXZ7/FwTHkvfoebDyLxp+GBU92ri7uIvLjvFfR0fIh/IY4aArgOLw2q6JtQNgrtNbXsMYQQHfPJ4Mh27YMpXM/7kRJ2R+ULmStkrFmCll9bLkNYYeZC5LlxvL8Tp/tti1YIAF9loVhMEazTapeWHvbG3KIJTl/cF3nQurQD8nTTbynH9K5qf3wAIHvDEJMZHbMh664eexNjVFsSXI2mjJDFe6ZRzzugH6QHd401OCCCQmN2z73YivksGd4K/sgtWDbLTlY2dlxbYymEX8KimQ2rg6cyaI750GEjn9IapZoA8KCeuk4dML3g0lW8O3hT6Zlt69bW7WCxwE0bnlWkJYQwTxOfWzCWvUP/X5AS657b2kFVTjDLWEEgICEdkLKS4uKfySsmC0bY0tF2o6pN2YUaxVtDWtP8XD3D/0nk/exHGkSZSDf6Yo8q7Rekoy2h8gWbyBZPl3JhXHMqPodQd9QUQZrIkY10cdRW2dNl7TaymJfIaLNKfX4pqz4dq/e98e9CGjq8kUH0Pr5VYm9SZ4q327CKnMsjXdBJXCmJBKP1tgiEackjp6Rm5qZoa/3qwT1AAfG0yEUtnleybPpY35zvMCQOHnb3dkjq7nS9/CvuxhM0LzbNtJskhqK3smsJidPPdumUQfzPs2gdAqFTzF2v6fZtlrPPWiP9VID6GUiZIc05fnTjqFKNKbWtRkBu0iJOkiknapFGxzLwjTiv+AUGbwAetF46He7+ptJ70MRTnyu9xMJOiiEamhvowzPx5lZs+84S6QvieIcbS9v95G4tICxdI+JeeaeZDWjZ8qxBDn1gRcFKUy2xjWC9LGKUOL6nlMjIQ9lZoLVcRObJT4AhGds7lX1AGSnunNYeepr72Vcd+t2Cvwx1/CGyAt5pnMWxzMw7roSTN/sfBgdVb+wQRS936rmDUeUj4PmoramKTNSaV+S+eRJ2Gor4MJ9OA7Ll1Xq1++TBbDCBGWCSsqzuav2VanfPX6V3SRag1PILQM8GCJU1LY5zjRUB4d8mc+kwTBLLTWY1k1UmuFSDHMiWIR/w9cY49l7oqH/6rOiLKx2q7kTsqP4w6VMVn0y5GQZW9j2ukCLwLD9xJvOBTh92f9V0fBPokH76wIrRpni87oR+/TRdvgoIj+PS7UsqMBFmiQ3zwN9VkdZvBj/71E/ZPKOxv5VIY/PDuYXoOpR+8bMLeo+dxmUTy6dzBWvvEoggLcySle+KswN8ozjJ0FH3e6B7nM0CXy1kcQgY9TI0J7KfaBQGy8uSB/yDI54rUw3QvlER3WJrMAx3igU9l9oJrxJQCizvXf1xJlPAcxpxR3mAzOiZCfgcsNWwM+Nx5k9S2skgqSnO9uq3HSGSnHbzncmataZlkqlFwvg/hN9zZRgbuAWttwQWsbtEFsp9W5oekJKqNGsQZ5h6FLti0z8DOG5DspS6GiBRZN0W21QsHimI+m/podJr0TP2l4lHIXhGjeCJDgjmHIXfGn3TcuKfe2GGffJEfVryypaTG6KMD5i/BdkAHMca9LsAjx5Jjzi4QtYTlXeRZlt6Mx+sNvG1QDILpvjL8TZNpRR/Xt36Sr77+88J1LtscQ5Bvk/Y0c8HwYfbCuKojSjepumLUqr0n3Ph5oWit3JnuCk6gMOhZN+gdOH5eVDZRrhOI6BTWDF58mdl5scdCKKy0dAqVpfHPRJcS5CMcFdzyfFXtk6QQ35y3OtXQuBOhchvD9Xy737b0ifQOtLSFLKs4K0h7gYMBK9duS6YgeKRraQLHGmzPDOwR3U3xpOnaR9lZ4rC/8fOOKyWwc3an3jJtsOXgtJwD8ufzyk+RCI6Sq7AlPXn1bCsOMbTtQLLkIEsh7qxgEJ9gSaGPceXkJA/gy/YN/aLAjts0MMjvPESlFlEh37H02elvL5QrKFeBmkS8n/LliqI5pqQzM/Bu+kV2+1eJW6PWOJFrFCXY9boCJy5S8sC8sqM8plFEOAlqy5cZeO7p6PYZ6mymKHUxmSzlYjO87fuHnmJNLSL04kIow+6++CjXSEfPK7ssNEy0wYSobX6PitaIPZVk8tJlOvxuyZzPWotVVhym9abpM+pyP6VWGRVvVh4z24mC1sUA0Y5Pf9GUB5OvpsYB/56jDW5y4vba9PLVqpiKR1gN5qEUXK52VK5PndR5jDAAgid9zH+0DL6rN/W+/I+ztN8g1MNXixEhu6Pcgf9Gbf0A84dGlqbWj/IqwvZ0dOow3z13u1ByUm/wDYhHdZ18xUs0x+SFCeCX7VsgMP9cQC9t1AtQpHfVxGTAvnJsCtxXuw8azAzpq7YB2+Y2Qni+xrYzjvMc9y9tD1WkRTjlX42yBqUZd5y2/N0fCeEF2mHiW1WQtZIyqwTgJLpQ+k1h0A5mLK/hXa0J5cnCKlv0w6aesWSClPsUSmON/C4PBIYgmGHA95ClTa6vXMDwfg0/NjYuekMDFq6/Kdq06hh2WjUvc3OtCVdZg6oD9uTWlGZqY3nTfQSgtjzNOxZdNxApzFt7p8dXMtBs3k0W7WyL+TwzGpiJYAPx85xMVfq9MU6ilQrxvIq9NyGeqRo0rxiUIt/dFJpVUe7bYX+7pErcqDBBh2vaQyv+s+nHsq8FM3LVkga3Sk/zfG8JzUz+oRE1oUv9uiT365EvLdzGr0uvKnDYFlYAl8l4XolHN97pGHhh1kmRYUdFU8NOsAqaYV4bdRbtbMW02ouP+9FRn6S8VS9e+LWU1exizaxBqeTzwkNjfyWMXA4bbsG91O/p3zrtHNOSuj6yv1sVl9NT0oX1KbEvcbVORjqlGOLqwCGwcWlxgIgb3uUxF9QeeGjT+vmUYxawFxWaE6mPnQQLMv0zhksIbMUH6gJGuOARsTFlozfJdh1S0+INtfzs/Sdsl2zEj2XJCvtX5/W1r1Y4nu9nlCJrjQsX93pcETAf05027z6ZYC2dKFYxvhxOE+/Uh3J8vZ2WA3Klt0SFvdfl0iA10GI2WIVQN26WPZLaSdLRHkMpuqpqv9oa4EG+DeqB1uXLFD/GRtxz+bC/QZZMZbGrwQcOnRmCTEGv/tkvT3PGdAFh/DGHDDb4hNAEtJA8we2oZz0SGHkv/7Zi9aPbsigO9Bve6AuxXf8bTYQT8hhUDEsnTqTddWBS+BT7UR/Kso2yfVyp5mLTWZTWG6A8A13cXtsreyRYRL8xGYxFbpeEJVcdbc0LJ7xFFfg2uDtsLM9NbYLaiQUY6IhlOHCtGtWV/6kICcTxhzLmSshXE4ap+/y9CXRZw1PdDP1JvdCxEgIGEgQoTmA72ukAxpmzw3hm7qpcGmvYuCB+72E7muUJJpvVpNrMDy/Gi2RGrXbiRiK+F9vepjnyd6E2gC2hdUiqcx53Kksi2UUV8mOOCbEIDeTt96raA8j6d9XRwhlpYHItm8+5fz5MtRdDrX8wf/jZMRysAlTIZr8bS/dRkbxaUwprdTWb97u8ckQLs3lrS5Y8YVnUUyTw/726XFMEKTA3mKE2gS9365x04iqji9yUw7y18q0z/H/HBOKNUuPkxSm6UMWVurNxO3vO7A/nIC2OpCuTwwzrc4t9IUA2qC8c7xAxHCL56DyLbbekJVLGYxRWDRgy8n2bslkzITLbx6ieXqQgK92mou1ezenydCepVbBiqQE00HLCPJbBE92PZLLY1i8IVXtOKof9BRJGzxDd9yTsOyPhrTztdTLm+01nn2fJQZGN3RXzyWNr8CqnytKCW63rbuGDS/X+c9kRTLOzGSwru7sQMoWRAKC8N/GUCX3eAlzg367T8oO3ybLBwWZgyJih+YVaTGCScajPFHLd2iWu+myHCN9V71V5K/E277Mtwu8WHQRwfMToBSEvO12ss8b64ZrMtmlZ2SG4Yp5hDClSlxCYkCWdii2uOM0laqrw3MSzrga7hLWiCycPfZrmYZURnlwuJNfTHoXWS0ei0T68/VNOzvWyI0eLIR0+A9xzXc2WK7jRieL/D53NKJeU9X5tepneQpqpAMJD2QB4X6T/P4rt6yUSX1nT1NwTRdtxiKVgk04+ul6rneGK0aVT8dF5WLr8wq9sQDnWoSbDoEuJYcH4p44tI/pjH6Fd+tURPvGDt//eJ/ko5UgTlyHcYOk67OSy0+zXMzYxQLVN6UiDF7AvivuIxD68xc3OuiO66jPt9HTA1nhCknq8rSkPQEbUIfvUu4QVbc0EIz4aSOkZpLEZ85WnUawKGiq3HC4j9kaTNsKj4QqsVUEkWwxz7MfsrAn0/kki1pGYePIEv+9ah0xUI9kJcJI7ECaHbssLKDcC3tl6nrBmt0dl3GgCU8AO+/6tXnAxDjqfotTNxRGE/mvFlBQpVFSn+SYebn5BAXbzbbMHY0p1nHYjfrjKaNtP8R+Q7969qHAhtAy1/uoa51EPxjwt3Zvw71OnOlQf0tF4gYy31RosgtaZlTUHKq3uNU5ppzpmSelhOfyjtUBWx7UfPtiUFwGDTRIUY7qwUGcLikPu/3gj2CVvlsSB9/4icsm3iJjBxp2vqliFpDYSLdjY3Wy/zbp8Rvus1ERMPLcYioEnmOs1CitA+sFIuIeUz33CN3Ukc2XrjNZwnpotUcuRL+1q1bmqA2aFty4q5psbEBeR4qk/Zx108LAOszF7sce2XvyUekDYDlTSd+wYZmRgQ0YEcG0ML7ZdI1HwdY++2mJFOXSAve1WlpfG/ED0dLyp/5ZM48Ix1aYZ33tHBBQnobWcmyyMDBrtNoDzGFMmI803DrwlimKq+zE2Iq96Ikfa9728GxHBifRjN57YxAULV9dLthhPy6GZzO2lMwp+HCs0Y0FTZicG80wZ6ZcCkSpon5ucn6/f1MtU/1sB2pbps0sjfvRDYov2Uk2zRvOgvEWVn2jVyChQm4W37qdqcW/vMlVDZyj30C+jCH4lausiJbsYCCBm41Qco7EGneDbn58c0C8jsvnrqwuwhxW4b1KM9yMAoku6ZI5wU20tEI43nmHjBVXLk9dIxjjz7jUYKijcYjvWEAhPxg0YtUyXyg78Yu75eudllhBnpdqt16h7Mg227ZqYL1KjU4XzHxgADmXrBfVNupYju1mPKQaLQrHIlcqN5cHYKf/lrfDICi9EDyptBpNEFqIBib/c7Fo8IeIoDJqrAxwLclKUgGQ+vB8GyR1AuggbKX7cWLbDx7f6j96HoFIIEmKNWK725hhooBgJmZUdsgVM+lt5wH4pVCLXVFyQ82ugt3kZnzN1vrw4aKeR5TjHnG25NMDRLVrZLhSfb1MLmE/uYEYt29MsS/O9iZjTjjpNBx5iofiLfsJndscE/m25agXM5PCiSRVo1vXfHAot546AXdZi9Kbif0y2O+u5d6yb8wLCfg9Dn32PIbuYG9ADF7iCazPYRnOHUv7JKp9xfg9QbXnRGLGTck/UHUn9oGRq5UDrDQSeWX1c2IO/esf3AG5negUg9pAcTQwsOSenJlmYRQCSwZ85R/kLP4cXiL10tCS1qRn9IXlefxMoLT2R8OB2UzYETqJfUMfWLg6euTZQsWEIfx8X5gor9KC4/S7/+J/a8jmdBzdXu27T+Orgg2MUDYRuzrCgVpJh4LRPlsiioPuaswiPD2vxz1X20KjF2zwNM7mpDpwHJ/nqLBNY0kR9wX55T8mGkCwQ3J1g+KWuMj9bAPmJgkM2YyWK0B0M51watwC+tsewt8JKqwbiz8GVltUA57/nrta3dh9TZ9ee4jR48fWf7hmu7OY1G75h+LM0Er0Uh1BqDJrUWhY3oJfxlLdX+UhfCqXYSicvlrdfQIeBMq1sQqjCVp8VTXwrOuqNYFjZ1bgD62IeuG/9G7b4Egkn2KYhtcllr9LKSjdVQsGkxBgIc+QA3x87OzXWUPYoOwYogzvQnAbMVfXe282e6w9x6Vl3nPR8/f9Az6ss6XM3ugQC0B2Caf4Lp9xPCCkMB+Dt/NO+lx01i2j+IIKjD/MZDDnXZfihLhvHAmgHMZZpfO9Kt2Jac65fnO2K3YOtamc5iOvNBkRrnA8Dh3HxWNypaK5Ou9iJkcivDBt2Pw35R4W/EZCWssmUM8dXcKi9D9/YhSteJkQ6bxc2JUMYr3S8dj/p6ucPlNhU6+io95AnQ4TyyhMGC7E7z+tNT36rZkjSLZqssPf3va1Eums9HmzAo2oKzy41Hk1Lm/ROWiUf7NjkOBSOUKoGw4JY+yCSq3Yl40YmDKHCpsbybEy5L7EVfsPzRy/nkf14UcBn7D1OyG8As1pQ5L3g6nzYlKoeQ1nbME2xO1uh1B+e/Zhhr1i/IdeFxGXk2xEsntHxWYFSFB7OYo7K+PAh9aTR3vyGn9mdu3Zs3wMmnxqPYGyRfFxfEFBAEyyhOGAm/AXxrpa8vgq0Jr5iSLFetRDplSxmbpt9E64HvSfmop3eV5wDZGj2hS+bPaJTfukcTjOGF4YWCxTubZqMGylT4ZrJjLpCKX33VH3llJHG/EentICS2gDHlUtlqbzdE8HHxBtHrOslbr+hbfm3ulXY0M+iER+n9Y1ko6Tavr8ZEmp5a5b5auh823358/gG6X4RyzCcA4XuRAZ2r48yCxDx+8STggmGbl1RQf4WfrVIvO1hzNxP+9DmSBWSK3nu1VdPfjShbek5RXQBP/NqwLi64UuWxtkBDsqR98MHRhKyafjUnbILLR6H63nH1jD014+EMylCxm1+DvzrlmQS6dx+usJ65rNQ4oK89kEpOpP/D8z8d02+pj3SeYuWVllCrZj+7fJbjrvBLHZpKPmu4JAumViMBN1OU0I7ctSr+CbWQP6vmnecQ5jlPf4Oim9wmNb+JgLaOzoZ4BYjGYwj5rcxVGo571Pfxf9V1itoJLS8AhOKDXggPh3zc5tvYbFoIUeGutWe87fsNeWil3EEymwUTif5YyJDshMfMN5ec8QJaXrm8Hg+AumHXn+Q4Z03l4neXgTJ2qg0sh9+2lr9ngvzYHIYQeQQtXWg7DmE4C44snOahYyv+RYcjtLkJwnGMPFyRy0hxX0623gkuruBKQmsFcbiB0Vdt/dr7uvw2wyNmA8GdMZcjP23sFGAVcYElf/ExeIu76VPfPnb6y3T8wKtkfiTZ5q8mts6YrKiBtKxIU+W4PMidN0PHgheI6Zd7GDUCMp1tvThkPKt1kwCpevFAVeY3b8En2udOYtlBC/nJDcE2BeFTCNsf8G3UzYjGs15ErtJ1TghwHCemoCS2boNbdLBds4sX1Hlow3xc4mkGIAlM/G/sQcOxLv+mcwxFO4EvVHXyMH50ud0zJ0hZIQexCzZv5dro0kMYxcfDrgwV1CCM45pbNEsC+4hKIMQMqDIkxMxhjllwcMNEZDq8ZL+FKu7zng43DNmWvxEtQ2NGoF7GWhPRr9/YQYegwIb3sxJAmT+Ywery8c4CuX0y0Yk+iOfQXbjcf5M4wZRsVJXm+tl62licu3g80gaIrnhXWgcJfmJezVuK2LJ/YDiiGLrG2+wJRLstZmUsg2i3F4IHGk/tfK5ELEJKumDcYcSw9tSHcqp+OOhqQofsLyPXJuzg8f52TyHAaBI/m9kM/slLlzRgFLrDtj1qZ3j7iyj3ThZ3tUpbIrKCHPBxR8JeYIRMO5kf0wqfdhl/YYjFM2nEMdWqggrWGauBIpIH4Lp8/xnG0LxR8l/OcFgpFh5vu5+ALkJvgdLvUkdRKcahXvZfLi0b30e0xXpbG0fwPrO4Hvc0K4KcvaW9NsV/GcKqJvxexPjbmxthah0AnAy9EEkrl9v4yyo/Rsjw7v6xW5vwZdAbx9m4YCAoT6uCJ73koBrAveHoZVsyu3sqISk0vzHGCjfG8PlpLhvdGq6yuZFeX1r4TsU5Xy8wTQa2BWxlbZZ3b4aoFNMoJE/Ep/k6IaF26gyWED9dIJoGS7RcxTXxDOlDi/NTrz571LS+jAvNPX1Nuwk4Dy26gj6ik+WilxqTrD9IBOhybkZ8mCGr+50nfkspZPkS7IdnX2gIjfzFUUYTW2pTgLtoo0mjHp0h9rIeonIUWg7PdnTWJVC24X5K8EkeKZJsQp5vf1SBowNe6qN4wINxqn8ofGtM2QBu3mmJ5kqx8AYjDikiO8ejVDerJd78IIMySgWUhiqXNccVuUWoWU/1vFnVcxCnTz+qD/QEKEc3ugiLImm/HJ0UqNgDV1oKBz7pZhesZVcm0NYzmToqZGThLRNQQHwY0HPpF7f0iJZUQa1miA2s0R3NKej+adyFaOQTCwrg3QnhIfDZL6JdOyXC4ACYY7QDV6ezGKsRSi+Va+w5ABzJhD8ytOGMc/VsKOEJ/sxfcIgUrpeW5nDdzNbksNKRVmUK6fCbqm7xl24D7iMZjNrzDp3bDTb7uH23Ie+wI8uSJ4yhL5YpWnBvM7TNAIF00mhlP5Kryh0nQ3BsFUn1sAI+qFv4cGaaaAjWm9j/IWP2g8SlgHKymUxgD59KGy/SGI3zTKP9I2pJsSRkY62Pzk4nRWa2OBr+lR8I6XhWH7cvJ5JF9W5HMsaChQf8Dbm9KgRUMsERj9xgW1rvDXog5LzQU63SZMU91vngYWy3yyQAlCa/C9asfnf0uEp35yNFWcZGOBMVhmK0Ae5+ZcW91BLPZdVL3vu6mvScp8palbWISVeIYwiaGhifsBzzWQ7Ss1RcJlVayuqcPCOmb6NK0B8VXisiyfOg3NkVwUK+4aqUy3OSccApaOjx5rfcVpQG9gVSLk5KxUZy0qP5e5WUlepJ37ypqnnHBJXD6M0IWuNlsNm3ct1qtIJ95lKIfyxjmhMS3FZ69GhGn+vGPzLbDfhljUbIhpZsD0ixoaQqnKE5UJWi3k55dOTSMDzv0tc8LWk7QjXPrVykdTDCy3hbQuKN09mwUzZEUiKnfit0EFfUn0OO/is2xDG2vulxAkRKXxG7lX2mE5NF9BGWhEbrT0MEIzWOm4YTGAxKzWjL+Gi8gl00bpdOifxD84PfwkFeE8yECZIVZfWJXGYlMUFlS1Zemlm12+2HEMiteuuPieeCKoPzuf17Vt0KYQCj2LbvuYeIQgDc/fJa4d92rDCz+FecRkld3lK/zJ+3lnLfdnQQaGEsE2WZqr0nJcp36HCN25xPjcLpwoIScvILip1oDISio/KkWsecLfPsGcLixUyLuY622Jc4+6+8M8KWwFtji/85fIlPYGgZLxm92Rm54GTp2xy5nHK2/ZLsRdPMU+Rc1shfQpkt3VPA/G4z5vafk7XasuN+DvbkpUZvWIea0dpVqAOnLC+g5EZIcGq0QfBK34eczzgzw1iW0S+tfoZfQ5ljHR/k2lSMAzz958HgUjR/WYV6EY470yueX38KUiqD8GO6MFp5o5QyJ3+PaVnJKX5sKv3KgL8zueNnLw28MOEHlJv5V971hk50JcSDTiwQCSTduIg6VrkoFa6AhowBatxeNthUALIgkkzzZA8NBJ/3D6uqPXZUMIQXVK5eCM6n7OeACbSkO0P2Sa3AjwZlcfn4MyI6aWk+XuDFKyh4YhNlP740tKB5lkCHR2uoRsqATaclHxIzYGbVmjyux6CCRgT0nUxqViVyfX8etr17zvKBznofii5L0X+FihVnOQGUYKq1vkU8u75p3Ioe/EackPDQk/JtMDcBhEGxMRd/UVnuFS0NcdXfLNZwn0EEpzkLXcivrq42B52ozcMLUQlkoWqVosmy5eS22U5e3MW8mcMsAWjHSz+rErJ4+cczB18nhzWoyBQk05D0fsR9dAxPMHed11z+AXGB/1sutANqVAOzpEn7wVU/POILqjUnITgBHMwFrCWXvAM2y46hvrfbNXhzO6lLhty4i6zzN5g/y6Tmr+4munoW1A1G6Ikm5ugcz12hTxV8jGHOSVM0JSfm+wuEDS6m8ucLQPYl0Soc3GQkpPFKLcklQR++bmbmQ+FDc1VYGT7bElCcFlSJnp9F4HfiKu8UdL5jwK6V307QhHtfe5wOajtaD2onugkA81c4cXd809AFLOMO+rIpVw/78ElM/PZ0ewhtJxuf2LHY+yy0AxWi+a02UCEVtMOCkAXGIHHL4sPJbktGRXSOBPJd95DqG9strVo0zbK0BokrhGoGKVJ/PaGebSESng0gf+4Ovqj/xs8DrBxDIS5IJcQs+KMh8aA5uvugoS4wj3lZecEtXHBb1QR+085Vq+DPPXBmSR/91RAhOxjJuLzXIjuosxnTehCPp3HgQ7iDyKhTG2G7x7cW2mkoZ0DcyZNxX/5uVit0G8K7WrV8w92jDmVw1hlUCaP18yUgtk/JjwnVqUuAgihQC79vYgPavUIc6hCdfBWHEMBP5p6nitG4/e0F+OE+YkBeDhM5hN0SNe6H17HEpnp2TcZ8YZr2py4T7HzNDIh3x/jA0yjOx6jg3x/8hP3fKcUMNvaE9OT5vX8FYalBsBFKIX99Ppsmg9vvzeEmo70P8qUs5q8OmCjxoBUIPvXK4f6cZLVNAdD2MYxwBrAQYuXZV6Jwu1F6oQ5phG+VvJaerZEk4yD7zitBTjtyGFHzLaaPWE5A3c9FYb3ixDqxBAmgc5iRDF+Q9Ai01xQ8dWw+vJpC0niLg0KBC0SN+SFr7NrCllupvk6Q/nIPNtKh14wxlOeA="/>
</p:tagLst>
</file>

<file path=ppt/theme/theme1.xml><?xml version="1.0" encoding="utf-8"?>
<a:theme xmlns:a="http://schemas.openxmlformats.org/drawingml/2006/main" name="Custom Design">
  <a:themeElements>
    <a:clrScheme name="CEO Works Color Palette">
      <a:dk1>
        <a:srgbClr val="000000"/>
      </a:dk1>
      <a:lt1>
        <a:srgbClr val="FFFFFF"/>
      </a:lt1>
      <a:dk2>
        <a:srgbClr val="E9EAE9"/>
      </a:dk2>
      <a:lt2>
        <a:srgbClr val="919291"/>
      </a:lt2>
      <a:accent1>
        <a:srgbClr val="BA0B2F"/>
      </a:accent1>
      <a:accent2>
        <a:srgbClr val="FEAA12"/>
      </a:accent2>
      <a:accent3>
        <a:srgbClr val="D0D2D0"/>
      </a:accent3>
      <a:accent4>
        <a:srgbClr val="EFD09F"/>
      </a:accent4>
      <a:accent5>
        <a:srgbClr val="00B6C2"/>
      </a:accent5>
      <a:accent6>
        <a:srgbClr val="F69646"/>
      </a:accent6>
      <a:hlink>
        <a:srgbClr val="BA0B2F"/>
      </a:hlink>
      <a:folHlink>
        <a:srgbClr val="00B6C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1" id="{11E83409-006B-B344-A539-6D2200D1D266}" vid="{D5BCEC93-A286-6744-835F-ACEF56699A4E}"/>
    </a:ext>
  </a:extLst>
</a:theme>
</file>

<file path=ppt/theme/theme2.xml><?xml version="1.0" encoding="utf-8"?>
<a:theme xmlns:a="http://schemas.openxmlformats.org/drawingml/2006/main" name="1_Custom Design">
  <a:themeElements>
    <a:clrScheme name="CEO Works Color Palette">
      <a:dk1>
        <a:srgbClr val="000000"/>
      </a:dk1>
      <a:lt1>
        <a:srgbClr val="FFFFFF"/>
      </a:lt1>
      <a:dk2>
        <a:srgbClr val="E9EAE9"/>
      </a:dk2>
      <a:lt2>
        <a:srgbClr val="919291"/>
      </a:lt2>
      <a:accent1>
        <a:srgbClr val="BA0B2F"/>
      </a:accent1>
      <a:accent2>
        <a:srgbClr val="FEAA12"/>
      </a:accent2>
      <a:accent3>
        <a:srgbClr val="D0D2D0"/>
      </a:accent3>
      <a:accent4>
        <a:srgbClr val="EFD09F"/>
      </a:accent4>
      <a:accent5>
        <a:srgbClr val="00B6C2"/>
      </a:accent5>
      <a:accent6>
        <a:srgbClr val="F69646"/>
      </a:accent6>
      <a:hlink>
        <a:srgbClr val="BA0B2F"/>
      </a:hlink>
      <a:folHlink>
        <a:srgbClr val="00B6C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1" id="{11E83409-006B-B344-A539-6D2200D1D266}" vid="{576BA13F-9740-064A-A619-AA5320B6226B}"/>
    </a:ext>
  </a:extLst>
</a:theme>
</file>

<file path=ppt/theme/theme3.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1" id="{11E83409-006B-B344-A539-6D2200D1D266}" vid="{B99DC301-E490-F243-B734-B043746C626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4e039f4-51b5-4e2b-8eb0-5be9506eefcc">
      <Value>92</Value>
    </TaxCatchAll>
    <SharedWithUsers xmlns="64e039f4-51b5-4e2b-8eb0-5be9506eefcc">
      <UserInfo>
        <DisplayName>Cherilyn Vossberg</DisplayName>
        <AccountId>2027</AccountId>
        <AccountType/>
      </UserInfo>
      <UserInfo>
        <DisplayName>Joydeep Mutsuddi</DisplayName>
        <AccountId>1552</AccountId>
        <AccountType/>
      </UserInfo>
      <UserInfo>
        <DisplayName>Megan Blouin</DisplayName>
        <AccountId>2425</AccountId>
        <AccountType/>
      </UserInfo>
      <UserInfo>
        <DisplayName>Tim Burns</DisplayName>
        <AccountId>9041</AccountId>
        <AccountType/>
      </UserInfo>
      <UserInfo>
        <DisplayName>Dhaval Bhagat</DisplayName>
        <AccountId>6</AccountId>
        <AccountType/>
      </UserInfo>
    </SharedWithUsers>
    <c89218323f0f405ca190bc6681295dd9 xmlns="02a6b923-811c-4f57-8cf3-8e04f73c5f51">
      <Terms xmlns="http://schemas.microsoft.com/office/infopath/2007/PartnerControls">
        <TermInfo xmlns="http://schemas.microsoft.com/office/infopath/2007/PartnerControls">
          <TermName xmlns="http://schemas.microsoft.com/office/infopath/2007/PartnerControls">Safe to Share</TermName>
          <TermId xmlns="http://schemas.microsoft.com/office/infopath/2007/PartnerControls">4a306f7e-8181-4f1b-81ea-83f49b41c2cf</TermId>
        </TermInfo>
      </Terms>
    </c89218323f0f405ca190bc6681295dd9>
    <Action xmlns="02a6b923-811c-4f57-8cf3-8e04f73c5f51" xsi:nil="true"/>
    <Client xmlns="02a6b923-811c-4f57-8cf3-8e04f73c5f51" xsi:nil="true"/>
    <b9cb722f48604da2a4ed9855a06673f6 xmlns="02a6b923-811c-4f57-8cf3-8e04f73c5f51">
      <Terms xmlns="http://schemas.microsoft.com/office/infopath/2007/PartnerControls"/>
    </b9cb722f48604da2a4ed9855a06673f6>
    <Industry xmlns="02a6b923-811c-4f57-8cf3-8e04f73c5f5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306885110A43B41904F5A1B7606ED26" ma:contentTypeVersion="14" ma:contentTypeDescription="Create a new document." ma:contentTypeScope="" ma:versionID="054f336e8e7104333c5183aae504c221">
  <xsd:schema xmlns:xsd="http://www.w3.org/2001/XMLSchema" xmlns:xs="http://www.w3.org/2001/XMLSchema" xmlns:p="http://schemas.microsoft.com/office/2006/metadata/properties" xmlns:ns2="02a6b923-811c-4f57-8cf3-8e04f73c5f51" xmlns:ns3="64e039f4-51b5-4e2b-8eb0-5be9506eefcc" targetNamespace="http://schemas.microsoft.com/office/2006/metadata/properties" ma:root="true" ma:fieldsID="b4949caba3522dc1334578937f1765d1" ns2:_="" ns3:_="">
    <xsd:import namespace="02a6b923-811c-4f57-8cf3-8e04f73c5f51"/>
    <xsd:import namespace="64e039f4-51b5-4e2b-8eb0-5be9506eefcc"/>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c89218323f0f405ca190bc6681295dd9" minOccurs="0"/>
                <xsd:element ref="ns3:TaxCatchAll" minOccurs="0"/>
                <xsd:element ref="ns2:MediaServiceSearchProperties" minOccurs="0"/>
                <xsd:element ref="ns3:SharedWithUsers" minOccurs="0"/>
                <xsd:element ref="ns3:SharedWithDetails" minOccurs="0"/>
                <xsd:element ref="ns2:Action" minOccurs="0"/>
                <xsd:element ref="ns2:Client" minOccurs="0"/>
                <xsd:element ref="ns2:b9cb722f48604da2a4ed9855a06673f6" minOccurs="0"/>
                <xsd:element ref="ns2:Indust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a6b923-811c-4f57-8cf3-8e04f73c5f5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c89218323f0f405ca190bc6681295dd9" ma:index="12" nillable="true" ma:taxonomy="true" ma:internalName="c89218323f0f405ca190bc6681295dd9" ma:taxonomyFieldName="Tags" ma:displayName="Tags" ma:default="" ma:fieldId="{c8921832-3f0f-405c-a190-bc6681295dd9}" ma:sspId="ce777b1b-314e-4559-8ee3-bc85f5a6b9bc" ma:termSetId="8bd020a8-cf4e-4aeb-95f5-a7346536cc6b" ma:anchorId="00000000-0000-0000-0000-000000000000" ma:open="false" ma:isKeyword="false">
      <xsd:complexType>
        <xsd:sequence>
          <xsd:element ref="pc:Terms" minOccurs="0" maxOccurs="1"/>
        </xsd:sequence>
      </xsd:complexType>
    </xsd:element>
    <xsd:element name="MediaServiceSearchProperties" ma:index="14" nillable="true" ma:displayName="MediaServiceSearchProperties" ma:hidden="true" ma:internalName="MediaServiceSearchProperties" ma:readOnly="true">
      <xsd:simpleType>
        <xsd:restriction base="dms:Note"/>
      </xsd:simpleType>
    </xsd:element>
    <xsd:element name="Action" ma:index="17" nillable="true" ma:displayName="Product Lines" ma:format="Dropdown" ma:internalName="Action">
      <xsd:complexType>
        <xsd:complexContent>
          <xsd:extension base="dms:MultiChoice">
            <xsd:sequence>
              <xsd:element name="Value" maxOccurs="unbounded" minOccurs="0" nillable="true">
                <xsd:simpleType>
                  <xsd:restriction base="dms:Choice">
                    <xsd:enumeration value="Talent to Value"/>
                    <xsd:enumeration value="Assessments"/>
                    <xsd:enumeration value="Talent as a Service"/>
                    <xsd:enumeration value="Capability"/>
                    <xsd:enumeration value="Digital / SaaS"/>
                    <xsd:enumeration value="Test999"/>
                  </xsd:restriction>
                </xsd:simpleType>
              </xsd:element>
            </xsd:sequence>
          </xsd:extension>
        </xsd:complexContent>
      </xsd:complexType>
    </xsd:element>
    <xsd:element name="Client" ma:index="18" nillable="true" ma:displayName="Client" ma:format="Dropdown" ma:internalName="Client">
      <xsd:simpleType>
        <xsd:restriction base="dms:Text">
          <xsd:maxLength value="255"/>
        </xsd:restriction>
      </xsd:simpleType>
    </xsd:element>
    <xsd:element name="b9cb722f48604da2a4ed9855a06673f6" ma:index="20" nillable="true" ma:taxonomy="true" ma:internalName="b9cb722f48604da2a4ed9855a06673f6" ma:taxonomyFieldName="Tag_x0020_2" ma:displayName="Tag 2" ma:default="" ma:fieldId="{b9cb722f-4860-4da2-a4ed-9855a06673f6}" ma:taxonomyMulti="true" ma:sspId="ce777b1b-314e-4559-8ee3-bc85f5a6b9bc" ma:termSetId="88ca64d9-6aee-45e8-bacb-3a7ce8712e73" ma:anchorId="916e8b57-5cee-41aa-99ea-899a090aac89" ma:open="false" ma:isKeyword="false">
      <xsd:complexType>
        <xsd:sequence>
          <xsd:element ref="pc:Terms" minOccurs="0" maxOccurs="1"/>
        </xsd:sequence>
      </xsd:complexType>
    </xsd:element>
    <xsd:element name="Industry" ma:index="21" nillable="true" ma:displayName="Industry" ma:format="Dropdown" ma:internalName="Industry">
      <xsd:simpleType>
        <xsd:restriction base="dms:Choice">
          <xsd:enumeration value="Energy"/>
          <xsd:enumeration value="Industricals"/>
          <xsd:enumeration value="CPG"/>
          <xsd:enumeration value="Financial Services"/>
          <xsd:enumeration value="Health Care"/>
          <xsd:enumeration value="Pharma"/>
        </xsd:restriction>
      </xsd:simpleType>
    </xsd:element>
  </xsd:schema>
  <xsd:schema xmlns:xsd="http://www.w3.org/2001/XMLSchema" xmlns:xs="http://www.w3.org/2001/XMLSchema" xmlns:dms="http://schemas.microsoft.com/office/2006/documentManagement/types" xmlns:pc="http://schemas.microsoft.com/office/infopath/2007/PartnerControls" targetNamespace="64e039f4-51b5-4e2b-8eb0-5be9506eefcc"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b7dcb756-3dce-4c71-8438-c93d66de9381}" ma:internalName="TaxCatchAll" ma:showField="CatchAllData" ma:web="64e039f4-51b5-4e2b-8eb0-5be9506eefcc">
      <xsd:complexType>
        <xsd:complexContent>
          <xsd:extension base="dms:MultiChoiceLookup">
            <xsd:sequence>
              <xsd:element name="Value" type="dms:Lookup" maxOccurs="unbounded" minOccurs="0" nillable="true"/>
            </xsd:sequence>
          </xsd:extension>
        </xsd:complexContent>
      </xsd:complexType>
    </xsd:element>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ACEA256-3A7F-459E-A150-997C503153F3}">
  <ds:schemaRefs>
    <ds:schemaRef ds:uri="http://purl.org/dc/elements/1.1/"/>
    <ds:schemaRef ds:uri="http://purl.org/dc/dcmitype/"/>
    <ds:schemaRef ds:uri="02a6b923-811c-4f57-8cf3-8e04f73c5f51"/>
    <ds:schemaRef ds:uri="http://purl.org/dc/terms/"/>
    <ds:schemaRef ds:uri="64e039f4-51b5-4e2b-8eb0-5be9506eefcc"/>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FDF06D37-DAB5-41FF-88A3-369616E40CE2}"/>
</file>

<file path=customXml/itemProps3.xml><?xml version="1.0" encoding="utf-8"?>
<ds:datastoreItem xmlns:ds="http://schemas.openxmlformats.org/officeDocument/2006/customXml" ds:itemID="{115EAF55-DF36-4183-8FC9-B31ABB8C90C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CEOWorksPPTTheme</Template>
  <TotalTime>5077</TotalTime>
  <Words>3602</Words>
  <Application>Microsoft Macintosh PowerPoint</Application>
  <PresentationFormat>Widescreen</PresentationFormat>
  <Paragraphs>567</Paragraphs>
  <Slides>22</Slides>
  <Notes>0</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22</vt:i4>
      </vt:variant>
    </vt:vector>
  </HeadingPairs>
  <TitlesOfParts>
    <vt:vector size="38" baseType="lpstr">
      <vt:lpstr>Arial</vt:lpstr>
      <vt:lpstr>Calibri</vt:lpstr>
      <vt:lpstr>Courier</vt:lpstr>
      <vt:lpstr>Courier New</vt:lpstr>
      <vt:lpstr>Helvetica Neue</vt:lpstr>
      <vt:lpstr>Helvetica Neue Condensed</vt:lpstr>
      <vt:lpstr>Helvetica Neue Light</vt:lpstr>
      <vt:lpstr>Helvetica Neue Medium</vt:lpstr>
      <vt:lpstr>Helvetica Neue Thin</vt:lpstr>
      <vt:lpstr>Lato</vt:lpstr>
      <vt:lpstr>Lato Light</vt:lpstr>
      <vt:lpstr>Roboto</vt:lpstr>
      <vt:lpstr>Roboto Light</vt:lpstr>
      <vt:lpstr>Custom Design</vt:lpstr>
      <vt:lpstr>1_Custom Design</vt:lpstr>
      <vt:lpstr>3_Custom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Lori MacIsaac</cp:lastModifiedBy>
  <cp:revision>7</cp:revision>
  <dcterms:created xsi:type="dcterms:W3CDTF">2023-01-12T16:51:38Z</dcterms:created>
  <dcterms:modified xsi:type="dcterms:W3CDTF">2024-06-27T15:33:10Z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0x0101003306885110A43B41904F5A1B7606ED26</vt:lpwstr>
  </property>
  <property fmtid="{D5CDD505-2E9C-101B-9397-08002B2CF9AE}" pid="3" name="MediaServiceImageTags">
    <vt:lpwstr/>
  </property>
  <property fmtid="{D5CDD505-2E9C-101B-9397-08002B2CF9AE}" pid="4" name="Tags">
    <vt:lpwstr>92;#Safe to Share|4a306f7e-8181-4f1b-81ea-83f49b41c2cf</vt:lpwstr>
  </property>
  <property fmtid="{D5CDD505-2E9C-101B-9397-08002B2CF9AE}" pid="5" name="Tag 2">
    <vt:lpwstr/>
  </property>
</Properties>
</file>