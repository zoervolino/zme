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media/image131.jpg" ContentType="image/jpeg"/>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5"/>
  </p:notesMasterIdLst>
  <p:sldIdLst>
    <p:sldId id="256" r:id="rId5"/>
    <p:sldId id="265" r:id="rId6"/>
    <p:sldId id="266" r:id="rId7"/>
    <p:sldId id="267" r:id="rId8"/>
    <p:sldId id="268" r:id="rId9"/>
    <p:sldId id="269" r:id="rId10"/>
    <p:sldId id="270" r:id="rId11"/>
    <p:sldId id="271" r:id="rId12"/>
    <p:sldId id="272" r:id="rId13"/>
    <p:sldId id="260" r:id="rId14"/>
  </p:sldIdLst>
  <p:sldSz cx="12192000" cy="6858000"/>
  <p:notesSz cx="6858000" cy="9144000"/>
  <p:embeddedFontLst>
    <p:embeddedFont>
      <p:font typeface="Segoe UI" panose="020B0502040204020203" pitchFamily="34" charset="0"/>
      <p:regular r:id="rId16"/>
      <p:bold r:id="rId17"/>
      <p:italic r:id="rId18"/>
      <p:boldItalic r:id="rId19"/>
    </p:embeddedFont>
  </p:embeddedFontLst>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5325AE-EB85-6CE7-4E2F-C266DB8ED5D0}" name="Shefali Salwan" initials="" userId="S::shefali@ceoworks.com::e4b2a792-48cd-4872-9320-a638c5a8db0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81A42"/>
    <a:srgbClr val="281A43"/>
    <a:srgbClr val="EAE4FE"/>
    <a:srgbClr val="271A42"/>
    <a:srgbClr val="E9E4FE"/>
    <a:srgbClr val="CC8302"/>
    <a:srgbClr val="000000"/>
    <a:srgbClr val="001E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8462FB-25B3-4287-BDB7-188514A36CFB}">
  <a:tblStyle styleId="{708462FB-25B3-4287-BDB7-188514A36CF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E6E7"/>
          </a:solidFill>
        </a:fill>
      </a:tcStyle>
    </a:wholeTbl>
    <a:band1H>
      <a:tcTxStyle/>
      <a:tcStyle>
        <a:tcBdr/>
        <a:fill>
          <a:solidFill>
            <a:srgbClr val="E6CACC"/>
          </a:solidFill>
        </a:fill>
      </a:tcStyle>
    </a:band1H>
    <a:band2H>
      <a:tcTxStyle/>
      <a:tcStyle>
        <a:tcBdr/>
      </a:tcStyle>
    </a:band2H>
    <a:band1V>
      <a:tcTxStyle/>
      <a:tcStyle>
        <a:tcBdr/>
        <a:fill>
          <a:solidFill>
            <a:srgbClr val="E6CA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1268223-AF2C-4A1D-9549-6CABDFBE1447}"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6E751537-329D-4535-9D0B-19F0C9C6AE96}"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4A83E70-73E1-40F1-8462-396664B33587}" styleName="Table_3">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791"/>
    <p:restoredTop sz="94548"/>
  </p:normalViewPr>
  <p:slideViewPr>
    <p:cSldViewPr snapToGrid="0">
      <p:cViewPr varScale="1">
        <p:scale>
          <a:sx n="96" d="100"/>
          <a:sy n="96" d="100"/>
        </p:scale>
        <p:origin x="392" y="464"/>
      </p:cViewPr>
      <p:guideLst/>
    </p:cSldViewPr>
  </p:slideViewPr>
  <p:notesTextViewPr>
    <p:cViewPr>
      <p:scale>
        <a:sx n="1" d="1"/>
        <a:sy n="1" d="1"/>
      </p:scale>
      <p:origin x="0" y="0"/>
    </p:cViewPr>
  </p:notesTextViewPr>
  <p:sorterViewPr>
    <p:cViewPr>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Google Shape;3;n">
            <a:extLst>
              <a:ext uri="{FF2B5EF4-FFF2-40B4-BE49-F238E27FC236}">
                <a16:creationId xmlns:a16="http://schemas.microsoft.com/office/drawing/2014/main" id="{C747F5E3-E310-2474-45E1-EBF8E884DB1F}"/>
              </a:ext>
            </a:extLst>
          </p:cNvPr>
          <p:cNvSpPr txBox="1">
            <a:spLocks noGrp="1" noChangeArrowheads="1"/>
          </p:cNvSpPr>
          <p:nvPr>
            <p:ph type="hdr" idx="2"/>
          </p:nvPr>
        </p:nvSpPr>
        <p:spPr bwMode="auto">
          <a:xfrm>
            <a:off x="0" y="0"/>
            <a:ext cx="2971800" cy="458788"/>
          </a:xfrm>
          <a:prstGeom prst="rect">
            <a:avLst/>
          </a:prstGeom>
          <a:noFill/>
          <a:ln>
            <a:noFill/>
          </a:ln>
        </p:spPr>
        <p:txBody>
          <a:bodyPr vert="horz" wrap="square" lIns="91425" tIns="45700" rIns="91425" bIns="45700" numCol="1" anchor="t" anchorCtr="0" compatLnSpc="1">
            <a:prstTxWarp prst="textNoShape">
              <a:avLst/>
            </a:prstTxWarp>
          </a:bodyPr>
          <a:lstStyle>
            <a:lvl1pPr eaLnBrk="1" hangingPunct="1">
              <a:buClr>
                <a:srgbClr val="000000"/>
              </a:buClr>
              <a:buSzPts val="1400"/>
              <a:buFont typeface="Arial" panose="020B0604020202020204" pitchFamily="34" charset="0"/>
              <a:buNone/>
              <a:defRPr sz="1200"/>
            </a:lvl1pPr>
          </a:lstStyle>
          <a:p>
            <a:pPr>
              <a:defRPr/>
            </a:pPr>
            <a:endParaRPr lang="en-US" altLang="en-US"/>
          </a:p>
        </p:txBody>
      </p:sp>
      <p:sp>
        <p:nvSpPr>
          <p:cNvPr id="27651" name="Google Shape;4;n">
            <a:extLst>
              <a:ext uri="{FF2B5EF4-FFF2-40B4-BE49-F238E27FC236}">
                <a16:creationId xmlns:a16="http://schemas.microsoft.com/office/drawing/2014/main" id="{849D85B2-8C9B-5386-20D8-D820134F8593}"/>
              </a:ext>
            </a:extLst>
          </p:cNvPr>
          <p:cNvSpPr txBox="1">
            <a:spLocks noGrp="1" noChangeArrowheads="1"/>
          </p:cNvSpPr>
          <p:nvPr>
            <p:ph type="dt" idx="10"/>
          </p:nvPr>
        </p:nvSpPr>
        <p:spPr bwMode="auto">
          <a:xfrm>
            <a:off x="3884613" y="0"/>
            <a:ext cx="2971800" cy="458788"/>
          </a:xfrm>
          <a:prstGeom prst="rect">
            <a:avLst/>
          </a:prstGeom>
          <a:noFill/>
          <a:ln>
            <a:noFill/>
          </a:ln>
        </p:spPr>
        <p:txBody>
          <a:bodyPr vert="horz" wrap="square" lIns="91425" tIns="45700" rIns="91425" bIns="45700" numCol="1" anchor="t" anchorCtr="0" compatLnSpc="1">
            <a:prstTxWarp prst="textNoShape">
              <a:avLst/>
            </a:prstTxWarp>
          </a:bodyPr>
          <a:lstStyle>
            <a:lvl1pPr algn="r" eaLnBrk="1" hangingPunct="1">
              <a:buClr>
                <a:srgbClr val="000000"/>
              </a:buClr>
              <a:buSzPts val="1400"/>
              <a:buFont typeface="Arial" panose="020B0604020202020204" pitchFamily="34" charset="0"/>
              <a:buNone/>
              <a:defRPr sz="1200"/>
            </a:lvl1pPr>
          </a:lstStyle>
          <a:p>
            <a:pPr>
              <a:defRPr/>
            </a:pPr>
            <a:endParaRPr lang="en-US" altLang="en-US"/>
          </a:p>
        </p:txBody>
      </p:sp>
      <p:sp>
        <p:nvSpPr>
          <p:cNvPr id="18436" name="Google Shape;5;n">
            <a:extLst>
              <a:ext uri="{FF2B5EF4-FFF2-40B4-BE49-F238E27FC236}">
                <a16:creationId xmlns:a16="http://schemas.microsoft.com/office/drawing/2014/main" id="{50BDCF69-CC3D-BBE4-29AC-868286F5B10F}"/>
              </a:ext>
            </a:extLst>
          </p:cNvPr>
          <p:cNvSpPr>
            <a:spLocks noGrp="1" noRot="1" noChangeAspect="1"/>
          </p:cNvSpPr>
          <p:nvPr>
            <p:ph type="sldImg" idx="3"/>
          </p:nvPr>
        </p:nvSpPr>
        <p:spPr bwMode="auto">
          <a:xfrm>
            <a:off x="685800" y="1143000"/>
            <a:ext cx="5486400" cy="3086100"/>
          </a:xfrm>
          <a:custGeom>
            <a:avLst/>
            <a:gdLst>
              <a:gd name="T0" fmla="*/ 0 w 120000"/>
              <a:gd name="T1" fmla="*/ 0 h 120000"/>
              <a:gd name="T2" fmla="*/ 250838208 w 120000"/>
              <a:gd name="T3" fmla="*/ 0 h 120000"/>
              <a:gd name="T4" fmla="*/ 250838208 w 120000"/>
              <a:gd name="T5" fmla="*/ 79366777 h 120000"/>
              <a:gd name="T6" fmla="*/ 0 w 120000"/>
              <a:gd name="T7" fmla="*/ 79366777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18437" name="Google Shape;6;n">
            <a:extLst>
              <a:ext uri="{FF2B5EF4-FFF2-40B4-BE49-F238E27FC236}">
                <a16:creationId xmlns:a16="http://schemas.microsoft.com/office/drawing/2014/main" id="{A00E1B26-4968-63FE-B786-19EF92C6380E}"/>
              </a:ext>
            </a:extLst>
          </p:cNvPr>
          <p:cNvSpPr txBox="1">
            <a:spLocks noGrp="1" noChangeArrowheads="1"/>
          </p:cNvSpPr>
          <p:nvPr>
            <p:ph type="body" idx="1"/>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p>
            <a:pPr lvl="0"/>
            <a:endParaRPr lang="en-US" altLang="en-US">
              <a:sym typeface="Arial" panose="020B0604020202020204" pitchFamily="34" charset="0"/>
            </a:endParaRPr>
          </a:p>
        </p:txBody>
      </p:sp>
      <p:sp>
        <p:nvSpPr>
          <p:cNvPr id="27654" name="Google Shape;7;n">
            <a:extLst>
              <a:ext uri="{FF2B5EF4-FFF2-40B4-BE49-F238E27FC236}">
                <a16:creationId xmlns:a16="http://schemas.microsoft.com/office/drawing/2014/main" id="{FD1A054D-7113-32A5-E45D-27F4610F6E3A}"/>
              </a:ext>
            </a:extLst>
          </p:cNvPr>
          <p:cNvSpPr txBox="1">
            <a:spLocks noGrp="1" noChangeArrowheads="1"/>
          </p:cNvSpPr>
          <p:nvPr>
            <p:ph type="ftr" idx="11"/>
          </p:nvPr>
        </p:nvSpPr>
        <p:spPr bwMode="auto">
          <a:xfrm>
            <a:off x="0" y="8685213"/>
            <a:ext cx="2971800" cy="458787"/>
          </a:xfrm>
          <a:prstGeom prst="rect">
            <a:avLst/>
          </a:prstGeom>
          <a:noFill/>
          <a:ln>
            <a:noFill/>
          </a:ln>
        </p:spPr>
        <p:txBody>
          <a:bodyPr vert="horz" wrap="square" lIns="91425" tIns="45700" rIns="91425" bIns="45700" numCol="1" anchor="b" anchorCtr="0" compatLnSpc="1">
            <a:prstTxWarp prst="textNoShape">
              <a:avLst/>
            </a:prstTxWarp>
          </a:bodyPr>
          <a:lstStyle>
            <a:lvl1pPr eaLnBrk="1" hangingPunct="1">
              <a:buClr>
                <a:srgbClr val="000000"/>
              </a:buClr>
              <a:buSzPts val="1400"/>
              <a:buFont typeface="Arial" panose="020B0604020202020204" pitchFamily="34" charset="0"/>
              <a:buNone/>
              <a:defRPr sz="1200"/>
            </a:lvl1pPr>
          </a:lstStyle>
          <a:p>
            <a:pPr>
              <a:defRPr/>
            </a:pPr>
            <a:endParaRPr lang="en-US" altLang="en-US"/>
          </a:p>
        </p:txBody>
      </p:sp>
      <p:sp>
        <p:nvSpPr>
          <p:cNvPr id="27655" name="Google Shape;8;n">
            <a:extLst>
              <a:ext uri="{FF2B5EF4-FFF2-40B4-BE49-F238E27FC236}">
                <a16:creationId xmlns:a16="http://schemas.microsoft.com/office/drawing/2014/main" id="{47A9CFD2-8F35-CE7D-8A30-2B0FD8807ED5}"/>
              </a:ext>
            </a:extLst>
          </p:cNvPr>
          <p:cNvSpPr txBox="1">
            <a:spLocks noGrp="1" noChangeArrowheads="1"/>
          </p:cNvSpPr>
          <p:nvPr>
            <p:ph type="sldNum" idx="12"/>
          </p:nvPr>
        </p:nvSpPr>
        <p:spPr bwMode="auto">
          <a:xfrm>
            <a:off x="3884613" y="8685213"/>
            <a:ext cx="2971800" cy="458787"/>
          </a:xfrm>
          <a:prstGeom prst="rect">
            <a:avLst/>
          </a:prstGeom>
          <a:noFill/>
          <a:ln>
            <a:noFill/>
          </a:ln>
        </p:spPr>
        <p:txBody>
          <a:bodyPr vert="horz" wrap="square" lIns="91425" tIns="45700" rIns="91425" bIns="45700" numCol="1" anchor="b" anchorCtr="0" compatLnSpc="1">
            <a:prstTxWarp prst="textNoShape">
              <a:avLst/>
            </a:prstTxWarp>
          </a:bodyPr>
          <a:lstStyle>
            <a:lvl1pPr algn="r" eaLnBrk="1" hangingPunct="1">
              <a:buClr>
                <a:srgbClr val="000000"/>
              </a:buClr>
              <a:buFont typeface="Arial" panose="020B0604020202020204" pitchFamily="34" charset="0"/>
              <a:buNone/>
              <a:defRPr sz="1200"/>
            </a:lvl1pPr>
          </a:lstStyle>
          <a:p>
            <a:pPr>
              <a:defRPr/>
            </a:pPr>
            <a:fld id="{1CF4870A-202E-A74F-95B7-86B7EE8DBA94}" type="slidenum">
              <a:rPr lang="en-US" altLang="en-US"/>
              <a:pPr>
                <a:defRPr/>
              </a:pPr>
              <a:t>‹#›</a:t>
            </a:fld>
            <a:endParaRPr lang="en-US" altLang="en-US"/>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914400" lvl="1"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3716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8288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2860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black and white logo&#10;&#10;AI-generated content may be incorrect.">
            <a:extLst>
              <a:ext uri="{FF2B5EF4-FFF2-40B4-BE49-F238E27FC236}">
                <a16:creationId xmlns:a16="http://schemas.microsoft.com/office/drawing/2014/main" id="{37BA394B-6FC7-BA29-9C9F-C3C5996A08DF}"/>
              </a:ext>
            </a:extLst>
          </p:cNvPr>
          <p:cNvPicPr>
            <a:picLocks noChangeAspect="1"/>
          </p:cNvPicPr>
          <p:nvPr/>
        </p:nvPicPr>
        <p:blipFill>
          <a:blip r:embed="rId3"/>
          <a:stretch>
            <a:fillRect/>
          </a:stretch>
        </p:blipFill>
        <p:spPr>
          <a:xfrm>
            <a:off x="432000" y="6126480"/>
            <a:ext cx="2194560" cy="445223"/>
          </a:xfrm>
          <a:prstGeom prst="rect">
            <a:avLst/>
          </a:prstGeom>
        </p:spPr>
      </p:pic>
      <p:sp>
        <p:nvSpPr>
          <p:cNvPr id="2" name="Title 1">
            <a:extLst>
              <a:ext uri="{FF2B5EF4-FFF2-40B4-BE49-F238E27FC236}">
                <a16:creationId xmlns:a16="http://schemas.microsoft.com/office/drawing/2014/main" id="{73CE3C99-2183-B3DE-3AAA-1A32D4AE1C58}"/>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4" name="Text Placeholder 6">
            <a:extLst>
              <a:ext uri="{FF2B5EF4-FFF2-40B4-BE49-F238E27FC236}">
                <a16:creationId xmlns:a16="http://schemas.microsoft.com/office/drawing/2014/main" id="{4E3D04D9-FFC9-D3AA-13F8-C5614D78CB7B}"/>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3" name="Picture 2" descr="A black and white logo&#10;&#10;AI-generated content may be incorrect.">
            <a:extLst>
              <a:ext uri="{FF2B5EF4-FFF2-40B4-BE49-F238E27FC236}">
                <a16:creationId xmlns:a16="http://schemas.microsoft.com/office/drawing/2014/main" id="{1AED1153-695A-6B98-C47D-7ABC0B711F06}"/>
              </a:ext>
            </a:extLst>
          </p:cNvPr>
          <p:cNvPicPr>
            <a:picLocks noChangeAspect="1"/>
          </p:cNvPicPr>
          <p:nvPr userDrawn="1"/>
        </p:nvPicPr>
        <p:blipFill>
          <a:blip r:embed="rId3"/>
          <a:stretch>
            <a:fillRect/>
          </a:stretch>
        </p:blipFill>
        <p:spPr>
          <a:xfrm>
            <a:off x="432000" y="6126480"/>
            <a:ext cx="2194560" cy="445223"/>
          </a:xfrm>
          <a:prstGeom prst="rect">
            <a:avLst/>
          </a:prstGeom>
        </p:spPr>
      </p:pic>
      <p:sp>
        <p:nvSpPr>
          <p:cNvPr id="8" name="Text Placeholder 6">
            <a:extLst>
              <a:ext uri="{FF2B5EF4-FFF2-40B4-BE49-F238E27FC236}">
                <a16:creationId xmlns:a16="http://schemas.microsoft.com/office/drawing/2014/main" id="{21A7B4B7-2101-FCE7-D719-3D909068D257}"/>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tx1"/>
                </a:solidFill>
                <a:latin typeface="+mj-lt"/>
              </a:defRPr>
            </a:lvl1pPr>
          </a:lstStyle>
          <a:p>
            <a:pPr lvl="0"/>
            <a:r>
              <a:rPr lang="en-US"/>
              <a:t>Date</a:t>
            </a:r>
          </a:p>
        </p:txBody>
      </p:sp>
    </p:spTree>
    <p:extLst>
      <p:ext uri="{BB962C8B-B14F-4D97-AF65-F5344CB8AC3E}">
        <p14:creationId xmlns:p14="http://schemas.microsoft.com/office/powerpoint/2010/main" val="370010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Dark">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l="4652" t="14597" r="4536" b="15507"/>
          <a:stretch>
            <a:fillRect/>
          </a:stretch>
        </p:blipFill>
        <p:spPr>
          <a:xfrm>
            <a:off x="435748" y="6113928"/>
            <a:ext cx="2159000" cy="454027"/>
          </a:xfrm>
          <a:prstGeom prst="rect">
            <a:avLst/>
          </a:prstGeom>
        </p:spPr>
      </p:pic>
      <p:pic>
        <p:nvPicPr>
          <p:cNvPr id="11" name="Picture 10"/>
          <p:cNvPicPr>
            <a:picLocks noChangeAspect="1"/>
          </p:cNvPicPr>
          <p:nvPr/>
        </p:nvPicPr>
        <p:blipFill>
          <a:blip r:embed="rId3"/>
          <a:srcRect/>
          <a:stretch/>
        </p:blipFill>
        <p:spPr>
          <a:xfrm>
            <a:off x="9165100" y="6191590"/>
            <a:ext cx="2437894" cy="364855"/>
          </a:xfrm>
          <a:prstGeom prst="rect">
            <a:avLst/>
          </a:prstGeom>
        </p:spPr>
      </p:pic>
      <p:sp>
        <p:nvSpPr>
          <p:cNvPr id="12" name="Title 1"/>
          <p:cNvSpPr>
            <a:spLocks noGrp="1"/>
          </p:cNvSpPr>
          <p:nvPr>
            <p:ph type="title"/>
          </p:nvPr>
        </p:nvSpPr>
        <p:spPr>
          <a:xfrm>
            <a:off x="432000" y="432000"/>
            <a:ext cx="11338560" cy="968175"/>
          </a:xfrm>
          <a:prstGeom prst="rect">
            <a:avLst/>
          </a:prstGeom>
        </p:spPr>
        <p:txBody>
          <a:bodyPr/>
          <a:lstStyle>
            <a:lvl1pPr>
              <a:defRPr sz="6000" b="1">
                <a:solidFill>
                  <a:schemeClr val="bg1"/>
                </a:solidFill>
                <a:latin typeface="Segoe UI" pitchFamily="34" charset="0"/>
              </a:defRPr>
            </a:lvl1pPr>
          </a:lstStyle>
          <a:p>
            <a:r>
              <a:rPr lang="en-US"/>
              <a:t>Click to edit Master title style</a:t>
            </a:r>
            <a:endParaRPr/>
          </a:p>
        </p:txBody>
      </p:sp>
      <p:sp>
        <p:nvSpPr>
          <p:cNvPr id="2" name="Text Placeholder 6">
            <a:extLst>
              <a:ext uri="{FF2B5EF4-FFF2-40B4-BE49-F238E27FC236}">
                <a16:creationId xmlns:a16="http://schemas.microsoft.com/office/drawing/2014/main" id="{03ECDC62-748E-F1B0-07F3-0B62BB658E25}"/>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E0B4E0F1-7D88-9142-CE87-C8B858F36A56}"/>
              </a:ext>
            </a:extLst>
          </p:cNvPr>
          <p:cNvPicPr>
            <a:picLocks noChangeAspect="1"/>
          </p:cNvPicPr>
          <p:nvPr userDrawn="1"/>
        </p:nvPicPr>
        <p:blipFill rotWithShape="1">
          <a:blip r:embed="rId2"/>
          <a:srcRect l="4652" t="14597" r="4536" b="15507"/>
          <a:stretch>
            <a:fillRect/>
          </a:stretch>
        </p:blipFill>
        <p:spPr>
          <a:xfrm>
            <a:off x="435748" y="6113928"/>
            <a:ext cx="2159000" cy="454027"/>
          </a:xfrm>
          <a:prstGeom prst="rect">
            <a:avLst/>
          </a:prstGeom>
        </p:spPr>
      </p:pic>
      <p:pic>
        <p:nvPicPr>
          <p:cNvPr id="4" name="Picture 3">
            <a:extLst>
              <a:ext uri="{FF2B5EF4-FFF2-40B4-BE49-F238E27FC236}">
                <a16:creationId xmlns:a16="http://schemas.microsoft.com/office/drawing/2014/main" id="{55F3E59F-8EB2-1215-8D63-04505CE260F7}"/>
              </a:ext>
            </a:extLst>
          </p:cNvPr>
          <p:cNvPicPr>
            <a:picLocks noChangeAspect="1"/>
          </p:cNvPicPr>
          <p:nvPr userDrawn="1"/>
        </p:nvPicPr>
        <p:blipFill>
          <a:blip r:embed="rId3"/>
          <a:srcRect/>
          <a:stretch/>
        </p:blipFill>
        <p:spPr>
          <a:xfrm>
            <a:off x="9165100" y="6191590"/>
            <a:ext cx="2437894" cy="364855"/>
          </a:xfrm>
          <a:prstGeom prst="rect">
            <a:avLst/>
          </a:prstGeom>
        </p:spPr>
      </p:pic>
      <p:sp>
        <p:nvSpPr>
          <p:cNvPr id="5" name="Text Placeholder 6">
            <a:extLst>
              <a:ext uri="{FF2B5EF4-FFF2-40B4-BE49-F238E27FC236}">
                <a16:creationId xmlns:a16="http://schemas.microsoft.com/office/drawing/2014/main" id="{9826690B-C7DF-D391-1831-1C87D9DCD54E}"/>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bg1"/>
                </a:solidFill>
                <a:latin typeface="+mj-lt"/>
              </a:defRPr>
            </a:lvl1pPr>
          </a:lstStyle>
          <a:p>
            <a:pPr lvl="0"/>
            <a:r>
              <a:rPr lang="en-US"/>
              <a:t>Date</a:t>
            </a:r>
          </a:p>
        </p:txBody>
      </p:sp>
    </p:spTree>
    <p:extLst>
      <p:ext uri="{BB962C8B-B14F-4D97-AF65-F5344CB8AC3E}">
        <p14:creationId xmlns:p14="http://schemas.microsoft.com/office/powerpoint/2010/main" val="2437173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Photo">
    <p:bg>
      <p:bgPr>
        <a:blipFill>
          <a:blip r:embed="rId2"/>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2B6FC9E-8B11-5EE3-6E11-7061DFCA524F}"/>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6" name="Text Placeholder 6">
            <a:extLst>
              <a:ext uri="{FF2B5EF4-FFF2-40B4-BE49-F238E27FC236}">
                <a16:creationId xmlns:a16="http://schemas.microsoft.com/office/drawing/2014/main" id="{CAC7920E-1162-2D3C-5D4A-368EDE93E7DA}"/>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7" name="Picture 6" descr="A black and white logo&#10;&#10;AI-generated content may be incorrect.">
            <a:extLst>
              <a:ext uri="{FF2B5EF4-FFF2-40B4-BE49-F238E27FC236}">
                <a16:creationId xmlns:a16="http://schemas.microsoft.com/office/drawing/2014/main" id="{CAEBF6F5-2984-E005-E78A-9FBAEF51708C}"/>
              </a:ext>
            </a:extLst>
          </p:cNvPr>
          <p:cNvPicPr>
            <a:picLocks noChangeAspect="1"/>
          </p:cNvPicPr>
          <p:nvPr/>
        </p:nvPicPr>
        <p:blipFill>
          <a:blip r:embed="rId3"/>
          <a:stretch>
            <a:fillRect/>
          </a:stretch>
        </p:blipFill>
        <p:spPr>
          <a:xfrm>
            <a:off x="432000" y="6126480"/>
            <a:ext cx="2194560" cy="445223"/>
          </a:xfrm>
          <a:prstGeom prst="rect">
            <a:avLst/>
          </a:prstGeom>
        </p:spPr>
      </p:pic>
      <p:pic>
        <p:nvPicPr>
          <p:cNvPr id="2" name="Picture 1" descr="A black and white logo&#10;&#10;AI-generated content may be incorrect.">
            <a:extLst>
              <a:ext uri="{FF2B5EF4-FFF2-40B4-BE49-F238E27FC236}">
                <a16:creationId xmlns:a16="http://schemas.microsoft.com/office/drawing/2014/main" id="{D883554E-186B-D3A7-5712-0CB495E52736}"/>
              </a:ext>
            </a:extLst>
          </p:cNvPr>
          <p:cNvPicPr>
            <a:picLocks noChangeAspect="1"/>
          </p:cNvPicPr>
          <p:nvPr userDrawn="1"/>
        </p:nvPicPr>
        <p:blipFill>
          <a:blip r:embed="rId3"/>
          <a:stretch>
            <a:fillRect/>
          </a:stretch>
        </p:blipFill>
        <p:spPr>
          <a:xfrm>
            <a:off x="432000" y="6126480"/>
            <a:ext cx="2194560" cy="445223"/>
          </a:xfrm>
          <a:prstGeom prst="rect">
            <a:avLst/>
          </a:prstGeom>
        </p:spPr>
      </p:pic>
      <p:sp>
        <p:nvSpPr>
          <p:cNvPr id="3" name="Text Placeholder 6">
            <a:extLst>
              <a:ext uri="{FF2B5EF4-FFF2-40B4-BE49-F238E27FC236}">
                <a16:creationId xmlns:a16="http://schemas.microsoft.com/office/drawing/2014/main" id="{0DDEF805-4139-818A-775A-9FE45C246704}"/>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tx1"/>
                </a:solidFill>
                <a:latin typeface="+mj-lt"/>
              </a:defRPr>
            </a:lvl1pPr>
          </a:lstStyle>
          <a:p>
            <a:pPr lvl="0"/>
            <a:r>
              <a:rPr lang="en-US"/>
              <a:t>Date</a:t>
            </a:r>
          </a:p>
        </p:txBody>
      </p:sp>
    </p:spTree>
    <p:extLst>
      <p:ext uri="{BB962C8B-B14F-4D97-AF65-F5344CB8AC3E}">
        <p14:creationId xmlns:p14="http://schemas.microsoft.com/office/powerpoint/2010/main" val="874798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Ligh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EA15675-8D93-AAAB-1CE7-1CC9B1E120FC}"/>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sp>
        <p:nvSpPr>
          <p:cNvPr id="3" name="Content Placeholder 2">
            <a:extLst>
              <a:ext uri="{FF2B5EF4-FFF2-40B4-BE49-F238E27FC236}">
                <a16:creationId xmlns:a16="http://schemas.microsoft.com/office/drawing/2014/main" id="{748FA9E0-DC8A-A493-5950-929C39A48C8D}"/>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2"/>
              </a:buBlip>
              <a:defRPr sz="2000">
                <a:solidFill>
                  <a:schemeClr val="bg2">
                    <a:lumMod val="25000"/>
                  </a:schemeClr>
                </a:solidFill>
                <a:latin typeface="+mn-lt"/>
              </a:defRPr>
            </a:lvl1pPr>
            <a:lvl2pPr marL="742950" indent="-285750" algn="l">
              <a:lnSpc>
                <a:spcPts val="2020"/>
              </a:lnSpc>
              <a:buSzPct val="100000"/>
              <a:buFontTx/>
              <a:buBlip>
                <a:blip r:embed="rId2"/>
              </a:buBlip>
              <a:defRPr sz="1800">
                <a:solidFill>
                  <a:schemeClr val="bg2">
                    <a:lumMod val="25000"/>
                  </a:schemeClr>
                </a:solidFill>
                <a:latin typeface="+mn-lt"/>
              </a:defRPr>
            </a:lvl2pPr>
            <a:lvl3pPr marL="1200150" indent="-285750" algn="l">
              <a:lnSpc>
                <a:spcPts val="2020"/>
              </a:lnSpc>
              <a:buSzPct val="100000"/>
              <a:buFontTx/>
              <a:buBlip>
                <a:blip r:embed="rId2"/>
              </a:buBlip>
              <a:defRPr sz="1600">
                <a:solidFill>
                  <a:schemeClr val="bg2">
                    <a:lumMod val="25000"/>
                  </a:schemeClr>
                </a:solidFill>
                <a:latin typeface="+mn-lt"/>
              </a:defRPr>
            </a:lvl3pPr>
            <a:lvl4pPr marL="1657350" indent="-285750" algn="l">
              <a:lnSpc>
                <a:spcPts val="2020"/>
              </a:lnSpc>
              <a:buSzPct val="100000"/>
              <a:buFontTx/>
              <a:buBlip>
                <a:blip r:embed="rId2"/>
              </a:buBlip>
              <a:defRPr sz="1600">
                <a:solidFill>
                  <a:schemeClr val="bg2">
                    <a:lumMod val="25000"/>
                  </a:schemeClr>
                </a:solidFill>
                <a:latin typeface="+mn-lt"/>
              </a:defRPr>
            </a:lvl4pPr>
            <a:lvl5pPr marL="2114550" indent="-285750" algn="l">
              <a:lnSpc>
                <a:spcPts val="2020"/>
              </a:lnSpc>
              <a:buSzPct val="100000"/>
              <a:buFontTx/>
              <a:buBlip>
                <a:blip r:embed="rId2"/>
              </a:buBlip>
              <a:defRPr sz="1600">
                <a:solidFill>
                  <a:schemeClr val="bg2">
                    <a:lumMod val="25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3"/>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4"/>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grpSp>
        <p:nvGrpSpPr>
          <p:cNvPr id="6" name="Group 5">
            <a:extLst>
              <a:ext uri="{FF2B5EF4-FFF2-40B4-BE49-F238E27FC236}">
                <a16:creationId xmlns:a16="http://schemas.microsoft.com/office/drawing/2014/main" id="{BAAAE700-338E-3D3C-13CC-2B72D122613F}"/>
              </a:ext>
            </a:extLst>
          </p:cNvPr>
          <p:cNvGrpSpPr/>
          <p:nvPr userDrawn="1"/>
        </p:nvGrpSpPr>
        <p:grpSpPr>
          <a:xfrm>
            <a:off x="335847" y="6525414"/>
            <a:ext cx="11424153" cy="274320"/>
            <a:chOff x="335847" y="6525414"/>
            <a:chExt cx="11424153" cy="274320"/>
          </a:xfrm>
        </p:grpSpPr>
        <p:pic>
          <p:nvPicPr>
            <p:cNvPr id="7" name="Picture 6" descr="A black screen with a purple border&#10;&#10;AI-generated content may be incorrect.">
              <a:extLst>
                <a:ext uri="{FF2B5EF4-FFF2-40B4-BE49-F238E27FC236}">
                  <a16:creationId xmlns:a16="http://schemas.microsoft.com/office/drawing/2014/main" id="{8BC29EFF-AD40-7A30-0252-1003A1EED3B8}"/>
                </a:ext>
              </a:extLst>
            </p:cNvPr>
            <p:cNvPicPr>
              <a:picLocks noChangeAspect="1"/>
            </p:cNvPicPr>
            <p:nvPr userDrawn="1"/>
          </p:nvPicPr>
          <p:blipFill>
            <a:blip r:embed="rId3"/>
            <a:stretch>
              <a:fillRect/>
            </a:stretch>
          </p:blipFill>
          <p:spPr>
            <a:xfrm>
              <a:off x="9868291" y="6525414"/>
              <a:ext cx="1891709" cy="274320"/>
            </a:xfrm>
            <a:prstGeom prst="rect">
              <a:avLst/>
            </a:prstGeom>
          </p:spPr>
        </p:pic>
        <p:pic>
          <p:nvPicPr>
            <p:cNvPr id="8" name="Picture 7" descr="A black and grey logo&#10;&#10;AI-generated content may be incorrect.">
              <a:extLst>
                <a:ext uri="{FF2B5EF4-FFF2-40B4-BE49-F238E27FC236}">
                  <a16:creationId xmlns:a16="http://schemas.microsoft.com/office/drawing/2014/main" id="{D319C388-6E14-ACE1-7D72-E7A13C6201FE}"/>
                </a:ext>
              </a:extLst>
            </p:cNvPr>
            <p:cNvPicPr>
              <a:picLocks noChangeAspect="1"/>
            </p:cNvPicPr>
            <p:nvPr userDrawn="1"/>
          </p:nvPicPr>
          <p:blipFill>
            <a:blip r:embed="rId4"/>
            <a:stretch>
              <a:fillRect/>
            </a:stretch>
          </p:blipFill>
          <p:spPr>
            <a:xfrm>
              <a:off x="335847" y="6525414"/>
              <a:ext cx="1344658" cy="274320"/>
            </a:xfrm>
            <a:prstGeom prst="rect">
              <a:avLst/>
            </a:prstGeom>
          </p:spPr>
        </p:pic>
        <p:sp>
          <p:nvSpPr>
            <p:cNvPr id="9" name="TextBox 8">
              <a:extLst>
                <a:ext uri="{FF2B5EF4-FFF2-40B4-BE49-F238E27FC236}">
                  <a16:creationId xmlns:a16="http://schemas.microsoft.com/office/drawing/2014/main" id="{D6871F42-716A-CFFF-5061-88738F8A0C2D}"/>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56856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5EB6032B-B87F-A83D-7D7F-2F852CE634E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33F6BA9A-4A6E-2750-5A58-9D290E2DEEFE}"/>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FD1C2F86-B0B8-0A3E-5886-1D0825E8D49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9" name="TextBox 8">
            <a:extLst>
              <a:ext uri="{FF2B5EF4-FFF2-40B4-BE49-F238E27FC236}">
                <a16:creationId xmlns:a16="http://schemas.microsoft.com/office/drawing/2014/main" id="{7CC01EAF-6797-3F0F-E633-9F8C9325ED55}"/>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10" name="Content Placeholder 2">
            <a:extLst>
              <a:ext uri="{FF2B5EF4-FFF2-40B4-BE49-F238E27FC236}">
                <a16:creationId xmlns:a16="http://schemas.microsoft.com/office/drawing/2014/main" id="{A9F1471E-FB91-8DDF-5F1A-69B538D594D6}"/>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1"/>
                </a:solidFill>
                <a:latin typeface="+mn-lt"/>
              </a:defRPr>
            </a:lvl1pPr>
            <a:lvl2pPr marL="742950" indent="-285750" algn="l">
              <a:lnSpc>
                <a:spcPts val="2020"/>
              </a:lnSpc>
              <a:buSzPct val="100000"/>
              <a:buFontTx/>
              <a:buBlip>
                <a:blip r:embed="rId4"/>
              </a:buBlip>
              <a:defRPr sz="1800">
                <a:solidFill>
                  <a:schemeClr val="bg1"/>
                </a:solidFill>
                <a:latin typeface="+mn-lt"/>
              </a:defRPr>
            </a:lvl2pPr>
            <a:lvl3pPr marL="1200150" indent="-285750" algn="l">
              <a:lnSpc>
                <a:spcPts val="2020"/>
              </a:lnSpc>
              <a:buSzPct val="100000"/>
              <a:buFontTx/>
              <a:buBlip>
                <a:blip r:embed="rId4"/>
              </a:buBlip>
              <a:defRPr sz="1600">
                <a:solidFill>
                  <a:schemeClr val="bg1"/>
                </a:solidFill>
                <a:latin typeface="+mn-lt"/>
              </a:defRPr>
            </a:lvl3pPr>
            <a:lvl4pPr marL="1657350" indent="-285750" algn="l">
              <a:lnSpc>
                <a:spcPts val="2020"/>
              </a:lnSpc>
              <a:buSzPct val="100000"/>
              <a:buFontTx/>
              <a:buBlip>
                <a:blip r:embed="rId4"/>
              </a:buBlip>
              <a:defRPr sz="1600">
                <a:solidFill>
                  <a:schemeClr val="bg1"/>
                </a:solidFill>
                <a:latin typeface="+mn-lt"/>
              </a:defRPr>
            </a:lvl4pPr>
            <a:lvl5pPr marL="2114550" indent="-285750" algn="l">
              <a:lnSpc>
                <a:spcPts val="2020"/>
              </a:lnSpc>
              <a:buSzPct val="100000"/>
              <a:buFontTx/>
              <a:buBlip>
                <a:blip r:embed="rId4"/>
              </a:buBlip>
              <a:defRPr sz="16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97693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Light_Sub">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20000" y="228600"/>
            <a:ext cx="11338560" cy="425592"/>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2" name="Group 1">
            <a:extLst>
              <a:ext uri="{FF2B5EF4-FFF2-40B4-BE49-F238E27FC236}">
                <a16:creationId xmlns:a16="http://schemas.microsoft.com/office/drawing/2014/main" id="{194E9799-634E-7736-76B4-6220A70329AF}"/>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684A767D-3F86-D687-87F0-42E5F8F82CBC}"/>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E49A6899-080A-CB11-E001-0849EFA039BC}"/>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BD83557B-4935-7DE8-D7B5-DD3A59F0D9D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14" name="Text Placeholder 6">
            <a:extLst>
              <a:ext uri="{FF2B5EF4-FFF2-40B4-BE49-F238E27FC236}">
                <a16:creationId xmlns:a16="http://schemas.microsoft.com/office/drawing/2014/main" id="{2DB32DC9-CD14-7184-963C-A86EEEA32669}"/>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tx1"/>
                </a:solidFill>
                <a:latin typeface="+mj-lt"/>
              </a:defRPr>
            </a:lvl1pPr>
          </a:lstStyle>
          <a:p>
            <a:pPr lvl="0"/>
            <a:r>
              <a:rPr lang="en-US"/>
              <a:t>Click to edit Master text styles</a:t>
            </a:r>
          </a:p>
        </p:txBody>
      </p:sp>
      <p:sp>
        <p:nvSpPr>
          <p:cNvPr id="501" name="Slide Number Placeholder 501"/>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7DA59B58-B945-4B36-BC6B-9C26C933A008}" type="slidenum">
              <a:rPr lang="en-US" smtClean="0"/>
              <a:t>‹#›</a:t>
            </a:fld>
            <a:endParaRPr lang="en-US"/>
          </a:p>
        </p:txBody>
      </p:sp>
      <p:grpSp>
        <p:nvGrpSpPr>
          <p:cNvPr id="4" name="Group 3">
            <a:extLst>
              <a:ext uri="{FF2B5EF4-FFF2-40B4-BE49-F238E27FC236}">
                <a16:creationId xmlns:a16="http://schemas.microsoft.com/office/drawing/2014/main" id="{D13ABF44-7159-0310-8642-D658032AE35C}"/>
              </a:ext>
            </a:extLst>
          </p:cNvPr>
          <p:cNvGrpSpPr/>
          <p:nvPr userDrawn="1"/>
        </p:nvGrpSpPr>
        <p:grpSpPr>
          <a:xfrm>
            <a:off x="335847" y="6525414"/>
            <a:ext cx="11424153" cy="274320"/>
            <a:chOff x="335847" y="6525414"/>
            <a:chExt cx="11424153" cy="274320"/>
          </a:xfrm>
        </p:grpSpPr>
        <p:pic>
          <p:nvPicPr>
            <p:cNvPr id="6" name="Picture 5" descr="A black screen with a purple border&#10;&#10;AI-generated content may be incorrect.">
              <a:extLst>
                <a:ext uri="{FF2B5EF4-FFF2-40B4-BE49-F238E27FC236}">
                  <a16:creationId xmlns:a16="http://schemas.microsoft.com/office/drawing/2014/main" id="{DA256E40-4839-A002-DAE4-E92AC3621E44}"/>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D9790FCA-7576-E215-2F6F-5D710A40D684}"/>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8" name="TextBox 7">
              <a:extLst>
                <a:ext uri="{FF2B5EF4-FFF2-40B4-BE49-F238E27FC236}">
                  <a16:creationId xmlns:a16="http://schemas.microsoft.com/office/drawing/2014/main" id="{2B89C57F-9FD2-3D9E-C745-F36B0B48A6C5}"/>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3" name="Content Placeholder 2">
            <a:extLst>
              <a:ext uri="{FF2B5EF4-FFF2-40B4-BE49-F238E27FC236}">
                <a16:creationId xmlns:a16="http://schemas.microsoft.com/office/drawing/2014/main" id="{DBD2E08C-7819-8536-BD90-D963237DC2FA}"/>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2">
                    <a:lumMod val="25000"/>
                  </a:schemeClr>
                </a:solidFill>
                <a:latin typeface="+mn-lt"/>
              </a:defRPr>
            </a:lvl1pPr>
            <a:lvl2pPr marL="742950" indent="-285750" algn="l">
              <a:lnSpc>
                <a:spcPts val="2020"/>
              </a:lnSpc>
              <a:buSzPct val="100000"/>
              <a:buFontTx/>
              <a:buBlip>
                <a:blip r:embed="rId4"/>
              </a:buBlip>
              <a:defRPr sz="1800">
                <a:solidFill>
                  <a:schemeClr val="bg2">
                    <a:lumMod val="25000"/>
                  </a:schemeClr>
                </a:solidFill>
                <a:latin typeface="+mn-lt"/>
              </a:defRPr>
            </a:lvl2pPr>
            <a:lvl3pPr marL="1200150" indent="-285750" algn="l">
              <a:lnSpc>
                <a:spcPts val="2020"/>
              </a:lnSpc>
              <a:buSzPct val="100000"/>
              <a:buFontTx/>
              <a:buBlip>
                <a:blip r:embed="rId4"/>
              </a:buBlip>
              <a:defRPr sz="1600">
                <a:solidFill>
                  <a:schemeClr val="bg2">
                    <a:lumMod val="25000"/>
                  </a:schemeClr>
                </a:solidFill>
                <a:latin typeface="+mn-lt"/>
              </a:defRPr>
            </a:lvl3pPr>
            <a:lvl4pPr marL="1657350" indent="-285750" algn="l">
              <a:lnSpc>
                <a:spcPts val="2020"/>
              </a:lnSpc>
              <a:buSzPct val="100000"/>
              <a:buFontTx/>
              <a:buBlip>
                <a:blip r:embed="rId4"/>
              </a:buBlip>
              <a:defRPr sz="1600">
                <a:solidFill>
                  <a:schemeClr val="bg2">
                    <a:lumMod val="25000"/>
                  </a:schemeClr>
                </a:solidFill>
                <a:latin typeface="+mn-lt"/>
              </a:defRPr>
            </a:lvl4pPr>
            <a:lvl5pPr marL="2114550" indent="-285750" algn="l">
              <a:lnSpc>
                <a:spcPts val="2020"/>
              </a:lnSpc>
              <a:buSzPct val="100000"/>
              <a:buFontTx/>
              <a:buBlip>
                <a:blip r:embed="rId4"/>
              </a:buBlip>
              <a:defRPr sz="1600">
                <a:solidFill>
                  <a:schemeClr val="bg2">
                    <a:lumMod val="25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355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Dark_Sub">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D88E1E-075F-16F9-E92B-5A17AA502768}"/>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E24CC322-E05B-5FA0-F1FB-CE44C7DC4AA2}"/>
              </a:ext>
            </a:extLst>
          </p:cNvPr>
          <p:cNvPicPr>
            <a:picLocks noChangeAspect="1"/>
          </p:cNvPicPr>
          <p:nvPr/>
        </p:nvPicPr>
        <p:blipFill>
          <a:blip r:embed="rId3"/>
          <a:srcRect/>
          <a:stretch/>
        </p:blipFill>
        <p:spPr>
          <a:xfrm>
            <a:off x="338835" y="6515152"/>
            <a:ext cx="1338681" cy="273100"/>
          </a:xfrm>
          <a:prstGeom prst="rect">
            <a:avLst/>
          </a:prstGeom>
        </p:spPr>
      </p:pic>
      <p:sp>
        <p:nvSpPr>
          <p:cNvPr id="4" name="TextBox 3">
            <a:extLst>
              <a:ext uri="{FF2B5EF4-FFF2-40B4-BE49-F238E27FC236}">
                <a16:creationId xmlns:a16="http://schemas.microsoft.com/office/drawing/2014/main" id="{A1FDE916-4E68-47BE-7CCA-CE1BDDE69408}"/>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4" name="Slide Number Placeholder 504"/>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907D951D-1967-483E-BB83-DA2FAF8BD3C5}" type="slidenum">
              <a:rPr lang="en-US" smtClean="0"/>
              <a:t>‹#›</a:t>
            </a:fld>
            <a:endParaRPr lang="en-US"/>
          </a:p>
        </p:txBody>
      </p:sp>
      <p:sp>
        <p:nvSpPr>
          <p:cNvPr id="7" name="Title 1">
            <a:extLst>
              <a:ext uri="{FF2B5EF4-FFF2-40B4-BE49-F238E27FC236}">
                <a16:creationId xmlns:a16="http://schemas.microsoft.com/office/drawing/2014/main" id="{3E7E6407-B729-531A-E63B-931D38FA1997}"/>
              </a:ext>
            </a:extLst>
          </p:cNvPr>
          <p:cNvSpPr>
            <a:spLocks noGrp="1"/>
          </p:cNvSpPr>
          <p:nvPr>
            <p:ph type="title"/>
          </p:nvPr>
        </p:nvSpPr>
        <p:spPr>
          <a:xfrm>
            <a:off x="420000" y="228600"/>
            <a:ext cx="11338560" cy="425592"/>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sp>
        <p:nvSpPr>
          <p:cNvPr id="8" name="Text Placeholder 6">
            <a:extLst>
              <a:ext uri="{FF2B5EF4-FFF2-40B4-BE49-F238E27FC236}">
                <a16:creationId xmlns:a16="http://schemas.microsoft.com/office/drawing/2014/main" id="{84657EC2-CEDF-D7F5-6742-63F0C8E338CA}"/>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bg1"/>
                </a:solidFill>
                <a:latin typeface="+mj-lt"/>
              </a:defRPr>
            </a:lvl1pPr>
          </a:lstStyle>
          <a:p>
            <a:pPr lvl="0"/>
            <a:r>
              <a:rPr lang="en-US"/>
              <a:t>Click to edit Master text styles</a:t>
            </a:r>
          </a:p>
        </p:txBody>
      </p:sp>
      <p:pic>
        <p:nvPicPr>
          <p:cNvPr id="5" name="Picture 4">
            <a:extLst>
              <a:ext uri="{FF2B5EF4-FFF2-40B4-BE49-F238E27FC236}">
                <a16:creationId xmlns:a16="http://schemas.microsoft.com/office/drawing/2014/main" id="{C9B9B128-F973-EEF6-EF03-D91D80373494}"/>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9" name="Picture 8">
            <a:extLst>
              <a:ext uri="{FF2B5EF4-FFF2-40B4-BE49-F238E27FC236}">
                <a16:creationId xmlns:a16="http://schemas.microsoft.com/office/drawing/2014/main" id="{B76599BF-0C95-F285-041D-E211D0EBCB3E}"/>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10" name="TextBox 9">
            <a:extLst>
              <a:ext uri="{FF2B5EF4-FFF2-40B4-BE49-F238E27FC236}">
                <a16:creationId xmlns:a16="http://schemas.microsoft.com/office/drawing/2014/main" id="{79996EC1-CD86-C9E1-9600-D7F536EFF6C9}"/>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6" name="Content Placeholder 2">
            <a:extLst>
              <a:ext uri="{FF2B5EF4-FFF2-40B4-BE49-F238E27FC236}">
                <a16:creationId xmlns:a16="http://schemas.microsoft.com/office/drawing/2014/main" id="{9797606E-5522-2270-7E8E-8B301BF4754B}"/>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1"/>
                </a:solidFill>
                <a:latin typeface="+mn-lt"/>
              </a:defRPr>
            </a:lvl1pPr>
            <a:lvl2pPr marL="742950" indent="-285750" algn="l">
              <a:lnSpc>
                <a:spcPts val="2020"/>
              </a:lnSpc>
              <a:buSzPct val="100000"/>
              <a:buFontTx/>
              <a:buBlip>
                <a:blip r:embed="rId4"/>
              </a:buBlip>
              <a:defRPr sz="1800">
                <a:solidFill>
                  <a:schemeClr val="bg1"/>
                </a:solidFill>
                <a:latin typeface="+mn-lt"/>
              </a:defRPr>
            </a:lvl2pPr>
            <a:lvl3pPr marL="1200150" indent="-285750" algn="l">
              <a:lnSpc>
                <a:spcPts val="2020"/>
              </a:lnSpc>
              <a:buSzPct val="100000"/>
              <a:buFontTx/>
              <a:buBlip>
                <a:blip r:embed="rId4"/>
              </a:buBlip>
              <a:defRPr sz="1600">
                <a:solidFill>
                  <a:schemeClr val="bg1"/>
                </a:solidFill>
                <a:latin typeface="+mn-lt"/>
              </a:defRPr>
            </a:lvl3pPr>
            <a:lvl4pPr marL="1657350" indent="-285750" algn="l">
              <a:lnSpc>
                <a:spcPts val="2020"/>
              </a:lnSpc>
              <a:buSzPct val="100000"/>
              <a:buFontTx/>
              <a:buBlip>
                <a:blip r:embed="rId4"/>
              </a:buBlip>
              <a:defRPr sz="1600">
                <a:solidFill>
                  <a:schemeClr val="bg1"/>
                </a:solidFill>
                <a:latin typeface="+mn-lt"/>
              </a:defRPr>
            </a:lvl4pPr>
            <a:lvl5pPr marL="2114550" indent="-285750" algn="l">
              <a:lnSpc>
                <a:spcPts val="2020"/>
              </a:lnSpc>
              <a:buSzPct val="100000"/>
              <a:buFontTx/>
              <a:buBlip>
                <a:blip r:embed="rId4"/>
              </a:buBlip>
              <a:defRPr sz="16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595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_Only_Ligh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sp>
        <p:nvSpPr>
          <p:cNvPr id="2" name="Title 1">
            <a:extLst>
              <a:ext uri="{FF2B5EF4-FFF2-40B4-BE49-F238E27FC236}">
                <a16:creationId xmlns:a16="http://schemas.microsoft.com/office/drawing/2014/main" id="{24239D7E-847E-7ECB-B5B3-78921924BC62}"/>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3" name="Group 2">
            <a:extLst>
              <a:ext uri="{FF2B5EF4-FFF2-40B4-BE49-F238E27FC236}">
                <a16:creationId xmlns:a16="http://schemas.microsoft.com/office/drawing/2014/main" id="{EB225BBB-4B98-5FF7-84C1-7A330B9237C5}"/>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11399B78-A26E-C5D3-5977-F72D21DCEFAD}"/>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6" name="Picture 5" descr="A black and grey logo&#10;&#10;AI-generated content may be incorrect.">
              <a:extLst>
                <a:ext uri="{FF2B5EF4-FFF2-40B4-BE49-F238E27FC236}">
                  <a16:creationId xmlns:a16="http://schemas.microsoft.com/office/drawing/2014/main" id="{FD13B7C0-9011-B8D4-9EEE-6C853DFAFB6C}"/>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7" name="TextBox 6">
              <a:extLst>
                <a:ext uri="{FF2B5EF4-FFF2-40B4-BE49-F238E27FC236}">
                  <a16:creationId xmlns:a16="http://schemas.microsoft.com/office/drawing/2014/main" id="{78EAC99F-5662-C339-9764-481B7B922392}"/>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56209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_Only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A6F95571-82E2-85D7-3B9C-56BA8B5AD54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7F7BC436-961B-D816-84DF-1F889D57215D}"/>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000C47-8281-C02D-16F9-EA7DC2C581A4}"/>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D1F91332-0918-0B47-73BF-CF5E1F4FE808}"/>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90947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_L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77A6FE-7F15-37F5-2BCD-425A1BEB9F62}"/>
              </a:ext>
            </a:extLst>
          </p:cNvPr>
          <p:cNvGrpSpPr/>
          <p:nvPr/>
        </p:nvGrpSpPr>
        <p:grpSpPr>
          <a:xfrm>
            <a:off x="335847" y="6525414"/>
            <a:ext cx="11424153" cy="274320"/>
            <a:chOff x="335847" y="652541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2" name="Slide Number Placeholder 502"/>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63862CC-204F-4E50-8BF7-6EEE79EB8F36}" type="slidenum">
              <a:rPr lang="en-US" smtClean="0"/>
              <a:t>‹#›</a:t>
            </a:fld>
            <a:endParaRPr lang="en-US"/>
          </a:p>
        </p:txBody>
      </p:sp>
      <p:grpSp>
        <p:nvGrpSpPr>
          <p:cNvPr id="3" name="Group 2">
            <a:extLst>
              <a:ext uri="{FF2B5EF4-FFF2-40B4-BE49-F238E27FC236}">
                <a16:creationId xmlns:a16="http://schemas.microsoft.com/office/drawing/2014/main" id="{7F016BD5-A56B-5BA3-F690-D9AFCC34CA02}"/>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F57B6DD7-1C29-5CD5-E825-1A6752941061}"/>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EB161965-9496-DC09-2773-B4928F83CC1B}"/>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6" name="TextBox 5">
              <a:extLst>
                <a:ext uri="{FF2B5EF4-FFF2-40B4-BE49-F238E27FC236}">
                  <a16:creationId xmlns:a16="http://schemas.microsoft.com/office/drawing/2014/main" id="{CC0ABE36-5BB2-574A-E750-F948BA8DAE9A}"/>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90266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01AD69-9691-1E32-5B19-EADB15933819}"/>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1F889208-DB86-485A-C5EF-41C729FD141B}"/>
              </a:ext>
            </a:extLst>
          </p:cNvPr>
          <p:cNvPicPr>
            <a:picLocks noChangeAspect="1"/>
          </p:cNvPicPr>
          <p:nvPr/>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00960D57-6649-C85B-C203-A5A47F87752B}"/>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5" name="Slide Number Placeholder 505"/>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5B5F607B-51C9-463C-B8AC-22C4474A29A3}" type="slidenum">
              <a:rPr lang="en-US" smtClean="0"/>
              <a:t>‹#›</a:t>
            </a:fld>
            <a:endParaRPr lang="en-US"/>
          </a:p>
        </p:txBody>
      </p:sp>
      <p:pic>
        <p:nvPicPr>
          <p:cNvPr id="4" name="Picture 3">
            <a:extLst>
              <a:ext uri="{FF2B5EF4-FFF2-40B4-BE49-F238E27FC236}">
                <a16:creationId xmlns:a16="http://schemas.microsoft.com/office/drawing/2014/main" id="{44367700-E7B8-00A1-CA00-780B430A3123}"/>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FFD0E7-4FF1-D7DE-B8CF-6D3ADD3BC27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6A1BC7B2-6B3B-DB21-E219-33C1F3A48CF1}"/>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23999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09B0A9-4F98-C3F4-4E57-41FF83F30D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6" name="Picture 5">
            <a:extLst>
              <a:ext uri="{FF2B5EF4-FFF2-40B4-BE49-F238E27FC236}">
                <a16:creationId xmlns:a16="http://schemas.microsoft.com/office/drawing/2014/main" id="{CB4CFA25-03B5-0177-8AC1-33D467FC70EA}"/>
              </a:ext>
            </a:extLst>
          </p:cNvPr>
          <p:cNvPicPr>
            <a:picLocks noChangeAspect="1"/>
          </p:cNvPicPr>
          <p:nvPr/>
        </p:nvPicPr>
        <p:blipFill>
          <a:blip r:embed="rId3"/>
          <a:srcRect/>
          <a:stretch/>
        </p:blipFill>
        <p:spPr>
          <a:xfrm>
            <a:off x="9210430" y="6209865"/>
            <a:ext cx="2347233" cy="364855"/>
          </a:xfrm>
          <a:prstGeom prst="rect">
            <a:avLst/>
          </a:prstGeom>
        </p:spPr>
      </p:pic>
      <p:sp>
        <p:nvSpPr>
          <p:cNvPr id="8" name="Title 1">
            <a:extLst>
              <a:ext uri="{FF2B5EF4-FFF2-40B4-BE49-F238E27FC236}">
                <a16:creationId xmlns:a16="http://schemas.microsoft.com/office/drawing/2014/main" id="{D15AE0B4-EBC9-F172-55AF-5CEADF6BB87F}"/>
              </a:ext>
            </a:extLst>
          </p:cNvPr>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9" name="Text Placeholder 6">
            <a:extLst>
              <a:ext uri="{FF2B5EF4-FFF2-40B4-BE49-F238E27FC236}">
                <a16:creationId xmlns:a16="http://schemas.microsoft.com/office/drawing/2014/main" id="{5E6E9556-28FF-C72E-9775-EC041E8A5024}"/>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sp>
        <p:nvSpPr>
          <p:cNvPr id="2" name="Rectangle 1">
            <a:extLst>
              <a:ext uri="{FF2B5EF4-FFF2-40B4-BE49-F238E27FC236}">
                <a16:creationId xmlns:a16="http://schemas.microsoft.com/office/drawing/2014/main" id="{D1083F48-B9B5-250C-EC88-908B62BD3AFC}"/>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a:extLst>
              <a:ext uri="{FF2B5EF4-FFF2-40B4-BE49-F238E27FC236}">
                <a16:creationId xmlns:a16="http://schemas.microsoft.com/office/drawing/2014/main" id="{2AC4D28D-5628-0FAB-BB37-9B5095BB19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5" name="Picture 4">
            <a:extLst>
              <a:ext uri="{FF2B5EF4-FFF2-40B4-BE49-F238E27FC236}">
                <a16:creationId xmlns:a16="http://schemas.microsoft.com/office/drawing/2014/main" id="{B8EC43E4-6A73-99D5-F9A3-E7D3D97EBF1A}"/>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7" name="Rectangle 6">
            <a:extLst>
              <a:ext uri="{FF2B5EF4-FFF2-40B4-BE49-F238E27FC236}">
                <a16:creationId xmlns:a16="http://schemas.microsoft.com/office/drawing/2014/main" id="{D1A58DCA-200A-6AF9-E5F0-31C116120388}"/>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45047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_Cryst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Title 1"/>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2" name="Text Placeholder 6">
            <a:extLst>
              <a:ext uri="{FF2B5EF4-FFF2-40B4-BE49-F238E27FC236}">
                <a16:creationId xmlns:a16="http://schemas.microsoft.com/office/drawing/2014/main" id="{14915D0C-CB06-62F7-E67D-7F5B928F57E1}"/>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4B798847-E310-8470-FC39-FCD772C71B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5" name="Rectangle 4">
            <a:extLst>
              <a:ext uri="{FF2B5EF4-FFF2-40B4-BE49-F238E27FC236}">
                <a16:creationId xmlns:a16="http://schemas.microsoft.com/office/drawing/2014/main" id="{954F02A1-F26A-CCE0-8A13-B5F534431235}"/>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2CF92799-6CFD-FC58-A1FC-8FAACB71FBF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6" name="Rectangle 5">
            <a:extLst>
              <a:ext uri="{FF2B5EF4-FFF2-40B4-BE49-F238E27FC236}">
                <a16:creationId xmlns:a16="http://schemas.microsoft.com/office/drawing/2014/main" id="{C71AF492-0819-EC08-ED38-56959E5585DD}"/>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32097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ing_Dark">
    <p:bg>
      <p:bgPr>
        <a:solidFill>
          <a:srgbClr val="281A42"/>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FCAD75B8-1961-0901-7197-778645E6878F}"/>
              </a:ext>
            </a:extLst>
          </p:cNvPr>
          <p:cNvPicPr>
            <a:picLocks noChangeAspect="1"/>
          </p:cNvPicPr>
          <p:nvPr/>
        </p:nvPicPr>
        <p:blipFill>
          <a:blip r:embed="rId3"/>
          <a:srcRect/>
          <a:stretch/>
        </p:blipFill>
        <p:spPr>
          <a:xfrm>
            <a:off x="9210430" y="6209865"/>
            <a:ext cx="2347233" cy="364855"/>
          </a:xfrm>
          <a:prstGeom prst="rect">
            <a:avLst/>
          </a:prstGeom>
        </p:spPr>
      </p:pic>
      <p:pic>
        <p:nvPicPr>
          <p:cNvPr id="3" name="Picture 2">
            <a:extLst>
              <a:ext uri="{FF2B5EF4-FFF2-40B4-BE49-F238E27FC236}">
                <a16:creationId xmlns:a16="http://schemas.microsoft.com/office/drawing/2014/main" id="{EE0B02FF-8604-586E-FCEA-F2630787735E}"/>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pic>
        <p:nvPicPr>
          <p:cNvPr id="4" name="Picture 3">
            <a:extLst>
              <a:ext uri="{FF2B5EF4-FFF2-40B4-BE49-F238E27FC236}">
                <a16:creationId xmlns:a16="http://schemas.microsoft.com/office/drawing/2014/main" id="{929837DF-36CB-F9C7-2AF7-86255EDA03D9}"/>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5" name="TextBox 4">
            <a:extLst>
              <a:ext uri="{FF2B5EF4-FFF2-40B4-BE49-F238E27FC236}">
                <a16:creationId xmlns:a16="http://schemas.microsoft.com/office/drawing/2014/main" id="{0E200A60-B051-BEDC-E25C-CAC8A419D6D2}"/>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54570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ing_PivotPurple">
    <p:bg>
      <p:bgPr>
        <a:solidFill>
          <a:srgbClr val="755FFF"/>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41DCE326-F1D6-8FF0-0CFD-1F01F428AF76}"/>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sp>
        <p:nvSpPr>
          <p:cNvPr id="3" name="TextBox 2">
            <a:extLst>
              <a:ext uri="{FF2B5EF4-FFF2-40B4-BE49-F238E27FC236}">
                <a16:creationId xmlns:a16="http://schemas.microsoft.com/office/drawing/2014/main" id="{CD30B84A-CD15-A69D-7C0D-0A25B01CE3A9}"/>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3702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174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26" Type="http://schemas.openxmlformats.org/officeDocument/2006/relationships/image" Target="../media/image42.png"/><Relationship Id="rId21" Type="http://schemas.openxmlformats.org/officeDocument/2006/relationships/image" Target="../media/image37.png"/><Relationship Id="rId42" Type="http://schemas.openxmlformats.org/officeDocument/2006/relationships/image" Target="../media/image58.png"/><Relationship Id="rId47" Type="http://schemas.openxmlformats.org/officeDocument/2006/relationships/image" Target="../media/image63.png"/><Relationship Id="rId63" Type="http://schemas.openxmlformats.org/officeDocument/2006/relationships/image" Target="../media/image79.png"/><Relationship Id="rId68" Type="http://schemas.openxmlformats.org/officeDocument/2006/relationships/image" Target="../media/image84.png"/><Relationship Id="rId84" Type="http://schemas.openxmlformats.org/officeDocument/2006/relationships/image" Target="../media/image100.png"/><Relationship Id="rId89" Type="http://schemas.openxmlformats.org/officeDocument/2006/relationships/image" Target="../media/image105.png"/><Relationship Id="rId16" Type="http://schemas.openxmlformats.org/officeDocument/2006/relationships/image" Target="../media/image32.jpg"/><Relationship Id="rId11" Type="http://schemas.openxmlformats.org/officeDocument/2006/relationships/image" Target="../media/image27.png"/><Relationship Id="rId32" Type="http://schemas.openxmlformats.org/officeDocument/2006/relationships/image" Target="../media/image48.png"/><Relationship Id="rId37" Type="http://schemas.openxmlformats.org/officeDocument/2006/relationships/image" Target="../media/image53.jpg"/><Relationship Id="rId53" Type="http://schemas.openxmlformats.org/officeDocument/2006/relationships/image" Target="../media/image69.jpg"/><Relationship Id="rId58" Type="http://schemas.openxmlformats.org/officeDocument/2006/relationships/image" Target="../media/image74.jpg"/><Relationship Id="rId74" Type="http://schemas.openxmlformats.org/officeDocument/2006/relationships/image" Target="../media/image90.png"/><Relationship Id="rId79" Type="http://schemas.openxmlformats.org/officeDocument/2006/relationships/image" Target="../media/image95.jpg"/><Relationship Id="rId5" Type="http://schemas.openxmlformats.org/officeDocument/2006/relationships/image" Target="../media/image21.jpg"/><Relationship Id="rId90" Type="http://schemas.openxmlformats.org/officeDocument/2006/relationships/image" Target="../media/image106.png"/><Relationship Id="rId95" Type="http://schemas.openxmlformats.org/officeDocument/2006/relationships/image" Target="../media/image111.png"/><Relationship Id="rId22" Type="http://schemas.openxmlformats.org/officeDocument/2006/relationships/image" Target="../media/image38.png"/><Relationship Id="rId27" Type="http://schemas.openxmlformats.org/officeDocument/2006/relationships/image" Target="../media/image43.png"/><Relationship Id="rId43" Type="http://schemas.openxmlformats.org/officeDocument/2006/relationships/image" Target="../media/image59.png"/><Relationship Id="rId48" Type="http://schemas.openxmlformats.org/officeDocument/2006/relationships/image" Target="../media/image64.png"/><Relationship Id="rId64" Type="http://schemas.openxmlformats.org/officeDocument/2006/relationships/image" Target="../media/image80.png"/><Relationship Id="rId69" Type="http://schemas.openxmlformats.org/officeDocument/2006/relationships/image" Target="../media/image85.png"/><Relationship Id="rId8" Type="http://schemas.openxmlformats.org/officeDocument/2006/relationships/image" Target="../media/image24.png"/><Relationship Id="rId51" Type="http://schemas.openxmlformats.org/officeDocument/2006/relationships/image" Target="../media/image67.jpg"/><Relationship Id="rId72" Type="http://schemas.openxmlformats.org/officeDocument/2006/relationships/image" Target="../media/image88.png"/><Relationship Id="rId80" Type="http://schemas.openxmlformats.org/officeDocument/2006/relationships/image" Target="../media/image96.jpg"/><Relationship Id="rId85" Type="http://schemas.openxmlformats.org/officeDocument/2006/relationships/image" Target="../media/image101.png"/><Relationship Id="rId93" Type="http://schemas.openxmlformats.org/officeDocument/2006/relationships/image" Target="../media/image109.png"/><Relationship Id="rId3" Type="http://schemas.openxmlformats.org/officeDocument/2006/relationships/image" Target="../media/image19.jpg"/><Relationship Id="rId12" Type="http://schemas.openxmlformats.org/officeDocument/2006/relationships/image" Target="../media/image28.png"/><Relationship Id="rId17" Type="http://schemas.openxmlformats.org/officeDocument/2006/relationships/image" Target="../media/image33.png"/><Relationship Id="rId25" Type="http://schemas.openxmlformats.org/officeDocument/2006/relationships/image" Target="../media/image41.jpg"/><Relationship Id="rId33" Type="http://schemas.openxmlformats.org/officeDocument/2006/relationships/image" Target="../media/image49.jpg"/><Relationship Id="rId38" Type="http://schemas.openxmlformats.org/officeDocument/2006/relationships/image" Target="../media/image54.png"/><Relationship Id="rId46" Type="http://schemas.openxmlformats.org/officeDocument/2006/relationships/image" Target="../media/image62.png"/><Relationship Id="rId59" Type="http://schemas.openxmlformats.org/officeDocument/2006/relationships/image" Target="../media/image75.jpg"/><Relationship Id="rId67" Type="http://schemas.openxmlformats.org/officeDocument/2006/relationships/image" Target="../media/image83.png"/><Relationship Id="rId20" Type="http://schemas.openxmlformats.org/officeDocument/2006/relationships/image" Target="../media/image36.png"/><Relationship Id="rId41" Type="http://schemas.openxmlformats.org/officeDocument/2006/relationships/image" Target="../media/image57.png"/><Relationship Id="rId54" Type="http://schemas.openxmlformats.org/officeDocument/2006/relationships/image" Target="../media/image70.jpg"/><Relationship Id="rId62" Type="http://schemas.openxmlformats.org/officeDocument/2006/relationships/image" Target="../media/image78.png"/><Relationship Id="rId70" Type="http://schemas.openxmlformats.org/officeDocument/2006/relationships/image" Target="../media/image86.png"/><Relationship Id="rId75" Type="http://schemas.openxmlformats.org/officeDocument/2006/relationships/image" Target="../media/image91.jpg"/><Relationship Id="rId83" Type="http://schemas.openxmlformats.org/officeDocument/2006/relationships/image" Target="../media/image99.jpg"/><Relationship Id="rId88" Type="http://schemas.openxmlformats.org/officeDocument/2006/relationships/image" Target="../media/image104.png"/><Relationship Id="rId91" Type="http://schemas.openxmlformats.org/officeDocument/2006/relationships/image" Target="../media/image107.jpg"/><Relationship Id="rId1" Type="http://schemas.openxmlformats.org/officeDocument/2006/relationships/slideLayout" Target="../slideLayouts/slideLayout8.xml"/><Relationship Id="rId6" Type="http://schemas.openxmlformats.org/officeDocument/2006/relationships/image" Target="../media/image22.png"/><Relationship Id="rId15" Type="http://schemas.openxmlformats.org/officeDocument/2006/relationships/image" Target="../media/image31.png"/><Relationship Id="rId23" Type="http://schemas.openxmlformats.org/officeDocument/2006/relationships/image" Target="../media/image39.jpg"/><Relationship Id="rId28" Type="http://schemas.openxmlformats.org/officeDocument/2006/relationships/image" Target="../media/image44.jpg"/><Relationship Id="rId36" Type="http://schemas.openxmlformats.org/officeDocument/2006/relationships/image" Target="../media/image52.jpg"/><Relationship Id="rId49" Type="http://schemas.openxmlformats.org/officeDocument/2006/relationships/image" Target="../media/image65.jpg"/><Relationship Id="rId57" Type="http://schemas.openxmlformats.org/officeDocument/2006/relationships/image" Target="../media/image73.jpg"/><Relationship Id="rId10" Type="http://schemas.openxmlformats.org/officeDocument/2006/relationships/image" Target="../media/image26.png"/><Relationship Id="rId31" Type="http://schemas.openxmlformats.org/officeDocument/2006/relationships/image" Target="../media/image47.png"/><Relationship Id="rId44" Type="http://schemas.openxmlformats.org/officeDocument/2006/relationships/image" Target="../media/image60.jpg"/><Relationship Id="rId52" Type="http://schemas.openxmlformats.org/officeDocument/2006/relationships/image" Target="../media/image68.png"/><Relationship Id="rId60" Type="http://schemas.openxmlformats.org/officeDocument/2006/relationships/image" Target="../media/image76.jpg"/><Relationship Id="rId65" Type="http://schemas.openxmlformats.org/officeDocument/2006/relationships/image" Target="../media/image81.png"/><Relationship Id="rId73" Type="http://schemas.openxmlformats.org/officeDocument/2006/relationships/image" Target="../media/image89.png"/><Relationship Id="rId78" Type="http://schemas.openxmlformats.org/officeDocument/2006/relationships/image" Target="../media/image94.png"/><Relationship Id="rId81" Type="http://schemas.openxmlformats.org/officeDocument/2006/relationships/image" Target="../media/image97.jpg"/><Relationship Id="rId86" Type="http://schemas.openxmlformats.org/officeDocument/2006/relationships/image" Target="../media/image102.png"/><Relationship Id="rId94" Type="http://schemas.openxmlformats.org/officeDocument/2006/relationships/image" Target="../media/image110.jpg"/><Relationship Id="rId4" Type="http://schemas.openxmlformats.org/officeDocument/2006/relationships/image" Target="../media/image20.png"/><Relationship Id="rId9" Type="http://schemas.openxmlformats.org/officeDocument/2006/relationships/image" Target="../media/image25.jpg"/><Relationship Id="rId13" Type="http://schemas.openxmlformats.org/officeDocument/2006/relationships/image" Target="../media/image29.png"/><Relationship Id="rId18" Type="http://schemas.openxmlformats.org/officeDocument/2006/relationships/image" Target="../media/image34.png"/><Relationship Id="rId39" Type="http://schemas.openxmlformats.org/officeDocument/2006/relationships/image" Target="../media/image55.png"/><Relationship Id="rId34" Type="http://schemas.openxmlformats.org/officeDocument/2006/relationships/image" Target="../media/image50.jpg"/><Relationship Id="rId50" Type="http://schemas.openxmlformats.org/officeDocument/2006/relationships/image" Target="../media/image66.jpg"/><Relationship Id="rId55" Type="http://schemas.openxmlformats.org/officeDocument/2006/relationships/image" Target="../media/image71.png"/><Relationship Id="rId76" Type="http://schemas.openxmlformats.org/officeDocument/2006/relationships/image" Target="../media/image92.png"/><Relationship Id="rId7" Type="http://schemas.openxmlformats.org/officeDocument/2006/relationships/image" Target="../media/image23.jpg"/><Relationship Id="rId71" Type="http://schemas.openxmlformats.org/officeDocument/2006/relationships/image" Target="../media/image87.jpg"/><Relationship Id="rId92" Type="http://schemas.openxmlformats.org/officeDocument/2006/relationships/image" Target="../media/image108.png"/><Relationship Id="rId2" Type="http://schemas.openxmlformats.org/officeDocument/2006/relationships/image" Target="../media/image18.jpg"/><Relationship Id="rId29" Type="http://schemas.openxmlformats.org/officeDocument/2006/relationships/image" Target="../media/image45.png"/><Relationship Id="rId24" Type="http://schemas.openxmlformats.org/officeDocument/2006/relationships/image" Target="../media/image40.jpg"/><Relationship Id="rId40" Type="http://schemas.openxmlformats.org/officeDocument/2006/relationships/image" Target="../media/image56.png"/><Relationship Id="rId45" Type="http://schemas.openxmlformats.org/officeDocument/2006/relationships/image" Target="../media/image61.jpg"/><Relationship Id="rId66" Type="http://schemas.openxmlformats.org/officeDocument/2006/relationships/image" Target="../media/image82.png"/><Relationship Id="rId87" Type="http://schemas.openxmlformats.org/officeDocument/2006/relationships/image" Target="../media/image103.jpg"/><Relationship Id="rId61" Type="http://schemas.openxmlformats.org/officeDocument/2006/relationships/image" Target="../media/image77.png"/><Relationship Id="rId82" Type="http://schemas.openxmlformats.org/officeDocument/2006/relationships/image" Target="../media/image98.png"/><Relationship Id="rId19" Type="http://schemas.openxmlformats.org/officeDocument/2006/relationships/image" Target="../media/image35.jpg"/><Relationship Id="rId14" Type="http://schemas.openxmlformats.org/officeDocument/2006/relationships/image" Target="../media/image30.png"/><Relationship Id="rId30" Type="http://schemas.openxmlformats.org/officeDocument/2006/relationships/image" Target="../media/image46.png"/><Relationship Id="rId35" Type="http://schemas.openxmlformats.org/officeDocument/2006/relationships/image" Target="../media/image51.png"/><Relationship Id="rId56" Type="http://schemas.openxmlformats.org/officeDocument/2006/relationships/image" Target="../media/image72.png"/><Relationship Id="rId77" Type="http://schemas.openxmlformats.org/officeDocument/2006/relationships/image" Target="../media/image93.jpg"/></Relationships>
</file>

<file path=ppt/slides/_rels/slide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8.xml"/><Relationship Id="rId4" Type="http://schemas.openxmlformats.org/officeDocument/2006/relationships/image" Target="../media/image114.png"/></Relationships>
</file>

<file path=ppt/slides/_rels/slide5.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image" Target="../media/image115.png"/><Relationship Id="rId1" Type="http://schemas.openxmlformats.org/officeDocument/2006/relationships/slideLayout" Target="../slideLayouts/slideLayout6.xml"/><Relationship Id="rId6" Type="http://schemas.openxmlformats.org/officeDocument/2006/relationships/image" Target="../media/image119.png"/><Relationship Id="rId5" Type="http://schemas.openxmlformats.org/officeDocument/2006/relationships/image" Target="../media/image11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emf"/></Relationships>
</file>

<file path=ppt/slides/_rels/slide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8.xml"/><Relationship Id="rId6" Type="http://schemas.openxmlformats.org/officeDocument/2006/relationships/image" Target="../media/image127.png"/><Relationship Id="rId5" Type="http://schemas.openxmlformats.org/officeDocument/2006/relationships/image" Target="../media/image15.png"/><Relationship Id="rId4" Type="http://schemas.openxmlformats.org/officeDocument/2006/relationships/image" Target="../media/image1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image" Target="../media/image128.png"/><Relationship Id="rId1" Type="http://schemas.openxmlformats.org/officeDocument/2006/relationships/slideLayout" Target="../slideLayouts/slideLayout8.xml"/><Relationship Id="rId6" Type="http://schemas.openxmlformats.org/officeDocument/2006/relationships/image" Target="../media/image132.png"/><Relationship Id="rId5" Type="http://schemas.openxmlformats.org/officeDocument/2006/relationships/image" Target="../media/image131.jpg"/><Relationship Id="rId10" Type="http://schemas.openxmlformats.org/officeDocument/2006/relationships/image" Target="../media/image16.png"/><Relationship Id="rId4" Type="http://schemas.openxmlformats.org/officeDocument/2006/relationships/image" Target="../media/image130.png"/><Relationship Id="rId9" Type="http://schemas.openxmlformats.org/officeDocument/2006/relationships/image" Target="../media/image126.png"/></Relationships>
</file>

<file path=ppt/slides/_rels/slide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92967-B4F6-698B-411D-5E9A6EE517C7}"/>
              </a:ext>
            </a:extLst>
          </p:cNvPr>
          <p:cNvSpPr>
            <a:spLocks noGrp="1"/>
          </p:cNvSpPr>
          <p:nvPr>
            <p:ph type="title"/>
          </p:nvPr>
        </p:nvSpPr>
        <p:spPr/>
        <p:txBody>
          <a:bodyPr/>
          <a:lstStyle/>
          <a:p>
            <a:r>
              <a:rPr lang="en-US" dirty="0"/>
              <a:t>Introduction to FulcrumQ</a:t>
            </a:r>
          </a:p>
        </p:txBody>
      </p:sp>
      <p:sp>
        <p:nvSpPr>
          <p:cNvPr id="35" name="Text Placeholder 34">
            <a:extLst>
              <a:ext uri="{FF2B5EF4-FFF2-40B4-BE49-F238E27FC236}">
                <a16:creationId xmlns:a16="http://schemas.microsoft.com/office/drawing/2014/main" id="{E2F368D0-6535-3B4F-C33D-67B07C898FC8}"/>
              </a:ext>
            </a:extLst>
          </p:cNvPr>
          <p:cNvSpPr>
            <a:spLocks noGrp="1"/>
          </p:cNvSpPr>
          <p:nvPr>
            <p:ph type="body" sz="quarter" idx="12"/>
          </p:nvPr>
        </p:nvSpPr>
        <p:spPr/>
        <p:txBody>
          <a:bodyPr/>
          <a:lstStyle/>
          <a:p>
            <a:endParaRPr lang="en-US"/>
          </a:p>
        </p:txBody>
      </p:sp>
      <p:sp>
        <p:nvSpPr>
          <p:cNvPr id="36" name="Text Placeholder 35">
            <a:extLst>
              <a:ext uri="{FF2B5EF4-FFF2-40B4-BE49-F238E27FC236}">
                <a16:creationId xmlns:a16="http://schemas.microsoft.com/office/drawing/2014/main" id="{B9AA597A-B775-6D48-950F-DBE5BD92B17F}"/>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78971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19FBE4-4530-8804-F9FF-F223845E813D}"/>
              </a:ext>
            </a:extLst>
          </p:cNvPr>
          <p:cNvSpPr>
            <a:spLocks noGrp="1"/>
          </p:cNvSpPr>
          <p:nvPr>
            <p:ph type="sldNum" sz="quarter" idx="4"/>
          </p:nvPr>
        </p:nvSpPr>
        <p:spPr/>
        <p:txBody>
          <a:bodyPr/>
          <a:lstStyle/>
          <a:p>
            <a:pPr algn="ctr"/>
            <a:fld id="{1875A764-3B06-454E-8ABA-2F6ED0EB58E9}" type="slidenum">
              <a:rPr lang="en-US" smtClean="0"/>
              <a:t>2</a:t>
            </a:fld>
            <a:endParaRPr lang="en-US"/>
          </a:p>
        </p:txBody>
      </p:sp>
      <p:sp>
        <p:nvSpPr>
          <p:cNvPr id="3" name="Title 2">
            <a:extLst>
              <a:ext uri="{FF2B5EF4-FFF2-40B4-BE49-F238E27FC236}">
                <a16:creationId xmlns:a16="http://schemas.microsoft.com/office/drawing/2014/main" id="{71EC1709-7A92-3BEF-F3A4-B0038F59A073}"/>
              </a:ext>
            </a:extLst>
          </p:cNvPr>
          <p:cNvSpPr>
            <a:spLocks noGrp="1"/>
          </p:cNvSpPr>
          <p:nvPr>
            <p:ph type="title"/>
          </p:nvPr>
        </p:nvSpPr>
        <p:spPr/>
        <p:txBody>
          <a:bodyPr/>
          <a:lstStyle/>
          <a:p>
            <a:r>
              <a:rPr lang="en-US" spc="-25" dirty="0" err="1"/>
              <a:t>FulcrumQ</a:t>
            </a:r>
            <a:r>
              <a:rPr lang="en-US" spc="-25" dirty="0"/>
              <a:t> Is a Global Advisory Firm Focused on Value Creation with a Talent Edge​</a:t>
            </a:r>
            <a:endParaRPr lang="en-US" dirty="0"/>
          </a:p>
        </p:txBody>
      </p:sp>
      <p:sp>
        <p:nvSpPr>
          <p:cNvPr id="4" name="object 10">
            <a:extLst>
              <a:ext uri="{FF2B5EF4-FFF2-40B4-BE49-F238E27FC236}">
                <a16:creationId xmlns:a16="http://schemas.microsoft.com/office/drawing/2014/main" id="{635CA4A1-3A64-0305-908A-25DB3B60996F}"/>
              </a:ext>
            </a:extLst>
          </p:cNvPr>
          <p:cNvSpPr txBox="1"/>
          <p:nvPr/>
        </p:nvSpPr>
        <p:spPr>
          <a:xfrm>
            <a:off x="1043398" y="2111529"/>
            <a:ext cx="2115438" cy="736933"/>
          </a:xfrm>
          <a:prstGeom prst="rect">
            <a:avLst/>
          </a:prstGeom>
        </p:spPr>
        <p:txBody>
          <a:bodyPr vert="horz" wrap="square" lIns="0" tIns="7620" rIns="0" bIns="0" rtlCol="0">
            <a:spAutoFit/>
          </a:bodyPr>
          <a:lstStyle/>
          <a:p>
            <a:pPr marL="12065" marR="5080" lvl="0" indent="0" algn="ctr" defTabSz="914400" rtl="0" eaLnBrk="1" fontAlgn="auto" latinLnBrk="0" hangingPunct="1">
              <a:lnSpc>
                <a:spcPct val="102000"/>
              </a:lnSpc>
              <a:spcBef>
                <a:spcPts val="60"/>
              </a:spcBef>
              <a:spcAft>
                <a:spcPts val="0"/>
              </a:spcAft>
              <a:buClrTx/>
              <a:buSzTx/>
              <a:buFontTx/>
              <a:buNone/>
              <a:tabLst/>
              <a:defRPr/>
            </a:pPr>
            <a:r>
              <a:rPr lang="en-US" sz="2400" b="1" spc="-10" dirty="0" err="1">
                <a:solidFill>
                  <a:srgbClr val="1D1D1D"/>
                </a:solidFill>
                <a:latin typeface="Segoe UI" pitchFamily="34" charset="0"/>
                <a:ea typeface="Helvetica Neue" panose="02000503000000020004" pitchFamily="2" charset="0"/>
                <a:cs typeface="Helvetica Neue" panose="02000503000000020004" pitchFamily="2" charset="0"/>
              </a:rPr>
              <a:t>FulcrumQ</a:t>
            </a:r>
            <a:r>
              <a:rPr lang="en-US" sz="2400" b="1" spc="-10" dirty="0">
                <a:solidFill>
                  <a:srgbClr val="1D1D1D"/>
                </a:solidFill>
                <a:latin typeface="Segoe UI" pitchFamily="34" charset="0"/>
                <a:ea typeface="Helvetica Neue" panose="02000503000000020004" pitchFamily="2" charset="0"/>
                <a:cs typeface="Helvetica Neue" panose="02000503000000020004" pitchFamily="2" charset="0"/>
              </a:rPr>
              <a:t> </a:t>
            </a:r>
            <a:r>
              <a:rPr kumimoji="0" lang="en-US" sz="2400" b="1" i="0" u="none" strike="noStrike" kern="1200" cap="none" spc="-10" normalizeH="0" baseline="0" noProof="0" dirty="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Advisory</a:t>
            </a:r>
            <a:endParaRPr kumimoji="0" lang="en-US" sz="2400" b="0" i="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5" name="object 17">
            <a:extLst>
              <a:ext uri="{FF2B5EF4-FFF2-40B4-BE49-F238E27FC236}">
                <a16:creationId xmlns:a16="http://schemas.microsoft.com/office/drawing/2014/main" id="{44AE2FCE-0C77-1807-34E7-8B63C47F4C6E}"/>
              </a:ext>
            </a:extLst>
          </p:cNvPr>
          <p:cNvSpPr txBox="1"/>
          <p:nvPr/>
        </p:nvSpPr>
        <p:spPr>
          <a:xfrm>
            <a:off x="4624001" y="2111529"/>
            <a:ext cx="2229052" cy="734432"/>
          </a:xfrm>
          <a:prstGeom prst="rect">
            <a:avLst/>
          </a:prstGeom>
        </p:spPr>
        <p:txBody>
          <a:bodyPr vert="horz" wrap="square" lIns="0" tIns="7620" rIns="0" bIns="0" rtlCol="0">
            <a:spAutoFit/>
          </a:bodyPr>
          <a:lstStyle/>
          <a:p>
            <a:pPr marL="200025" marR="5080" lvl="0" indent="-187960" algn="l" defTabSz="914400" rtl="0" eaLnBrk="1" fontAlgn="auto" latinLnBrk="0" hangingPunct="1">
              <a:lnSpc>
                <a:spcPct val="102000"/>
              </a:lnSpc>
              <a:spcBef>
                <a:spcPts val="60"/>
              </a:spcBef>
              <a:spcAft>
                <a:spcPts val="0"/>
              </a:spcAft>
              <a:buClrTx/>
              <a:buSzTx/>
              <a:buFontTx/>
              <a:buNone/>
              <a:tabLst/>
              <a:defRPr/>
            </a:pPr>
            <a:r>
              <a:rPr kumimoji="0" lang="en-US" sz="2400" b="1" i="0" u="none" strike="noStrike" kern="1200" cap="none" spc="-10"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Talent to Value </a:t>
            </a:r>
            <a:r>
              <a:rPr kumimoji="0" lang="en-US" sz="2400" b="1" i="0" u="none" strike="noStrike" kern="1200" cap="none" spc="-10" normalizeH="0" baseline="0" noProof="0" dirty="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Academy</a:t>
            </a:r>
            <a:endParaRPr kumimoji="0" lang="en-US" sz="2400" b="0" i="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6" name="object 22">
            <a:extLst>
              <a:ext uri="{FF2B5EF4-FFF2-40B4-BE49-F238E27FC236}">
                <a16:creationId xmlns:a16="http://schemas.microsoft.com/office/drawing/2014/main" id="{002FA34F-42C8-2B30-14C7-A0DCC1342D6E}"/>
              </a:ext>
            </a:extLst>
          </p:cNvPr>
          <p:cNvSpPr txBox="1"/>
          <p:nvPr/>
        </p:nvSpPr>
        <p:spPr>
          <a:xfrm>
            <a:off x="8019919" y="2111529"/>
            <a:ext cx="2651107" cy="747256"/>
          </a:xfrm>
          <a:prstGeom prst="rect">
            <a:avLst/>
          </a:prstGeom>
        </p:spPr>
        <p:txBody>
          <a:bodyPr vert="horz" wrap="square" lIns="0" tIns="7620" rIns="0" bIns="0" rtlCol="0">
            <a:spAutoFit/>
          </a:bodyPr>
          <a:lstStyle/>
          <a:p>
            <a:pPr marL="155575" marR="5080" lvl="0" indent="-143510" algn="ctr" defTabSz="914400" rtl="0" eaLnBrk="1" fontAlgn="auto" latinLnBrk="0" hangingPunct="1">
              <a:lnSpc>
                <a:spcPct val="102000"/>
              </a:lnSpc>
              <a:spcBef>
                <a:spcPts val="60"/>
              </a:spcBef>
              <a:spcAft>
                <a:spcPts val="0"/>
              </a:spcAft>
              <a:buClrTx/>
              <a:buSzTx/>
              <a:buFontTx/>
              <a:buNone/>
              <a:tabLst/>
              <a:defRPr/>
            </a:pPr>
            <a:r>
              <a:rPr kumimoji="0" lang="en-US" sz="2400" b="1" i="0" u="none" strike="noStrike" kern="1200" cap="none" spc="-10" normalizeH="0" baseline="0" noProof="0" dirty="0" err="1">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FulcrumQ</a:t>
            </a:r>
            <a:endParaRPr kumimoji="0" lang="en-US" sz="24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endParaRPr>
          </a:p>
          <a:p>
            <a:pPr marL="155575" marR="5080" lvl="0" indent="-143510" algn="ctr" defTabSz="914400" rtl="0" eaLnBrk="1" fontAlgn="auto" latinLnBrk="0" hangingPunct="1">
              <a:lnSpc>
                <a:spcPct val="102000"/>
              </a:lnSpc>
              <a:spcBef>
                <a:spcPts val="60"/>
              </a:spcBef>
              <a:spcAft>
                <a:spcPts val="0"/>
              </a:spcAft>
              <a:buClrTx/>
              <a:buSzTx/>
              <a:buFontTx/>
              <a:buNone/>
              <a:tabLst/>
              <a:defRPr/>
            </a:pPr>
            <a:r>
              <a:rPr kumimoji="0" lang="en-US" sz="24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AI &amp; </a:t>
            </a:r>
            <a:r>
              <a:rPr kumimoji="0" lang="en-US" sz="2400" b="1" i="0" u="none" strike="noStrike" kern="1200" cap="none" spc="-10" normalizeH="0" baseline="0" noProof="0" dirty="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Digital</a:t>
            </a:r>
            <a:endParaRPr kumimoji="0" lang="en-US" sz="2400" b="0" i="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pic>
        <p:nvPicPr>
          <p:cNvPr id="7" name="Picture 20" descr="Bend the Curve">
            <a:extLst>
              <a:ext uri="{FF2B5EF4-FFF2-40B4-BE49-F238E27FC236}">
                <a16:creationId xmlns:a16="http://schemas.microsoft.com/office/drawing/2014/main" id="{8A5486DA-49D3-8F46-6918-DC058D2FA479}"/>
              </a:ext>
            </a:extLst>
          </p:cNvPr>
          <p:cNvPicPr>
            <a:picLocks noChangeAspect="1" noChangeArrowheads="1"/>
          </p:cNvPicPr>
          <p:nvPr/>
        </p:nvPicPr>
        <p:blipFill>
          <a:blip r:embed="rId2">
            <a:duotone>
              <a:srgbClr val="765FFF"/>
              <a:srgbClr val="FFFFFF"/>
            </a:duotone>
          </a:blip>
          <a:srcRect/>
          <a:stretch>
            <a:fillRect/>
          </a:stretch>
        </p:blipFill>
        <p:spPr bwMode="auto">
          <a:xfrm>
            <a:off x="4624001" y="3551966"/>
            <a:ext cx="1971308" cy="1900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1D1D1D"/>
                </a:solidFill>
                <a:miter lim="800000"/>
                <a:headEnd/>
                <a:tailEnd/>
              </a14:hiddenLine>
            </a:ext>
          </a:extLst>
        </p:spPr>
      </p:pic>
      <p:pic>
        <p:nvPicPr>
          <p:cNvPr id="8" name="Picture 23" descr="Identify critical roles">
            <a:extLst>
              <a:ext uri="{FF2B5EF4-FFF2-40B4-BE49-F238E27FC236}">
                <a16:creationId xmlns:a16="http://schemas.microsoft.com/office/drawing/2014/main" id="{0D3F2C81-1184-41A3-A91A-E06DC0498B6C}"/>
              </a:ext>
            </a:extLst>
          </p:cNvPr>
          <p:cNvPicPr>
            <a:picLocks noChangeAspect="1" noChangeArrowheads="1"/>
          </p:cNvPicPr>
          <p:nvPr/>
        </p:nvPicPr>
        <p:blipFill>
          <a:blip r:embed="rId3">
            <a:duotone>
              <a:srgbClr val="765FFF"/>
              <a:srgbClr val="FFFFFF"/>
            </a:duotone>
          </a:blip>
          <a:srcRect/>
          <a:stretch>
            <a:fillRect/>
          </a:stretch>
        </p:blipFill>
        <p:spPr bwMode="auto">
          <a:xfrm>
            <a:off x="8019919" y="3215158"/>
            <a:ext cx="2669961" cy="257428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pic>
        <p:nvPicPr>
          <p:cNvPr id="9" name="object 8">
            <a:extLst>
              <a:ext uri="{FF2B5EF4-FFF2-40B4-BE49-F238E27FC236}">
                <a16:creationId xmlns:a16="http://schemas.microsoft.com/office/drawing/2014/main" id="{85B0E288-7A2A-6016-C1C6-FC718630CD20}"/>
              </a:ext>
            </a:extLst>
          </p:cNvPr>
          <p:cNvPicPr/>
          <p:nvPr/>
        </p:nvPicPr>
        <p:blipFill>
          <a:blip r:embed="rId4" cstate="print">
            <a:duotone>
              <a:srgbClr val="765FFF"/>
              <a:srgbClr val="FFFFFF"/>
            </a:duotone>
          </a:blip>
          <a:stretch>
            <a:fillRect/>
          </a:stretch>
        </p:blipFill>
        <p:spPr>
          <a:xfrm>
            <a:off x="1043398" y="3588276"/>
            <a:ext cx="2336394" cy="1828047"/>
          </a:xfrm>
          <a:prstGeom prst="rect">
            <a:avLst/>
          </a:prstGeom>
        </p:spPr>
      </p:pic>
    </p:spTree>
    <p:extLst>
      <p:ext uri="{BB962C8B-B14F-4D97-AF65-F5344CB8AC3E}">
        <p14:creationId xmlns:p14="http://schemas.microsoft.com/office/powerpoint/2010/main" val="207315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B7CDFE-5DCA-90AF-F28E-65F29E14D331}"/>
              </a:ext>
            </a:extLst>
          </p:cNvPr>
          <p:cNvSpPr>
            <a:spLocks noGrp="1"/>
          </p:cNvSpPr>
          <p:nvPr>
            <p:ph type="sldNum" sz="quarter" idx="4"/>
          </p:nvPr>
        </p:nvSpPr>
        <p:spPr/>
        <p:txBody>
          <a:bodyPr/>
          <a:lstStyle/>
          <a:p>
            <a:pPr algn="ctr"/>
            <a:fld id="{1875A764-3B06-454E-8ABA-2F6ED0EB58E9}" type="slidenum">
              <a:rPr lang="en-US" smtClean="0"/>
              <a:t>3</a:t>
            </a:fld>
            <a:endParaRPr lang="en-US"/>
          </a:p>
        </p:txBody>
      </p:sp>
      <p:sp>
        <p:nvSpPr>
          <p:cNvPr id="3" name="Title 2">
            <a:extLst>
              <a:ext uri="{FF2B5EF4-FFF2-40B4-BE49-F238E27FC236}">
                <a16:creationId xmlns:a16="http://schemas.microsoft.com/office/drawing/2014/main" id="{EF6B5B62-23DA-E2D1-97A9-D6B846831E4D}"/>
              </a:ext>
            </a:extLst>
          </p:cNvPr>
          <p:cNvSpPr>
            <a:spLocks noGrp="1"/>
          </p:cNvSpPr>
          <p:nvPr>
            <p:ph type="title"/>
          </p:nvPr>
        </p:nvSpPr>
        <p:spPr/>
        <p:txBody>
          <a:bodyPr/>
          <a:lstStyle/>
          <a:p>
            <a:r>
              <a:rPr lang="en-US" spc="-25" dirty="0">
                <a:cs typeface="Segoe UI" panose="020B0502040204020203" pitchFamily="34" charset="0"/>
              </a:rPr>
              <a:t>Our </a:t>
            </a:r>
            <a:r>
              <a:rPr lang="en-US" spc="-25" dirty="0">
                <a:solidFill>
                  <a:srgbClr val="765FFF"/>
                </a:solidFill>
                <a:cs typeface="Segoe UI" panose="020B0502040204020203" pitchFamily="34" charset="0"/>
              </a:rPr>
              <a:t>Clients</a:t>
            </a:r>
            <a:endParaRPr lang="en-US" dirty="0"/>
          </a:p>
        </p:txBody>
      </p:sp>
      <p:sp>
        <p:nvSpPr>
          <p:cNvPr id="4" name="object 6">
            <a:extLst>
              <a:ext uri="{FF2B5EF4-FFF2-40B4-BE49-F238E27FC236}">
                <a16:creationId xmlns:a16="http://schemas.microsoft.com/office/drawing/2014/main" id="{87ACA437-E033-746D-C5FC-D02181ABCC4B}"/>
              </a:ext>
            </a:extLst>
          </p:cNvPr>
          <p:cNvSpPr txBox="1"/>
          <p:nvPr/>
        </p:nvSpPr>
        <p:spPr>
          <a:xfrm>
            <a:off x="290512" y="693292"/>
            <a:ext cx="3324225" cy="1368965"/>
          </a:xfrm>
          <a:prstGeom prst="rect">
            <a:avLst/>
          </a:prstGeom>
          <a:ln w="12700">
            <a:solidFill>
              <a:srgbClr val="765FFF"/>
            </a:solidFill>
          </a:ln>
        </p:spPr>
        <p:txBody>
          <a:bodyPr vert="horz" wrap="square" lIns="0" tIns="75565" rIns="0" bIns="0" rtlCol="0">
            <a:spAutoFit/>
          </a:bodyPr>
          <a:lstStyle/>
          <a:p>
            <a:pPr marL="109220">
              <a:lnSpc>
                <a:spcPct val="100000"/>
              </a:lnSpc>
              <a:spcBef>
                <a:spcPts val="595"/>
              </a:spcBef>
            </a:pPr>
            <a:r>
              <a:rPr lang="en-US" sz="1200" b="1" spc="-25" dirty="0">
                <a:solidFill>
                  <a:srgbClr val="281A42"/>
                </a:solidFill>
                <a:latin typeface="Segoe UI" pitchFamily="34" charset="0"/>
                <a:cs typeface="Arial"/>
              </a:rPr>
              <a:t>PRIVATE EQUITY</a:t>
            </a: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endParaRPr lang="en-US" sz="1200" b="1" spc="-25" dirty="0">
              <a:latin typeface="Segoe UI" pitchFamily="34" charset="0"/>
              <a:cs typeface="Arial"/>
            </a:endParaRPr>
          </a:p>
        </p:txBody>
      </p:sp>
      <p:sp>
        <p:nvSpPr>
          <p:cNvPr id="5" name="object 21">
            <a:extLst>
              <a:ext uri="{FF2B5EF4-FFF2-40B4-BE49-F238E27FC236}">
                <a16:creationId xmlns:a16="http://schemas.microsoft.com/office/drawing/2014/main" id="{66A10FCD-3E18-FB98-5261-408AEEBE5A68}"/>
              </a:ext>
            </a:extLst>
          </p:cNvPr>
          <p:cNvSpPr/>
          <p:nvPr/>
        </p:nvSpPr>
        <p:spPr>
          <a:xfrm>
            <a:off x="3871976" y="693292"/>
            <a:ext cx="2295525" cy="1343025"/>
          </a:xfrm>
          <a:custGeom>
            <a:avLst/>
            <a:gdLst/>
            <a:ahLst/>
            <a:cxnLst/>
            <a:rect l="l" t="t" r="r" b="b"/>
            <a:pathLst>
              <a:path w="2295525" h="1343025">
                <a:moveTo>
                  <a:pt x="0" y="1343025"/>
                </a:moveTo>
                <a:lnTo>
                  <a:pt x="2295525" y="1343025"/>
                </a:lnTo>
                <a:lnTo>
                  <a:pt x="2295525" y="0"/>
                </a:lnTo>
                <a:lnTo>
                  <a:pt x="0" y="0"/>
                </a:lnTo>
                <a:lnTo>
                  <a:pt x="0" y="1343025"/>
                </a:lnTo>
                <a:close/>
              </a:path>
            </a:pathLst>
          </a:custGeom>
          <a:ln w="12700">
            <a:solidFill>
              <a:srgbClr val="765FFF"/>
            </a:solidFill>
          </a:ln>
        </p:spPr>
        <p:txBody>
          <a:bodyPr wrap="square" lIns="0" tIns="0" rIns="0" bIns="0" rtlCol="0"/>
          <a:lstStyle/>
          <a:p>
            <a:endParaRPr b="1" spc="-25" dirty="0">
              <a:latin typeface="Segoe UI" pitchFamily="34" charset="0"/>
            </a:endParaRPr>
          </a:p>
        </p:txBody>
      </p:sp>
      <p:sp>
        <p:nvSpPr>
          <p:cNvPr id="6" name="object 22">
            <a:extLst>
              <a:ext uri="{FF2B5EF4-FFF2-40B4-BE49-F238E27FC236}">
                <a16:creationId xmlns:a16="http://schemas.microsoft.com/office/drawing/2014/main" id="{4B3F5D53-250D-F2B2-B206-7FBE54A962B0}"/>
              </a:ext>
            </a:extLst>
          </p:cNvPr>
          <p:cNvSpPr txBox="1"/>
          <p:nvPr/>
        </p:nvSpPr>
        <p:spPr>
          <a:xfrm>
            <a:off x="3923919" y="773239"/>
            <a:ext cx="1879600" cy="197490"/>
          </a:xfrm>
          <a:prstGeom prst="rect">
            <a:avLst/>
          </a:prstGeom>
        </p:spPr>
        <p:txBody>
          <a:bodyPr vert="horz" wrap="square" lIns="0" tIns="12700" rIns="0" bIns="0" rtlCol="0">
            <a:spAutoFit/>
          </a:bodyPr>
          <a:lstStyle/>
          <a:p>
            <a:pPr marL="12700">
              <a:lnSpc>
                <a:spcPct val="100000"/>
              </a:lnSpc>
              <a:spcBef>
                <a:spcPts val="100"/>
              </a:spcBef>
            </a:pPr>
            <a:r>
              <a:rPr lang="en-US" sz="1200" b="1" spc="-25" dirty="0">
                <a:solidFill>
                  <a:srgbClr val="281A42"/>
                </a:solidFill>
                <a:latin typeface="Segoe UI" pitchFamily="34" charset="0"/>
                <a:cs typeface="Arial"/>
              </a:rPr>
              <a:t>PROFESSIONAL SERVICES</a:t>
            </a:r>
            <a:endParaRPr lang="en-US" sz="1200" b="1" spc="-25" dirty="0">
              <a:latin typeface="Segoe UI" pitchFamily="34" charset="0"/>
              <a:cs typeface="Arial"/>
            </a:endParaRPr>
          </a:p>
        </p:txBody>
      </p:sp>
      <p:sp>
        <p:nvSpPr>
          <p:cNvPr id="7" name="object 23">
            <a:extLst>
              <a:ext uri="{FF2B5EF4-FFF2-40B4-BE49-F238E27FC236}">
                <a16:creationId xmlns:a16="http://schemas.microsoft.com/office/drawing/2014/main" id="{48CA5E19-D368-31D0-F1E7-037930AB8296}"/>
              </a:ext>
            </a:extLst>
          </p:cNvPr>
          <p:cNvSpPr txBox="1"/>
          <p:nvPr/>
        </p:nvSpPr>
        <p:spPr>
          <a:xfrm>
            <a:off x="6405626" y="3684079"/>
            <a:ext cx="5543550" cy="2762250"/>
          </a:xfrm>
          <a:prstGeom prst="rect">
            <a:avLst/>
          </a:prstGeom>
          <a:ln w="12700">
            <a:solidFill>
              <a:srgbClr val="765FFF"/>
            </a:solidFill>
          </a:ln>
        </p:spPr>
        <p:txBody>
          <a:bodyPr vert="horz" wrap="square" lIns="0" tIns="151130" rIns="0" bIns="0" rtlCol="0">
            <a:spAutoFit/>
          </a:bodyPr>
          <a:lstStyle/>
          <a:p>
            <a:pPr marL="120650">
              <a:lnSpc>
                <a:spcPct val="100000"/>
              </a:lnSpc>
              <a:spcBef>
                <a:spcPts val="1190"/>
              </a:spcBef>
            </a:pPr>
            <a:r>
              <a:rPr sz="1200" b="1" spc="-10" dirty="0">
                <a:solidFill>
                  <a:srgbClr val="281A42"/>
                </a:solidFill>
                <a:latin typeface="Segoe UI" pitchFamily="34" charset="0"/>
                <a:cs typeface="Arial"/>
              </a:rPr>
              <a:t>OTHER</a:t>
            </a:r>
            <a:endParaRPr sz="1200" spc="-10" dirty="0">
              <a:latin typeface="Arial" pitchFamily="34" charset="0"/>
              <a:cs typeface="Arial"/>
            </a:endParaRPr>
          </a:p>
        </p:txBody>
      </p:sp>
      <p:sp>
        <p:nvSpPr>
          <p:cNvPr id="8" name="object 24">
            <a:extLst>
              <a:ext uri="{FF2B5EF4-FFF2-40B4-BE49-F238E27FC236}">
                <a16:creationId xmlns:a16="http://schemas.microsoft.com/office/drawing/2014/main" id="{A426494B-98D7-9DCB-8D07-EB44FC22EEFD}"/>
              </a:ext>
            </a:extLst>
          </p:cNvPr>
          <p:cNvSpPr txBox="1"/>
          <p:nvPr/>
        </p:nvSpPr>
        <p:spPr>
          <a:xfrm>
            <a:off x="3871976" y="3684143"/>
            <a:ext cx="2295525" cy="1333500"/>
          </a:xfrm>
          <a:prstGeom prst="rect">
            <a:avLst/>
          </a:prstGeom>
          <a:ln w="12700">
            <a:solidFill>
              <a:srgbClr val="765FFF"/>
            </a:solidFill>
          </a:ln>
        </p:spPr>
        <p:txBody>
          <a:bodyPr vert="horz" wrap="square" lIns="0" tIns="97155" rIns="0" bIns="0" rtlCol="0">
            <a:spAutoFit/>
          </a:bodyPr>
          <a:lstStyle/>
          <a:p>
            <a:pPr marL="125730">
              <a:lnSpc>
                <a:spcPct val="100000"/>
              </a:lnSpc>
              <a:spcBef>
                <a:spcPts val="765"/>
              </a:spcBef>
            </a:pPr>
            <a:r>
              <a:rPr sz="1200" b="1" spc="-10" dirty="0">
                <a:solidFill>
                  <a:srgbClr val="281A42"/>
                </a:solidFill>
                <a:latin typeface="Segoe UI" pitchFamily="34" charset="0"/>
                <a:cs typeface="Arial"/>
              </a:rPr>
              <a:t>EDUCATION</a:t>
            </a:r>
            <a:endParaRPr sz="1200" spc="-10" dirty="0">
              <a:latin typeface="Arial" pitchFamily="34" charset="0"/>
              <a:cs typeface="Arial"/>
            </a:endParaRPr>
          </a:p>
        </p:txBody>
      </p:sp>
      <p:sp>
        <p:nvSpPr>
          <p:cNvPr id="9" name="object 25">
            <a:extLst>
              <a:ext uri="{FF2B5EF4-FFF2-40B4-BE49-F238E27FC236}">
                <a16:creationId xmlns:a16="http://schemas.microsoft.com/office/drawing/2014/main" id="{918F5DC3-E1DB-7769-861F-997C7AB8D078}"/>
              </a:ext>
            </a:extLst>
          </p:cNvPr>
          <p:cNvSpPr txBox="1"/>
          <p:nvPr/>
        </p:nvSpPr>
        <p:spPr>
          <a:xfrm>
            <a:off x="290512" y="3674618"/>
            <a:ext cx="3324225" cy="1343025"/>
          </a:xfrm>
          <a:prstGeom prst="rect">
            <a:avLst/>
          </a:prstGeom>
          <a:ln w="12700">
            <a:solidFill>
              <a:srgbClr val="765FFF"/>
            </a:solidFill>
          </a:ln>
        </p:spPr>
        <p:txBody>
          <a:bodyPr vert="horz" wrap="square" lIns="0" tIns="106045" rIns="0" bIns="0" rtlCol="0">
            <a:spAutoFit/>
          </a:bodyPr>
          <a:lstStyle/>
          <a:p>
            <a:pPr marL="93980">
              <a:lnSpc>
                <a:spcPct val="100000"/>
              </a:lnSpc>
              <a:spcBef>
                <a:spcPts val="835"/>
              </a:spcBef>
            </a:pPr>
            <a:r>
              <a:rPr sz="1200" b="1" spc="-10" dirty="0">
                <a:solidFill>
                  <a:srgbClr val="281A42"/>
                </a:solidFill>
                <a:latin typeface="Segoe UI" pitchFamily="34" charset="0"/>
                <a:cs typeface="Arial"/>
              </a:rPr>
              <a:t>PHARMECEUTICALS AND LIFE SCIENCES</a:t>
            </a:r>
            <a:endParaRPr sz="1200" spc="-10" dirty="0">
              <a:latin typeface="Arial" pitchFamily="34" charset="0"/>
              <a:cs typeface="Arial"/>
            </a:endParaRPr>
          </a:p>
        </p:txBody>
      </p:sp>
      <p:sp>
        <p:nvSpPr>
          <p:cNvPr id="10" name="object 26">
            <a:extLst>
              <a:ext uri="{FF2B5EF4-FFF2-40B4-BE49-F238E27FC236}">
                <a16:creationId xmlns:a16="http://schemas.microsoft.com/office/drawing/2014/main" id="{8695F93F-9983-3CD0-0E74-5185C18A7897}"/>
              </a:ext>
            </a:extLst>
          </p:cNvPr>
          <p:cNvSpPr txBox="1"/>
          <p:nvPr/>
        </p:nvSpPr>
        <p:spPr>
          <a:xfrm>
            <a:off x="6405626" y="693292"/>
            <a:ext cx="2686050" cy="1313180"/>
          </a:xfrm>
          <a:prstGeom prst="rect">
            <a:avLst/>
          </a:prstGeom>
          <a:ln w="12700">
            <a:solidFill>
              <a:srgbClr val="765FFF"/>
            </a:solidFill>
          </a:ln>
        </p:spPr>
        <p:txBody>
          <a:bodyPr vert="horz" wrap="square" lIns="0" tIns="81280" rIns="0" bIns="0" rtlCol="0">
            <a:spAutoFit/>
          </a:bodyPr>
          <a:lstStyle/>
          <a:p>
            <a:pPr marL="120650">
              <a:lnSpc>
                <a:spcPct val="100000"/>
              </a:lnSpc>
              <a:spcBef>
                <a:spcPts val="640"/>
              </a:spcBef>
            </a:pPr>
            <a:r>
              <a:rPr lang="en-US" sz="1200" b="1" spc="-25" dirty="0">
                <a:solidFill>
                  <a:srgbClr val="281A42"/>
                </a:solidFill>
                <a:latin typeface="Segoe UI" pitchFamily="34" charset="0"/>
                <a:cs typeface="Arial"/>
              </a:rPr>
              <a:t>RETAIL/ONLINE RETAIL FORUM</a:t>
            </a: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p:txBody>
      </p:sp>
      <p:sp>
        <p:nvSpPr>
          <p:cNvPr id="11" name="object 27">
            <a:extLst>
              <a:ext uri="{FF2B5EF4-FFF2-40B4-BE49-F238E27FC236}">
                <a16:creationId xmlns:a16="http://schemas.microsoft.com/office/drawing/2014/main" id="{CCE90950-9417-0BE4-57D9-51C952D7B688}"/>
              </a:ext>
            </a:extLst>
          </p:cNvPr>
          <p:cNvSpPr/>
          <p:nvPr/>
        </p:nvSpPr>
        <p:spPr>
          <a:xfrm>
            <a:off x="3871976" y="2179193"/>
            <a:ext cx="2286000" cy="1343025"/>
          </a:xfrm>
          <a:custGeom>
            <a:avLst/>
            <a:gdLst/>
            <a:ahLst/>
            <a:cxnLst/>
            <a:rect l="l" t="t" r="r" b="b"/>
            <a:pathLst>
              <a:path w="2286000" h="1343025">
                <a:moveTo>
                  <a:pt x="0" y="1343025"/>
                </a:moveTo>
                <a:lnTo>
                  <a:pt x="2286000" y="1343025"/>
                </a:lnTo>
                <a:lnTo>
                  <a:pt x="2286000" y="0"/>
                </a:lnTo>
                <a:lnTo>
                  <a:pt x="0" y="0"/>
                </a:lnTo>
                <a:lnTo>
                  <a:pt x="0" y="1343025"/>
                </a:lnTo>
                <a:close/>
              </a:path>
            </a:pathLst>
          </a:custGeom>
          <a:ln w="12700">
            <a:solidFill>
              <a:srgbClr val="765FFF"/>
            </a:solidFill>
          </a:ln>
        </p:spPr>
        <p:txBody>
          <a:bodyPr wrap="square" lIns="0" tIns="0" rIns="0" bIns="0" rtlCol="0"/>
          <a:lstStyle/>
          <a:p>
            <a:endParaRPr dirty="0"/>
          </a:p>
        </p:txBody>
      </p:sp>
      <p:sp>
        <p:nvSpPr>
          <p:cNvPr id="12" name="object 28">
            <a:extLst>
              <a:ext uri="{FF2B5EF4-FFF2-40B4-BE49-F238E27FC236}">
                <a16:creationId xmlns:a16="http://schemas.microsoft.com/office/drawing/2014/main" id="{E51C4AEA-C919-F47C-C27B-DBBE05279D80}"/>
              </a:ext>
            </a:extLst>
          </p:cNvPr>
          <p:cNvSpPr txBox="1"/>
          <p:nvPr/>
        </p:nvSpPr>
        <p:spPr>
          <a:xfrm>
            <a:off x="3923919" y="2252789"/>
            <a:ext cx="1365885" cy="208915"/>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281A42"/>
                </a:solidFill>
                <a:latin typeface="Segoe UI" pitchFamily="34" charset="0"/>
                <a:cs typeface="Arial"/>
              </a:rPr>
              <a:t>MEDICAL DEVICES</a:t>
            </a:r>
            <a:endParaRPr sz="1200" spc="-10" dirty="0">
              <a:latin typeface="Arial" pitchFamily="34" charset="0"/>
              <a:cs typeface="Arial"/>
            </a:endParaRPr>
          </a:p>
        </p:txBody>
      </p:sp>
      <p:sp>
        <p:nvSpPr>
          <p:cNvPr id="13" name="object 29">
            <a:extLst>
              <a:ext uri="{FF2B5EF4-FFF2-40B4-BE49-F238E27FC236}">
                <a16:creationId xmlns:a16="http://schemas.microsoft.com/office/drawing/2014/main" id="{0A9AE8F0-A469-782D-B0F7-74D1C6C19D61}"/>
              </a:ext>
            </a:extLst>
          </p:cNvPr>
          <p:cNvSpPr txBox="1"/>
          <p:nvPr/>
        </p:nvSpPr>
        <p:spPr>
          <a:xfrm>
            <a:off x="300037" y="2188718"/>
            <a:ext cx="3324225" cy="1343025"/>
          </a:xfrm>
          <a:prstGeom prst="rect">
            <a:avLst/>
          </a:prstGeom>
          <a:ln w="12700">
            <a:solidFill>
              <a:srgbClr val="765FFF"/>
            </a:solidFill>
          </a:ln>
        </p:spPr>
        <p:txBody>
          <a:bodyPr vert="horz" wrap="square" lIns="0" tIns="99060" rIns="0" bIns="0" rtlCol="0">
            <a:spAutoFit/>
          </a:bodyPr>
          <a:lstStyle/>
          <a:p>
            <a:pPr marL="73025">
              <a:lnSpc>
                <a:spcPct val="100000"/>
              </a:lnSpc>
              <a:spcBef>
                <a:spcPts val="780"/>
              </a:spcBef>
            </a:pPr>
            <a:r>
              <a:rPr sz="1200" b="1" spc="-10" dirty="0">
                <a:solidFill>
                  <a:srgbClr val="281A42"/>
                </a:solidFill>
                <a:latin typeface="Segoe UI" pitchFamily="34" charset="0"/>
                <a:cs typeface="Arial"/>
              </a:rPr>
              <a:t>FINANCIAL SERVICES</a:t>
            </a:r>
            <a:endParaRPr sz="1200" spc="-10" dirty="0">
              <a:latin typeface="Arial" pitchFamily="34" charset="0"/>
              <a:cs typeface="Arial"/>
            </a:endParaRPr>
          </a:p>
        </p:txBody>
      </p:sp>
      <p:sp>
        <p:nvSpPr>
          <p:cNvPr id="14" name="object 30">
            <a:extLst>
              <a:ext uri="{FF2B5EF4-FFF2-40B4-BE49-F238E27FC236}">
                <a16:creationId xmlns:a16="http://schemas.microsoft.com/office/drawing/2014/main" id="{C85C3A67-CA22-2065-43E5-0318172EE5FD}"/>
              </a:ext>
            </a:extLst>
          </p:cNvPr>
          <p:cNvSpPr txBox="1"/>
          <p:nvPr/>
        </p:nvSpPr>
        <p:spPr>
          <a:xfrm>
            <a:off x="3871976" y="5103304"/>
            <a:ext cx="2295525" cy="1343025"/>
          </a:xfrm>
          <a:prstGeom prst="rect">
            <a:avLst/>
          </a:prstGeom>
          <a:ln w="12700">
            <a:solidFill>
              <a:srgbClr val="765FFF"/>
            </a:solidFill>
          </a:ln>
        </p:spPr>
        <p:txBody>
          <a:bodyPr vert="horz" wrap="square" lIns="0" tIns="154305" rIns="0" bIns="0" rtlCol="0">
            <a:spAutoFit/>
          </a:bodyPr>
          <a:lstStyle/>
          <a:p>
            <a:pPr marL="114300">
              <a:lnSpc>
                <a:spcPct val="100000"/>
              </a:lnSpc>
              <a:spcBef>
                <a:spcPts val="1215"/>
              </a:spcBef>
            </a:pPr>
            <a:r>
              <a:rPr sz="1200" b="1" spc="-10" dirty="0">
                <a:solidFill>
                  <a:srgbClr val="281A42"/>
                </a:solidFill>
                <a:latin typeface="Segoe UI" pitchFamily="34" charset="0"/>
                <a:cs typeface="Arial"/>
              </a:rPr>
              <a:t>INSURANCE</a:t>
            </a:r>
            <a:endParaRPr sz="1200" spc="-10" dirty="0">
              <a:latin typeface="Arial" pitchFamily="34" charset="0"/>
              <a:cs typeface="Arial"/>
            </a:endParaRPr>
          </a:p>
        </p:txBody>
      </p:sp>
      <p:sp>
        <p:nvSpPr>
          <p:cNvPr id="15" name="object 31">
            <a:extLst>
              <a:ext uri="{FF2B5EF4-FFF2-40B4-BE49-F238E27FC236}">
                <a16:creationId xmlns:a16="http://schemas.microsoft.com/office/drawing/2014/main" id="{9151600F-78E3-2405-8534-9EADA1FE777B}"/>
              </a:ext>
            </a:extLst>
          </p:cNvPr>
          <p:cNvSpPr txBox="1"/>
          <p:nvPr/>
        </p:nvSpPr>
        <p:spPr>
          <a:xfrm>
            <a:off x="290512" y="5103304"/>
            <a:ext cx="3324225" cy="1343025"/>
          </a:xfrm>
          <a:prstGeom prst="rect">
            <a:avLst/>
          </a:prstGeom>
          <a:ln w="12700">
            <a:solidFill>
              <a:srgbClr val="765FFF"/>
            </a:solidFill>
          </a:ln>
        </p:spPr>
        <p:txBody>
          <a:bodyPr vert="horz" wrap="square" lIns="0" tIns="105410" rIns="0" bIns="0" rtlCol="0">
            <a:spAutoFit/>
          </a:bodyPr>
          <a:lstStyle/>
          <a:p>
            <a:pPr marL="93980">
              <a:lnSpc>
                <a:spcPct val="100000"/>
              </a:lnSpc>
              <a:spcBef>
                <a:spcPts val="830"/>
              </a:spcBef>
            </a:pPr>
            <a:r>
              <a:rPr sz="1200" b="1" spc="-10" dirty="0">
                <a:solidFill>
                  <a:srgbClr val="281A42"/>
                </a:solidFill>
                <a:latin typeface="Segoe UI" pitchFamily="34" charset="0"/>
                <a:cs typeface="Arial"/>
              </a:rPr>
              <a:t>CONSUMER PACKAGED GOODS</a:t>
            </a:r>
            <a:endParaRPr sz="1200" spc="-10" dirty="0">
              <a:latin typeface="Arial" pitchFamily="34" charset="0"/>
              <a:cs typeface="Arial"/>
            </a:endParaRPr>
          </a:p>
        </p:txBody>
      </p:sp>
      <p:sp>
        <p:nvSpPr>
          <p:cNvPr id="16" name="object 32">
            <a:extLst>
              <a:ext uri="{FF2B5EF4-FFF2-40B4-BE49-F238E27FC236}">
                <a16:creationId xmlns:a16="http://schemas.microsoft.com/office/drawing/2014/main" id="{0DFCBD0F-A7AE-E30F-33E4-805F56E4632F}"/>
              </a:ext>
            </a:extLst>
          </p:cNvPr>
          <p:cNvSpPr txBox="1"/>
          <p:nvPr/>
        </p:nvSpPr>
        <p:spPr>
          <a:xfrm>
            <a:off x="9234551" y="693292"/>
            <a:ext cx="2714625" cy="1322157"/>
          </a:xfrm>
          <a:prstGeom prst="rect">
            <a:avLst/>
          </a:prstGeom>
          <a:ln w="12700">
            <a:solidFill>
              <a:srgbClr val="765FFF"/>
            </a:solidFill>
          </a:ln>
        </p:spPr>
        <p:txBody>
          <a:bodyPr vert="horz" wrap="square" lIns="0" tIns="13970" rIns="0" bIns="0" rtlCol="0">
            <a:spAutoFit/>
          </a:bodyPr>
          <a:lstStyle/>
          <a:p>
            <a:pPr marL="109220" marR="923925">
              <a:lnSpc>
                <a:spcPts val="1430"/>
              </a:lnSpc>
              <a:spcBef>
                <a:spcPts val="110"/>
              </a:spcBef>
            </a:pPr>
            <a:r>
              <a:rPr sz="1200" b="1" spc="-25" dirty="0">
                <a:solidFill>
                  <a:srgbClr val="281A42"/>
                </a:solidFill>
                <a:latin typeface="Segoe UI" pitchFamily="34" charset="0"/>
                <a:cs typeface="Arial"/>
              </a:rPr>
              <a:t>HEALTHCARE/HEALTH </a:t>
            </a:r>
            <a:r>
              <a:rPr lang="en-US" sz="1200" b="1" spc="-25" dirty="0">
                <a:solidFill>
                  <a:srgbClr val="281A42"/>
                </a:solidFill>
                <a:latin typeface="Segoe UI" pitchFamily="34" charset="0"/>
                <a:cs typeface="Arial"/>
              </a:rPr>
              <a:t>TECHNOLOGY</a:t>
            </a:r>
            <a:br>
              <a:rPr lang="en-US" sz="1200" b="1" spc="-25" dirty="0">
                <a:solidFill>
                  <a:srgbClr val="281A42"/>
                </a:solidFill>
                <a:latin typeface="Segoe UI" pitchFamily="34" charset="0"/>
                <a:cs typeface="Arial"/>
              </a:rPr>
            </a:b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sz="1200" b="1" spc="-25" dirty="0">
              <a:latin typeface="Segoe UI" pitchFamily="34" charset="0"/>
              <a:cs typeface="Arial"/>
            </a:endParaRPr>
          </a:p>
        </p:txBody>
      </p:sp>
      <p:sp>
        <p:nvSpPr>
          <p:cNvPr id="17" name="object 128">
            <a:extLst>
              <a:ext uri="{FF2B5EF4-FFF2-40B4-BE49-F238E27FC236}">
                <a16:creationId xmlns:a16="http://schemas.microsoft.com/office/drawing/2014/main" id="{302CD5C4-C05F-6686-15AF-A6782C7358C8}"/>
              </a:ext>
            </a:extLst>
          </p:cNvPr>
          <p:cNvSpPr txBox="1"/>
          <p:nvPr/>
        </p:nvSpPr>
        <p:spPr>
          <a:xfrm>
            <a:off x="6405626" y="2169668"/>
            <a:ext cx="2686050" cy="1343025"/>
          </a:xfrm>
          <a:prstGeom prst="rect">
            <a:avLst/>
          </a:prstGeom>
          <a:ln w="12700">
            <a:solidFill>
              <a:srgbClr val="765FFF"/>
            </a:solidFill>
          </a:ln>
        </p:spPr>
        <p:txBody>
          <a:bodyPr vert="horz" wrap="square" lIns="0" tIns="54610" rIns="0" bIns="0" rtlCol="0">
            <a:spAutoFit/>
          </a:bodyPr>
          <a:lstStyle/>
          <a:p>
            <a:pPr marL="92710">
              <a:lnSpc>
                <a:spcPct val="100000"/>
              </a:lnSpc>
              <a:spcBef>
                <a:spcPts val="430"/>
              </a:spcBef>
            </a:pPr>
            <a:r>
              <a:rPr sz="1200" b="1" spc="-10" dirty="0">
                <a:solidFill>
                  <a:srgbClr val="281A42"/>
                </a:solidFill>
                <a:latin typeface="Segoe UI" pitchFamily="34" charset="0"/>
                <a:cs typeface="Arial"/>
              </a:rPr>
              <a:t>ENERGY &amp; INDUSTRIAL</a:t>
            </a:r>
            <a:endParaRPr sz="1200" spc="-10" dirty="0">
              <a:latin typeface="Arial" pitchFamily="34" charset="0"/>
              <a:cs typeface="Arial"/>
            </a:endParaRPr>
          </a:p>
        </p:txBody>
      </p:sp>
      <p:sp>
        <p:nvSpPr>
          <p:cNvPr id="18" name="object 129">
            <a:extLst>
              <a:ext uri="{FF2B5EF4-FFF2-40B4-BE49-F238E27FC236}">
                <a16:creationId xmlns:a16="http://schemas.microsoft.com/office/drawing/2014/main" id="{1461F099-899C-322F-25D3-83BB9DF8360C}"/>
              </a:ext>
            </a:extLst>
          </p:cNvPr>
          <p:cNvSpPr txBox="1"/>
          <p:nvPr/>
        </p:nvSpPr>
        <p:spPr>
          <a:xfrm>
            <a:off x="9263126" y="2179193"/>
            <a:ext cx="2676525" cy="1343025"/>
          </a:xfrm>
          <a:prstGeom prst="rect">
            <a:avLst/>
          </a:prstGeom>
          <a:ln w="12700">
            <a:solidFill>
              <a:srgbClr val="765FFF"/>
            </a:solidFill>
          </a:ln>
        </p:spPr>
        <p:txBody>
          <a:bodyPr vert="horz" wrap="square" lIns="0" tIns="61594" rIns="0" bIns="0" rtlCol="0">
            <a:spAutoFit/>
          </a:bodyPr>
          <a:lstStyle/>
          <a:p>
            <a:pPr marL="80645">
              <a:lnSpc>
                <a:spcPct val="100000"/>
              </a:lnSpc>
              <a:spcBef>
                <a:spcPts val="484"/>
              </a:spcBef>
            </a:pPr>
            <a:r>
              <a:rPr sz="1200" b="1" spc="-10" dirty="0">
                <a:solidFill>
                  <a:srgbClr val="281A42"/>
                </a:solidFill>
                <a:latin typeface="Segoe UI" pitchFamily="34" charset="0"/>
                <a:cs typeface="Arial"/>
              </a:rPr>
              <a:t>IT SERVICES</a:t>
            </a:r>
            <a:endParaRPr sz="1200" spc="-10" dirty="0">
              <a:latin typeface="Arial" pitchFamily="34" charset="0"/>
              <a:cs typeface="Arial"/>
            </a:endParaRPr>
          </a:p>
        </p:txBody>
      </p:sp>
      <p:sp>
        <p:nvSpPr>
          <p:cNvPr id="19" name="object 2">
            <a:extLst>
              <a:ext uri="{FF2B5EF4-FFF2-40B4-BE49-F238E27FC236}">
                <a16:creationId xmlns:a16="http://schemas.microsoft.com/office/drawing/2014/main" id="{F377151E-23C5-F809-12C3-E1FA4D1BEC04}"/>
              </a:ext>
            </a:extLst>
          </p:cNvPr>
          <p:cNvSpPr/>
          <p:nvPr/>
        </p:nvSpPr>
        <p:spPr>
          <a:xfrm>
            <a:off x="6405626" y="3684079"/>
            <a:ext cx="5543550" cy="2762250"/>
          </a:xfrm>
          <a:custGeom>
            <a:avLst/>
            <a:gdLst/>
            <a:ahLst/>
            <a:cxnLst/>
            <a:rect l="l" t="t" r="r" b="b"/>
            <a:pathLst>
              <a:path w="5543550" h="2762250">
                <a:moveTo>
                  <a:pt x="5543550" y="0"/>
                </a:moveTo>
                <a:lnTo>
                  <a:pt x="0" y="0"/>
                </a:lnTo>
                <a:lnTo>
                  <a:pt x="0" y="2762250"/>
                </a:lnTo>
                <a:lnTo>
                  <a:pt x="5543550" y="2762250"/>
                </a:lnTo>
                <a:lnTo>
                  <a:pt x="5543550" y="0"/>
                </a:lnTo>
                <a:close/>
              </a:path>
            </a:pathLst>
          </a:custGeom>
          <a:solidFill>
            <a:srgbClr val="FFFFFF">
              <a:alpha val="0"/>
            </a:srgbClr>
          </a:solidFill>
        </p:spPr>
        <p:txBody>
          <a:bodyPr wrap="square" lIns="0" tIns="0" rIns="0" bIns="0" rtlCol="0"/>
          <a:lstStyle/>
          <a:p>
            <a:endParaRPr dirty="0"/>
          </a:p>
        </p:txBody>
      </p:sp>
      <p:pic>
        <p:nvPicPr>
          <p:cNvPr id="20" name="object 5">
            <a:extLst>
              <a:ext uri="{FF2B5EF4-FFF2-40B4-BE49-F238E27FC236}">
                <a16:creationId xmlns:a16="http://schemas.microsoft.com/office/drawing/2014/main" id="{C12F0E2C-1A05-3CD1-9D40-F79F2139AD4F}"/>
              </a:ext>
            </a:extLst>
          </p:cNvPr>
          <p:cNvPicPr/>
          <p:nvPr/>
        </p:nvPicPr>
        <p:blipFill>
          <a:blip r:embed="rId2" cstate="print"/>
          <a:stretch>
            <a:fillRect/>
          </a:stretch>
        </p:blipFill>
        <p:spPr>
          <a:xfrm>
            <a:off x="4752975" y="5985297"/>
            <a:ext cx="586682" cy="183338"/>
          </a:xfrm>
          <a:prstGeom prst="rect">
            <a:avLst/>
          </a:prstGeom>
        </p:spPr>
      </p:pic>
      <p:pic>
        <p:nvPicPr>
          <p:cNvPr id="21" name="object 8">
            <a:extLst>
              <a:ext uri="{FF2B5EF4-FFF2-40B4-BE49-F238E27FC236}">
                <a16:creationId xmlns:a16="http://schemas.microsoft.com/office/drawing/2014/main" id="{83C89F38-A44E-5D8E-C453-0289AE82D880}"/>
              </a:ext>
            </a:extLst>
          </p:cNvPr>
          <p:cNvPicPr/>
          <p:nvPr/>
        </p:nvPicPr>
        <p:blipFill>
          <a:blip r:embed="rId3" cstate="print"/>
          <a:stretch>
            <a:fillRect/>
          </a:stretch>
        </p:blipFill>
        <p:spPr>
          <a:xfrm>
            <a:off x="1071355" y="1350042"/>
            <a:ext cx="695739" cy="263407"/>
          </a:xfrm>
          <a:prstGeom prst="rect">
            <a:avLst/>
          </a:prstGeom>
        </p:spPr>
      </p:pic>
      <p:pic>
        <p:nvPicPr>
          <p:cNvPr id="22" name="object 9">
            <a:extLst>
              <a:ext uri="{FF2B5EF4-FFF2-40B4-BE49-F238E27FC236}">
                <a16:creationId xmlns:a16="http://schemas.microsoft.com/office/drawing/2014/main" id="{650EBDD8-F697-135F-00A8-3B8097D5936A}"/>
              </a:ext>
            </a:extLst>
          </p:cNvPr>
          <p:cNvPicPr/>
          <p:nvPr/>
        </p:nvPicPr>
        <p:blipFill>
          <a:blip r:embed="rId4" cstate="print"/>
          <a:stretch>
            <a:fillRect/>
          </a:stretch>
        </p:blipFill>
        <p:spPr>
          <a:xfrm>
            <a:off x="1704975" y="1374266"/>
            <a:ext cx="523875" cy="152400"/>
          </a:xfrm>
          <a:prstGeom prst="rect">
            <a:avLst/>
          </a:prstGeom>
        </p:spPr>
      </p:pic>
      <p:pic>
        <p:nvPicPr>
          <p:cNvPr id="23" name="object 10">
            <a:extLst>
              <a:ext uri="{FF2B5EF4-FFF2-40B4-BE49-F238E27FC236}">
                <a16:creationId xmlns:a16="http://schemas.microsoft.com/office/drawing/2014/main" id="{C8C6283D-6A0B-91CA-A2C5-6FFD96039E7F}"/>
              </a:ext>
            </a:extLst>
          </p:cNvPr>
          <p:cNvPicPr/>
          <p:nvPr/>
        </p:nvPicPr>
        <p:blipFill>
          <a:blip r:embed="rId5" cstate="print"/>
          <a:stretch>
            <a:fillRect/>
          </a:stretch>
        </p:blipFill>
        <p:spPr>
          <a:xfrm>
            <a:off x="3009900" y="1191430"/>
            <a:ext cx="566737" cy="316186"/>
          </a:xfrm>
          <a:prstGeom prst="rect">
            <a:avLst/>
          </a:prstGeom>
        </p:spPr>
      </p:pic>
      <p:pic>
        <p:nvPicPr>
          <p:cNvPr id="24" name="object 11">
            <a:extLst>
              <a:ext uri="{FF2B5EF4-FFF2-40B4-BE49-F238E27FC236}">
                <a16:creationId xmlns:a16="http://schemas.microsoft.com/office/drawing/2014/main" id="{6223874C-634D-6FBB-039A-2AB172EAFD16}"/>
              </a:ext>
            </a:extLst>
          </p:cNvPr>
          <p:cNvPicPr/>
          <p:nvPr/>
        </p:nvPicPr>
        <p:blipFill>
          <a:blip r:embed="rId6" cstate="print"/>
          <a:stretch>
            <a:fillRect/>
          </a:stretch>
        </p:blipFill>
        <p:spPr>
          <a:xfrm>
            <a:off x="1076325" y="1050417"/>
            <a:ext cx="771525" cy="180975"/>
          </a:xfrm>
          <a:prstGeom prst="rect">
            <a:avLst/>
          </a:prstGeom>
        </p:spPr>
      </p:pic>
      <p:pic>
        <p:nvPicPr>
          <p:cNvPr id="25" name="object 12">
            <a:extLst>
              <a:ext uri="{FF2B5EF4-FFF2-40B4-BE49-F238E27FC236}">
                <a16:creationId xmlns:a16="http://schemas.microsoft.com/office/drawing/2014/main" id="{1A50E0C8-A4D4-97C1-F4F8-30C7CBB09674}"/>
              </a:ext>
            </a:extLst>
          </p:cNvPr>
          <p:cNvPicPr/>
          <p:nvPr/>
        </p:nvPicPr>
        <p:blipFill>
          <a:blip r:embed="rId7" cstate="print"/>
          <a:stretch>
            <a:fillRect/>
          </a:stretch>
        </p:blipFill>
        <p:spPr>
          <a:xfrm>
            <a:off x="3119269" y="1588411"/>
            <a:ext cx="381336" cy="381336"/>
          </a:xfrm>
          <a:prstGeom prst="rect">
            <a:avLst/>
          </a:prstGeom>
        </p:spPr>
      </p:pic>
      <p:pic>
        <p:nvPicPr>
          <p:cNvPr id="26" name="object 13">
            <a:extLst>
              <a:ext uri="{FF2B5EF4-FFF2-40B4-BE49-F238E27FC236}">
                <a16:creationId xmlns:a16="http://schemas.microsoft.com/office/drawing/2014/main" id="{C1A6FE60-BCF8-A568-BB15-27E0C371A900}"/>
              </a:ext>
            </a:extLst>
          </p:cNvPr>
          <p:cNvPicPr/>
          <p:nvPr/>
        </p:nvPicPr>
        <p:blipFill>
          <a:blip r:embed="rId8" cstate="print"/>
          <a:stretch>
            <a:fillRect/>
          </a:stretch>
        </p:blipFill>
        <p:spPr>
          <a:xfrm>
            <a:off x="413738" y="1707642"/>
            <a:ext cx="620323" cy="195942"/>
          </a:xfrm>
          <a:prstGeom prst="rect">
            <a:avLst/>
          </a:prstGeom>
        </p:spPr>
      </p:pic>
      <p:pic>
        <p:nvPicPr>
          <p:cNvPr id="27" name="object 14">
            <a:extLst>
              <a:ext uri="{FF2B5EF4-FFF2-40B4-BE49-F238E27FC236}">
                <a16:creationId xmlns:a16="http://schemas.microsoft.com/office/drawing/2014/main" id="{C78D62C9-668B-03E1-3865-05A85BDE524C}"/>
              </a:ext>
            </a:extLst>
          </p:cNvPr>
          <p:cNvPicPr/>
          <p:nvPr/>
        </p:nvPicPr>
        <p:blipFill>
          <a:blip r:embed="rId9" cstate="print"/>
          <a:stretch>
            <a:fillRect/>
          </a:stretch>
        </p:blipFill>
        <p:spPr>
          <a:xfrm>
            <a:off x="1438275" y="1717167"/>
            <a:ext cx="762000" cy="209550"/>
          </a:xfrm>
          <a:prstGeom prst="rect">
            <a:avLst/>
          </a:prstGeom>
        </p:spPr>
      </p:pic>
      <p:pic>
        <p:nvPicPr>
          <p:cNvPr id="28" name="object 15">
            <a:extLst>
              <a:ext uri="{FF2B5EF4-FFF2-40B4-BE49-F238E27FC236}">
                <a16:creationId xmlns:a16="http://schemas.microsoft.com/office/drawing/2014/main" id="{8EC53832-EBA5-F95E-E7D8-923B327FAD96}"/>
              </a:ext>
            </a:extLst>
          </p:cNvPr>
          <p:cNvPicPr/>
          <p:nvPr/>
        </p:nvPicPr>
        <p:blipFill>
          <a:blip r:embed="rId10" cstate="print"/>
          <a:stretch>
            <a:fillRect/>
          </a:stretch>
        </p:blipFill>
        <p:spPr>
          <a:xfrm>
            <a:off x="377677" y="1352759"/>
            <a:ext cx="496629" cy="223991"/>
          </a:xfrm>
          <a:prstGeom prst="rect">
            <a:avLst/>
          </a:prstGeom>
        </p:spPr>
      </p:pic>
      <p:pic>
        <p:nvPicPr>
          <p:cNvPr id="29" name="object 16">
            <a:extLst>
              <a:ext uri="{FF2B5EF4-FFF2-40B4-BE49-F238E27FC236}">
                <a16:creationId xmlns:a16="http://schemas.microsoft.com/office/drawing/2014/main" id="{53185269-C0CA-4B58-2551-3AFBB04F772B}"/>
              </a:ext>
            </a:extLst>
          </p:cNvPr>
          <p:cNvPicPr/>
          <p:nvPr/>
        </p:nvPicPr>
        <p:blipFill>
          <a:blip r:embed="rId11" cstate="print"/>
          <a:stretch>
            <a:fillRect/>
          </a:stretch>
        </p:blipFill>
        <p:spPr>
          <a:xfrm>
            <a:off x="409575" y="1031367"/>
            <a:ext cx="504825" cy="209550"/>
          </a:xfrm>
          <a:prstGeom prst="rect">
            <a:avLst/>
          </a:prstGeom>
        </p:spPr>
      </p:pic>
      <p:pic>
        <p:nvPicPr>
          <p:cNvPr id="30" name="object 18">
            <a:extLst>
              <a:ext uri="{FF2B5EF4-FFF2-40B4-BE49-F238E27FC236}">
                <a16:creationId xmlns:a16="http://schemas.microsoft.com/office/drawing/2014/main" id="{AC9C08B7-2620-7A2A-F053-FE1DD3DA89E4}"/>
              </a:ext>
            </a:extLst>
          </p:cNvPr>
          <p:cNvPicPr/>
          <p:nvPr/>
        </p:nvPicPr>
        <p:blipFill>
          <a:blip r:embed="rId12" cstate="print"/>
          <a:stretch>
            <a:fillRect/>
          </a:stretch>
        </p:blipFill>
        <p:spPr>
          <a:xfrm>
            <a:off x="2295525" y="1307592"/>
            <a:ext cx="638175" cy="228600"/>
          </a:xfrm>
          <a:prstGeom prst="rect">
            <a:avLst/>
          </a:prstGeom>
        </p:spPr>
      </p:pic>
      <p:pic>
        <p:nvPicPr>
          <p:cNvPr id="31" name="object 19">
            <a:extLst>
              <a:ext uri="{FF2B5EF4-FFF2-40B4-BE49-F238E27FC236}">
                <a16:creationId xmlns:a16="http://schemas.microsoft.com/office/drawing/2014/main" id="{522BCEA1-1D31-9F3A-9F5C-988C151770AD}"/>
              </a:ext>
            </a:extLst>
          </p:cNvPr>
          <p:cNvPicPr/>
          <p:nvPr/>
        </p:nvPicPr>
        <p:blipFill>
          <a:blip r:embed="rId13" cstate="print"/>
          <a:stretch>
            <a:fillRect/>
          </a:stretch>
        </p:blipFill>
        <p:spPr>
          <a:xfrm>
            <a:off x="2494491" y="1568668"/>
            <a:ext cx="435680" cy="312144"/>
          </a:xfrm>
          <a:prstGeom prst="rect">
            <a:avLst/>
          </a:prstGeom>
        </p:spPr>
      </p:pic>
      <p:pic>
        <p:nvPicPr>
          <p:cNvPr id="32" name="object 20">
            <a:extLst>
              <a:ext uri="{FF2B5EF4-FFF2-40B4-BE49-F238E27FC236}">
                <a16:creationId xmlns:a16="http://schemas.microsoft.com/office/drawing/2014/main" id="{7FEB6D4F-0F78-0740-E0EB-B6F14763EE92}"/>
              </a:ext>
            </a:extLst>
          </p:cNvPr>
          <p:cNvPicPr/>
          <p:nvPr/>
        </p:nvPicPr>
        <p:blipFill>
          <a:blip r:embed="rId14" cstate="print"/>
          <a:stretch>
            <a:fillRect/>
          </a:stretch>
        </p:blipFill>
        <p:spPr>
          <a:xfrm>
            <a:off x="2047875" y="898017"/>
            <a:ext cx="781050" cy="371475"/>
          </a:xfrm>
          <a:prstGeom prst="rect">
            <a:avLst/>
          </a:prstGeom>
        </p:spPr>
      </p:pic>
      <p:pic>
        <p:nvPicPr>
          <p:cNvPr id="33" name="object 34">
            <a:extLst>
              <a:ext uri="{FF2B5EF4-FFF2-40B4-BE49-F238E27FC236}">
                <a16:creationId xmlns:a16="http://schemas.microsoft.com/office/drawing/2014/main" id="{7C6EF467-28F3-C241-7817-7DF979F85745}"/>
              </a:ext>
            </a:extLst>
          </p:cNvPr>
          <p:cNvPicPr/>
          <p:nvPr/>
        </p:nvPicPr>
        <p:blipFill>
          <a:blip r:embed="rId15" cstate="print"/>
          <a:stretch>
            <a:fillRect/>
          </a:stretch>
        </p:blipFill>
        <p:spPr>
          <a:xfrm>
            <a:off x="3962400" y="1183767"/>
            <a:ext cx="1114425" cy="171450"/>
          </a:xfrm>
          <a:prstGeom prst="rect">
            <a:avLst/>
          </a:prstGeom>
        </p:spPr>
      </p:pic>
      <p:pic>
        <p:nvPicPr>
          <p:cNvPr id="34" name="object 35">
            <a:extLst>
              <a:ext uri="{FF2B5EF4-FFF2-40B4-BE49-F238E27FC236}">
                <a16:creationId xmlns:a16="http://schemas.microsoft.com/office/drawing/2014/main" id="{0801C8A4-AFA5-D138-AE1A-65FF9E65AFAD}"/>
              </a:ext>
            </a:extLst>
          </p:cNvPr>
          <p:cNvPicPr/>
          <p:nvPr/>
        </p:nvPicPr>
        <p:blipFill>
          <a:blip r:embed="rId16" cstate="print"/>
          <a:stretch>
            <a:fillRect/>
          </a:stretch>
        </p:blipFill>
        <p:spPr>
          <a:xfrm>
            <a:off x="3952875" y="1536893"/>
            <a:ext cx="752475" cy="269507"/>
          </a:xfrm>
          <a:prstGeom prst="rect">
            <a:avLst/>
          </a:prstGeom>
        </p:spPr>
      </p:pic>
      <p:pic>
        <p:nvPicPr>
          <p:cNvPr id="35" name="object 36">
            <a:extLst>
              <a:ext uri="{FF2B5EF4-FFF2-40B4-BE49-F238E27FC236}">
                <a16:creationId xmlns:a16="http://schemas.microsoft.com/office/drawing/2014/main" id="{1305BC64-220F-7E27-45CE-552B560C7489}"/>
              </a:ext>
            </a:extLst>
          </p:cNvPr>
          <p:cNvPicPr/>
          <p:nvPr/>
        </p:nvPicPr>
        <p:blipFill>
          <a:blip r:embed="rId17" cstate="print"/>
          <a:stretch>
            <a:fillRect/>
          </a:stretch>
        </p:blipFill>
        <p:spPr>
          <a:xfrm>
            <a:off x="5172075" y="1100763"/>
            <a:ext cx="809625" cy="263978"/>
          </a:xfrm>
          <a:prstGeom prst="rect">
            <a:avLst/>
          </a:prstGeom>
        </p:spPr>
      </p:pic>
      <p:pic>
        <p:nvPicPr>
          <p:cNvPr id="36" name="object 37">
            <a:extLst>
              <a:ext uri="{FF2B5EF4-FFF2-40B4-BE49-F238E27FC236}">
                <a16:creationId xmlns:a16="http://schemas.microsoft.com/office/drawing/2014/main" id="{5F15FC0D-1A9E-A84D-9A37-1EDCA80028CE}"/>
              </a:ext>
            </a:extLst>
          </p:cNvPr>
          <p:cNvPicPr/>
          <p:nvPr/>
        </p:nvPicPr>
        <p:blipFill>
          <a:blip r:embed="rId18" cstate="print"/>
          <a:stretch>
            <a:fillRect/>
          </a:stretch>
        </p:blipFill>
        <p:spPr>
          <a:xfrm>
            <a:off x="4778121" y="1593130"/>
            <a:ext cx="464057" cy="152357"/>
          </a:xfrm>
          <a:prstGeom prst="rect">
            <a:avLst/>
          </a:prstGeom>
        </p:spPr>
      </p:pic>
      <p:pic>
        <p:nvPicPr>
          <p:cNvPr id="37" name="object 38">
            <a:extLst>
              <a:ext uri="{FF2B5EF4-FFF2-40B4-BE49-F238E27FC236}">
                <a16:creationId xmlns:a16="http://schemas.microsoft.com/office/drawing/2014/main" id="{10E2290D-13EB-7BB5-90B5-B775D58695C4}"/>
              </a:ext>
            </a:extLst>
          </p:cNvPr>
          <p:cNvPicPr/>
          <p:nvPr/>
        </p:nvPicPr>
        <p:blipFill>
          <a:blip r:embed="rId19" cstate="print"/>
          <a:stretch>
            <a:fillRect/>
          </a:stretch>
        </p:blipFill>
        <p:spPr>
          <a:xfrm>
            <a:off x="4052680" y="2612953"/>
            <a:ext cx="832402" cy="335559"/>
          </a:xfrm>
          <a:prstGeom prst="rect">
            <a:avLst/>
          </a:prstGeom>
        </p:spPr>
      </p:pic>
      <p:pic>
        <p:nvPicPr>
          <p:cNvPr id="38" name="object 39">
            <a:extLst>
              <a:ext uri="{FF2B5EF4-FFF2-40B4-BE49-F238E27FC236}">
                <a16:creationId xmlns:a16="http://schemas.microsoft.com/office/drawing/2014/main" id="{6239FD49-9EC5-74F8-D403-080F2ED66528}"/>
              </a:ext>
            </a:extLst>
          </p:cNvPr>
          <p:cNvPicPr/>
          <p:nvPr/>
        </p:nvPicPr>
        <p:blipFill>
          <a:blip r:embed="rId20" cstate="print"/>
          <a:stretch>
            <a:fillRect/>
          </a:stretch>
        </p:blipFill>
        <p:spPr>
          <a:xfrm>
            <a:off x="5038725" y="2660142"/>
            <a:ext cx="923925" cy="228600"/>
          </a:xfrm>
          <a:prstGeom prst="rect">
            <a:avLst/>
          </a:prstGeom>
        </p:spPr>
      </p:pic>
      <p:pic>
        <p:nvPicPr>
          <p:cNvPr id="39" name="object 40">
            <a:extLst>
              <a:ext uri="{FF2B5EF4-FFF2-40B4-BE49-F238E27FC236}">
                <a16:creationId xmlns:a16="http://schemas.microsoft.com/office/drawing/2014/main" id="{0DF95376-0C56-8C19-877F-9320075FC6C9}"/>
              </a:ext>
            </a:extLst>
          </p:cNvPr>
          <p:cNvPicPr/>
          <p:nvPr/>
        </p:nvPicPr>
        <p:blipFill>
          <a:blip r:embed="rId21" cstate="print"/>
          <a:stretch>
            <a:fillRect/>
          </a:stretch>
        </p:blipFill>
        <p:spPr>
          <a:xfrm>
            <a:off x="4038600" y="3081711"/>
            <a:ext cx="876300" cy="242711"/>
          </a:xfrm>
          <a:prstGeom prst="rect">
            <a:avLst/>
          </a:prstGeom>
        </p:spPr>
      </p:pic>
      <p:pic>
        <p:nvPicPr>
          <p:cNvPr id="40" name="object 41">
            <a:extLst>
              <a:ext uri="{FF2B5EF4-FFF2-40B4-BE49-F238E27FC236}">
                <a16:creationId xmlns:a16="http://schemas.microsoft.com/office/drawing/2014/main" id="{BB95A3EE-B894-B4AC-5A33-DC95488057A9}"/>
              </a:ext>
            </a:extLst>
          </p:cNvPr>
          <p:cNvPicPr/>
          <p:nvPr/>
        </p:nvPicPr>
        <p:blipFill>
          <a:blip r:embed="rId22" cstate="print"/>
          <a:stretch>
            <a:fillRect/>
          </a:stretch>
        </p:blipFill>
        <p:spPr>
          <a:xfrm>
            <a:off x="5000625" y="1393317"/>
            <a:ext cx="1238250" cy="971550"/>
          </a:xfrm>
          <a:prstGeom prst="rect">
            <a:avLst/>
          </a:prstGeom>
        </p:spPr>
      </p:pic>
      <p:pic>
        <p:nvPicPr>
          <p:cNvPr id="41" name="object 42">
            <a:extLst>
              <a:ext uri="{FF2B5EF4-FFF2-40B4-BE49-F238E27FC236}">
                <a16:creationId xmlns:a16="http://schemas.microsoft.com/office/drawing/2014/main" id="{544C3ADF-DE2C-1A73-8E4F-7AD58BA5E599}"/>
              </a:ext>
            </a:extLst>
          </p:cNvPr>
          <p:cNvPicPr/>
          <p:nvPr/>
        </p:nvPicPr>
        <p:blipFill>
          <a:blip r:embed="rId23" cstate="print"/>
          <a:stretch>
            <a:fillRect/>
          </a:stretch>
        </p:blipFill>
        <p:spPr>
          <a:xfrm>
            <a:off x="4252738" y="4088892"/>
            <a:ext cx="433136" cy="529265"/>
          </a:xfrm>
          <a:prstGeom prst="rect">
            <a:avLst/>
          </a:prstGeom>
        </p:spPr>
      </p:pic>
      <p:pic>
        <p:nvPicPr>
          <p:cNvPr id="42" name="object 43">
            <a:extLst>
              <a:ext uri="{FF2B5EF4-FFF2-40B4-BE49-F238E27FC236}">
                <a16:creationId xmlns:a16="http://schemas.microsoft.com/office/drawing/2014/main" id="{A0185481-8BCD-53A2-0F45-1B0AFC53F38C}"/>
              </a:ext>
            </a:extLst>
          </p:cNvPr>
          <p:cNvPicPr/>
          <p:nvPr/>
        </p:nvPicPr>
        <p:blipFill>
          <a:blip r:embed="rId24" cstate="print"/>
          <a:stretch>
            <a:fillRect/>
          </a:stretch>
        </p:blipFill>
        <p:spPr>
          <a:xfrm>
            <a:off x="4953000" y="4584192"/>
            <a:ext cx="952500" cy="266700"/>
          </a:xfrm>
          <a:prstGeom prst="rect">
            <a:avLst/>
          </a:prstGeom>
        </p:spPr>
      </p:pic>
      <p:pic>
        <p:nvPicPr>
          <p:cNvPr id="43" name="object 44">
            <a:extLst>
              <a:ext uri="{FF2B5EF4-FFF2-40B4-BE49-F238E27FC236}">
                <a16:creationId xmlns:a16="http://schemas.microsoft.com/office/drawing/2014/main" id="{94F94AC2-44D3-BB86-5997-185B70E4BEF7}"/>
              </a:ext>
            </a:extLst>
          </p:cNvPr>
          <p:cNvPicPr/>
          <p:nvPr/>
        </p:nvPicPr>
        <p:blipFill>
          <a:blip r:embed="rId25" cstate="print"/>
          <a:stretch>
            <a:fillRect/>
          </a:stretch>
        </p:blipFill>
        <p:spPr>
          <a:xfrm>
            <a:off x="4895850" y="3973849"/>
            <a:ext cx="1123950" cy="461523"/>
          </a:xfrm>
          <a:prstGeom prst="rect">
            <a:avLst/>
          </a:prstGeom>
        </p:spPr>
      </p:pic>
      <p:pic>
        <p:nvPicPr>
          <p:cNvPr id="44" name="object 45">
            <a:extLst>
              <a:ext uri="{FF2B5EF4-FFF2-40B4-BE49-F238E27FC236}">
                <a16:creationId xmlns:a16="http://schemas.microsoft.com/office/drawing/2014/main" id="{B809F115-F1DD-166F-36BE-7C3768AAFF06}"/>
              </a:ext>
            </a:extLst>
          </p:cNvPr>
          <p:cNvPicPr/>
          <p:nvPr/>
        </p:nvPicPr>
        <p:blipFill>
          <a:blip r:embed="rId26" cstate="print"/>
          <a:stretch>
            <a:fillRect/>
          </a:stretch>
        </p:blipFill>
        <p:spPr>
          <a:xfrm>
            <a:off x="390525" y="2574417"/>
            <a:ext cx="904875" cy="361950"/>
          </a:xfrm>
          <a:prstGeom prst="rect">
            <a:avLst/>
          </a:prstGeom>
        </p:spPr>
      </p:pic>
      <p:pic>
        <p:nvPicPr>
          <p:cNvPr id="45" name="object 46">
            <a:extLst>
              <a:ext uri="{FF2B5EF4-FFF2-40B4-BE49-F238E27FC236}">
                <a16:creationId xmlns:a16="http://schemas.microsoft.com/office/drawing/2014/main" id="{C2916BDC-EF62-EEA3-1ADB-032FABCCB997}"/>
              </a:ext>
            </a:extLst>
          </p:cNvPr>
          <p:cNvPicPr/>
          <p:nvPr/>
        </p:nvPicPr>
        <p:blipFill>
          <a:blip r:embed="rId27" cstate="print"/>
          <a:stretch>
            <a:fillRect/>
          </a:stretch>
        </p:blipFill>
        <p:spPr>
          <a:xfrm>
            <a:off x="447675" y="3003042"/>
            <a:ext cx="790575" cy="171450"/>
          </a:xfrm>
          <a:prstGeom prst="rect">
            <a:avLst/>
          </a:prstGeom>
        </p:spPr>
      </p:pic>
      <p:pic>
        <p:nvPicPr>
          <p:cNvPr id="46" name="object 47">
            <a:extLst>
              <a:ext uri="{FF2B5EF4-FFF2-40B4-BE49-F238E27FC236}">
                <a16:creationId xmlns:a16="http://schemas.microsoft.com/office/drawing/2014/main" id="{65DE66F6-3099-37CA-B36D-B2FA4908093C}"/>
              </a:ext>
            </a:extLst>
          </p:cNvPr>
          <p:cNvPicPr/>
          <p:nvPr/>
        </p:nvPicPr>
        <p:blipFill>
          <a:blip r:embed="rId28" cstate="print"/>
          <a:stretch>
            <a:fillRect/>
          </a:stretch>
        </p:blipFill>
        <p:spPr>
          <a:xfrm>
            <a:off x="1419225" y="2546900"/>
            <a:ext cx="695325" cy="203200"/>
          </a:xfrm>
          <a:prstGeom prst="rect">
            <a:avLst/>
          </a:prstGeom>
        </p:spPr>
      </p:pic>
      <p:pic>
        <p:nvPicPr>
          <p:cNvPr id="47" name="object 48">
            <a:extLst>
              <a:ext uri="{FF2B5EF4-FFF2-40B4-BE49-F238E27FC236}">
                <a16:creationId xmlns:a16="http://schemas.microsoft.com/office/drawing/2014/main" id="{36FBEE01-F02A-6770-89EF-724250D7C973}"/>
              </a:ext>
            </a:extLst>
          </p:cNvPr>
          <p:cNvPicPr/>
          <p:nvPr/>
        </p:nvPicPr>
        <p:blipFill>
          <a:blip r:embed="rId29" cstate="print"/>
          <a:stretch>
            <a:fillRect/>
          </a:stretch>
        </p:blipFill>
        <p:spPr>
          <a:xfrm>
            <a:off x="1428750" y="2841117"/>
            <a:ext cx="666750" cy="171450"/>
          </a:xfrm>
          <a:prstGeom prst="rect">
            <a:avLst/>
          </a:prstGeom>
        </p:spPr>
      </p:pic>
      <p:pic>
        <p:nvPicPr>
          <p:cNvPr id="48" name="object 49">
            <a:extLst>
              <a:ext uri="{FF2B5EF4-FFF2-40B4-BE49-F238E27FC236}">
                <a16:creationId xmlns:a16="http://schemas.microsoft.com/office/drawing/2014/main" id="{17490680-566C-3393-802C-5D472FBAF7A8}"/>
              </a:ext>
            </a:extLst>
          </p:cNvPr>
          <p:cNvPicPr/>
          <p:nvPr/>
        </p:nvPicPr>
        <p:blipFill>
          <a:blip r:embed="rId30" cstate="print"/>
          <a:stretch>
            <a:fillRect/>
          </a:stretch>
        </p:blipFill>
        <p:spPr>
          <a:xfrm>
            <a:off x="1390650" y="3212592"/>
            <a:ext cx="609600" cy="171450"/>
          </a:xfrm>
          <a:prstGeom prst="rect">
            <a:avLst/>
          </a:prstGeom>
        </p:spPr>
      </p:pic>
      <p:pic>
        <p:nvPicPr>
          <p:cNvPr id="49" name="object 50">
            <a:extLst>
              <a:ext uri="{FF2B5EF4-FFF2-40B4-BE49-F238E27FC236}">
                <a16:creationId xmlns:a16="http://schemas.microsoft.com/office/drawing/2014/main" id="{2A6D4E64-F78D-70C2-461A-1FA30229BBDF}"/>
              </a:ext>
            </a:extLst>
          </p:cNvPr>
          <p:cNvPicPr/>
          <p:nvPr/>
        </p:nvPicPr>
        <p:blipFill>
          <a:blip r:embed="rId31" cstate="print"/>
          <a:stretch>
            <a:fillRect/>
          </a:stretch>
        </p:blipFill>
        <p:spPr>
          <a:xfrm>
            <a:off x="2390775" y="2441067"/>
            <a:ext cx="704850" cy="95250"/>
          </a:xfrm>
          <a:prstGeom prst="rect">
            <a:avLst/>
          </a:prstGeom>
        </p:spPr>
      </p:pic>
      <p:pic>
        <p:nvPicPr>
          <p:cNvPr id="50" name="object 51">
            <a:extLst>
              <a:ext uri="{FF2B5EF4-FFF2-40B4-BE49-F238E27FC236}">
                <a16:creationId xmlns:a16="http://schemas.microsoft.com/office/drawing/2014/main" id="{0ADD2DC0-41DB-BC9B-FF18-342E92C35009}"/>
              </a:ext>
            </a:extLst>
          </p:cNvPr>
          <p:cNvPicPr/>
          <p:nvPr/>
        </p:nvPicPr>
        <p:blipFill>
          <a:blip r:embed="rId32" cstate="print"/>
          <a:stretch>
            <a:fillRect/>
          </a:stretch>
        </p:blipFill>
        <p:spPr>
          <a:xfrm>
            <a:off x="2495550" y="2612517"/>
            <a:ext cx="904875" cy="295275"/>
          </a:xfrm>
          <a:prstGeom prst="rect">
            <a:avLst/>
          </a:prstGeom>
        </p:spPr>
      </p:pic>
      <p:pic>
        <p:nvPicPr>
          <p:cNvPr id="51" name="object 52">
            <a:extLst>
              <a:ext uri="{FF2B5EF4-FFF2-40B4-BE49-F238E27FC236}">
                <a16:creationId xmlns:a16="http://schemas.microsoft.com/office/drawing/2014/main" id="{E1225821-E9F9-7DC2-0012-32CE8AD03333}"/>
              </a:ext>
            </a:extLst>
          </p:cNvPr>
          <p:cNvPicPr/>
          <p:nvPr/>
        </p:nvPicPr>
        <p:blipFill>
          <a:blip r:embed="rId33" cstate="print"/>
          <a:stretch>
            <a:fillRect/>
          </a:stretch>
        </p:blipFill>
        <p:spPr>
          <a:xfrm>
            <a:off x="4857750" y="5489067"/>
            <a:ext cx="933450" cy="269965"/>
          </a:xfrm>
          <a:prstGeom prst="rect">
            <a:avLst/>
          </a:prstGeom>
        </p:spPr>
      </p:pic>
      <p:pic>
        <p:nvPicPr>
          <p:cNvPr id="52" name="object 53">
            <a:extLst>
              <a:ext uri="{FF2B5EF4-FFF2-40B4-BE49-F238E27FC236}">
                <a16:creationId xmlns:a16="http://schemas.microsoft.com/office/drawing/2014/main" id="{5293A1D6-E619-DEDC-7A87-A5165BE77EAE}"/>
              </a:ext>
            </a:extLst>
          </p:cNvPr>
          <p:cNvPicPr/>
          <p:nvPr/>
        </p:nvPicPr>
        <p:blipFill>
          <a:blip r:embed="rId34" cstate="print"/>
          <a:stretch>
            <a:fillRect/>
          </a:stretch>
        </p:blipFill>
        <p:spPr>
          <a:xfrm>
            <a:off x="2867025" y="3227188"/>
            <a:ext cx="609600" cy="269174"/>
          </a:xfrm>
          <a:prstGeom prst="rect">
            <a:avLst/>
          </a:prstGeom>
        </p:spPr>
      </p:pic>
      <p:pic>
        <p:nvPicPr>
          <p:cNvPr id="53" name="object 54">
            <a:extLst>
              <a:ext uri="{FF2B5EF4-FFF2-40B4-BE49-F238E27FC236}">
                <a16:creationId xmlns:a16="http://schemas.microsoft.com/office/drawing/2014/main" id="{3DBA3662-4DFD-E22C-3592-FD35B5047CA9}"/>
              </a:ext>
            </a:extLst>
          </p:cNvPr>
          <p:cNvPicPr/>
          <p:nvPr/>
        </p:nvPicPr>
        <p:blipFill>
          <a:blip r:embed="rId35" cstate="print"/>
          <a:stretch>
            <a:fillRect/>
          </a:stretch>
        </p:blipFill>
        <p:spPr>
          <a:xfrm>
            <a:off x="2833118" y="4060317"/>
            <a:ext cx="662556" cy="247650"/>
          </a:xfrm>
          <a:prstGeom prst="rect">
            <a:avLst/>
          </a:prstGeom>
        </p:spPr>
      </p:pic>
      <p:pic>
        <p:nvPicPr>
          <p:cNvPr id="54" name="object 56">
            <a:extLst>
              <a:ext uri="{FF2B5EF4-FFF2-40B4-BE49-F238E27FC236}">
                <a16:creationId xmlns:a16="http://schemas.microsoft.com/office/drawing/2014/main" id="{EBD12A3D-6E14-FC17-C294-474C0CD280C6}"/>
              </a:ext>
            </a:extLst>
          </p:cNvPr>
          <p:cNvPicPr/>
          <p:nvPr/>
        </p:nvPicPr>
        <p:blipFill>
          <a:blip r:embed="rId36" cstate="print"/>
          <a:stretch>
            <a:fillRect/>
          </a:stretch>
        </p:blipFill>
        <p:spPr>
          <a:xfrm>
            <a:off x="6562725" y="4612767"/>
            <a:ext cx="676275" cy="676275"/>
          </a:xfrm>
          <a:prstGeom prst="rect">
            <a:avLst/>
          </a:prstGeom>
        </p:spPr>
      </p:pic>
      <p:pic>
        <p:nvPicPr>
          <p:cNvPr id="55" name="object 57">
            <a:extLst>
              <a:ext uri="{FF2B5EF4-FFF2-40B4-BE49-F238E27FC236}">
                <a16:creationId xmlns:a16="http://schemas.microsoft.com/office/drawing/2014/main" id="{5DA9F904-A55B-ACA1-895F-C444CD924DA6}"/>
              </a:ext>
            </a:extLst>
          </p:cNvPr>
          <p:cNvPicPr/>
          <p:nvPr/>
        </p:nvPicPr>
        <p:blipFill>
          <a:blip r:embed="rId37" cstate="print"/>
          <a:stretch>
            <a:fillRect/>
          </a:stretch>
        </p:blipFill>
        <p:spPr>
          <a:xfrm>
            <a:off x="7924800" y="4346067"/>
            <a:ext cx="533400" cy="209550"/>
          </a:xfrm>
          <a:prstGeom prst="rect">
            <a:avLst/>
          </a:prstGeom>
        </p:spPr>
      </p:pic>
      <p:sp>
        <p:nvSpPr>
          <p:cNvPr id="56" name="object 58">
            <a:extLst>
              <a:ext uri="{FF2B5EF4-FFF2-40B4-BE49-F238E27FC236}">
                <a16:creationId xmlns:a16="http://schemas.microsoft.com/office/drawing/2014/main" id="{D937D600-DB10-B2B3-6493-AF4BBD100F3B}"/>
              </a:ext>
            </a:extLst>
          </p:cNvPr>
          <p:cNvSpPr/>
          <p:nvPr/>
        </p:nvSpPr>
        <p:spPr>
          <a:xfrm>
            <a:off x="9012568" y="4232633"/>
            <a:ext cx="62865" cy="127635"/>
          </a:xfrm>
          <a:custGeom>
            <a:avLst/>
            <a:gdLst/>
            <a:ahLst/>
            <a:cxnLst/>
            <a:rect l="l" t="t" r="r" b="b"/>
            <a:pathLst>
              <a:path w="62865" h="127635">
                <a:moveTo>
                  <a:pt x="55141" y="0"/>
                </a:moveTo>
                <a:lnTo>
                  <a:pt x="53052" y="161"/>
                </a:lnTo>
                <a:lnTo>
                  <a:pt x="1393" y="30427"/>
                </a:lnTo>
                <a:lnTo>
                  <a:pt x="0" y="33087"/>
                </a:lnTo>
                <a:lnTo>
                  <a:pt x="61" y="35827"/>
                </a:lnTo>
                <a:lnTo>
                  <a:pt x="53" y="117976"/>
                </a:lnTo>
                <a:lnTo>
                  <a:pt x="53" y="123897"/>
                </a:lnTo>
                <a:lnTo>
                  <a:pt x="6332" y="127601"/>
                </a:lnTo>
                <a:lnTo>
                  <a:pt x="60847" y="95661"/>
                </a:lnTo>
                <a:lnTo>
                  <a:pt x="62187" y="93424"/>
                </a:lnTo>
                <a:lnTo>
                  <a:pt x="62432" y="90778"/>
                </a:lnTo>
                <a:lnTo>
                  <a:pt x="62446" y="5453"/>
                </a:lnTo>
                <a:lnTo>
                  <a:pt x="61005" y="2910"/>
                </a:lnTo>
                <a:lnTo>
                  <a:pt x="57000" y="558"/>
                </a:lnTo>
                <a:lnTo>
                  <a:pt x="55141" y="0"/>
                </a:lnTo>
                <a:close/>
              </a:path>
            </a:pathLst>
          </a:custGeom>
          <a:solidFill>
            <a:srgbClr val="FFB571"/>
          </a:solidFill>
        </p:spPr>
        <p:txBody>
          <a:bodyPr wrap="square" lIns="0" tIns="0" rIns="0" bIns="0" rtlCol="0"/>
          <a:lstStyle/>
          <a:p>
            <a:endParaRPr dirty="0"/>
          </a:p>
        </p:txBody>
      </p:sp>
      <p:sp>
        <p:nvSpPr>
          <p:cNvPr id="57" name="object 59">
            <a:extLst>
              <a:ext uri="{FF2B5EF4-FFF2-40B4-BE49-F238E27FC236}">
                <a16:creationId xmlns:a16="http://schemas.microsoft.com/office/drawing/2014/main" id="{A23F86EB-C53E-7901-8DD2-0EE8C9E61079}"/>
              </a:ext>
            </a:extLst>
          </p:cNvPr>
          <p:cNvSpPr/>
          <p:nvPr/>
        </p:nvSpPr>
        <p:spPr>
          <a:xfrm>
            <a:off x="8968604" y="4177585"/>
            <a:ext cx="106680" cy="154940"/>
          </a:xfrm>
          <a:custGeom>
            <a:avLst/>
            <a:gdLst/>
            <a:ahLst/>
            <a:cxnLst/>
            <a:rect l="l" t="t" r="r" b="b"/>
            <a:pathLst>
              <a:path w="106679" h="154939">
                <a:moveTo>
                  <a:pt x="6268" y="0"/>
                </a:moveTo>
                <a:lnTo>
                  <a:pt x="0" y="3704"/>
                </a:lnTo>
                <a:lnTo>
                  <a:pt x="0" y="94756"/>
                </a:lnTo>
                <a:lnTo>
                  <a:pt x="1449" y="97314"/>
                </a:lnTo>
                <a:lnTo>
                  <a:pt x="100143" y="154856"/>
                </a:lnTo>
                <a:lnTo>
                  <a:pt x="106395" y="151151"/>
                </a:lnTo>
                <a:lnTo>
                  <a:pt x="106395" y="145243"/>
                </a:lnTo>
                <a:lnTo>
                  <a:pt x="106395" y="60501"/>
                </a:lnTo>
                <a:lnTo>
                  <a:pt x="104969" y="57958"/>
                </a:lnTo>
                <a:lnTo>
                  <a:pt x="6268" y="0"/>
                </a:lnTo>
                <a:close/>
              </a:path>
            </a:pathLst>
          </a:custGeom>
          <a:solidFill>
            <a:srgbClr val="FF8300"/>
          </a:solidFill>
        </p:spPr>
        <p:txBody>
          <a:bodyPr wrap="square" lIns="0" tIns="0" rIns="0" bIns="0" rtlCol="0"/>
          <a:lstStyle/>
          <a:p>
            <a:endParaRPr dirty="0"/>
          </a:p>
        </p:txBody>
      </p:sp>
      <p:sp>
        <p:nvSpPr>
          <p:cNvPr id="58" name="object 60">
            <a:extLst>
              <a:ext uri="{FF2B5EF4-FFF2-40B4-BE49-F238E27FC236}">
                <a16:creationId xmlns:a16="http://schemas.microsoft.com/office/drawing/2014/main" id="{A9AD4AAE-76F3-62CB-4F93-05439D73EFD3}"/>
              </a:ext>
            </a:extLst>
          </p:cNvPr>
          <p:cNvSpPr/>
          <p:nvPr/>
        </p:nvSpPr>
        <p:spPr>
          <a:xfrm>
            <a:off x="8881955" y="4227195"/>
            <a:ext cx="62865" cy="127635"/>
          </a:xfrm>
          <a:custGeom>
            <a:avLst/>
            <a:gdLst/>
            <a:ahLst/>
            <a:cxnLst/>
            <a:rect l="l" t="t" r="r" b="b"/>
            <a:pathLst>
              <a:path w="62865" h="127635">
                <a:moveTo>
                  <a:pt x="56118" y="0"/>
                </a:moveTo>
                <a:lnTo>
                  <a:pt x="1613" y="31941"/>
                </a:lnTo>
                <a:lnTo>
                  <a:pt x="273" y="34175"/>
                </a:lnTo>
                <a:lnTo>
                  <a:pt x="0" y="37085"/>
                </a:lnTo>
                <a:lnTo>
                  <a:pt x="0" y="122148"/>
                </a:lnTo>
                <a:lnTo>
                  <a:pt x="1450" y="124680"/>
                </a:lnTo>
                <a:lnTo>
                  <a:pt x="5456" y="127044"/>
                </a:lnTo>
                <a:lnTo>
                  <a:pt x="7307" y="127607"/>
                </a:lnTo>
                <a:lnTo>
                  <a:pt x="9402" y="127439"/>
                </a:lnTo>
                <a:lnTo>
                  <a:pt x="61057" y="97175"/>
                </a:lnTo>
                <a:lnTo>
                  <a:pt x="62453" y="94516"/>
                </a:lnTo>
                <a:lnTo>
                  <a:pt x="62388" y="91775"/>
                </a:lnTo>
                <a:lnTo>
                  <a:pt x="62397" y="9627"/>
                </a:lnTo>
                <a:lnTo>
                  <a:pt x="62397" y="3704"/>
                </a:lnTo>
                <a:lnTo>
                  <a:pt x="56118" y="0"/>
                </a:lnTo>
                <a:close/>
              </a:path>
            </a:pathLst>
          </a:custGeom>
          <a:solidFill>
            <a:srgbClr val="FFB571"/>
          </a:solidFill>
        </p:spPr>
        <p:txBody>
          <a:bodyPr wrap="square" lIns="0" tIns="0" rIns="0" bIns="0" rtlCol="0"/>
          <a:lstStyle/>
          <a:p>
            <a:endParaRPr dirty="0"/>
          </a:p>
        </p:txBody>
      </p:sp>
      <p:pic>
        <p:nvPicPr>
          <p:cNvPr id="59" name="object 61">
            <a:extLst>
              <a:ext uri="{FF2B5EF4-FFF2-40B4-BE49-F238E27FC236}">
                <a16:creationId xmlns:a16="http://schemas.microsoft.com/office/drawing/2014/main" id="{A57CDB9D-6C22-B58E-F094-8C494E163446}"/>
              </a:ext>
            </a:extLst>
          </p:cNvPr>
          <p:cNvPicPr/>
          <p:nvPr/>
        </p:nvPicPr>
        <p:blipFill>
          <a:blip r:embed="rId38" cstate="print"/>
          <a:stretch>
            <a:fillRect/>
          </a:stretch>
        </p:blipFill>
        <p:spPr>
          <a:xfrm>
            <a:off x="9131103" y="4235176"/>
            <a:ext cx="103316" cy="125367"/>
          </a:xfrm>
          <a:prstGeom prst="rect">
            <a:avLst/>
          </a:prstGeom>
        </p:spPr>
      </p:pic>
      <p:pic>
        <p:nvPicPr>
          <p:cNvPr id="60" name="object 62">
            <a:extLst>
              <a:ext uri="{FF2B5EF4-FFF2-40B4-BE49-F238E27FC236}">
                <a16:creationId xmlns:a16="http://schemas.microsoft.com/office/drawing/2014/main" id="{BD9095E6-2E63-45C1-96DE-81AEF0A4F63E}"/>
              </a:ext>
            </a:extLst>
          </p:cNvPr>
          <p:cNvPicPr/>
          <p:nvPr/>
        </p:nvPicPr>
        <p:blipFill>
          <a:blip r:embed="rId39" cstate="print"/>
          <a:stretch>
            <a:fillRect/>
          </a:stretch>
        </p:blipFill>
        <p:spPr>
          <a:xfrm>
            <a:off x="9255066" y="4228106"/>
            <a:ext cx="315252" cy="132424"/>
          </a:xfrm>
          <a:prstGeom prst="rect">
            <a:avLst/>
          </a:prstGeom>
        </p:spPr>
      </p:pic>
      <p:pic>
        <p:nvPicPr>
          <p:cNvPr id="61" name="object 63">
            <a:extLst>
              <a:ext uri="{FF2B5EF4-FFF2-40B4-BE49-F238E27FC236}">
                <a16:creationId xmlns:a16="http://schemas.microsoft.com/office/drawing/2014/main" id="{7304B654-1517-30BF-7C68-7F6192E1004F}"/>
              </a:ext>
            </a:extLst>
          </p:cNvPr>
          <p:cNvPicPr/>
          <p:nvPr/>
        </p:nvPicPr>
        <p:blipFill>
          <a:blip r:embed="rId40" cstate="print"/>
          <a:stretch>
            <a:fillRect/>
          </a:stretch>
        </p:blipFill>
        <p:spPr>
          <a:xfrm>
            <a:off x="9591843" y="4233412"/>
            <a:ext cx="264377" cy="127142"/>
          </a:xfrm>
          <a:prstGeom prst="rect">
            <a:avLst/>
          </a:prstGeom>
        </p:spPr>
      </p:pic>
      <p:pic>
        <p:nvPicPr>
          <p:cNvPr id="62" name="object 64">
            <a:extLst>
              <a:ext uri="{FF2B5EF4-FFF2-40B4-BE49-F238E27FC236}">
                <a16:creationId xmlns:a16="http://schemas.microsoft.com/office/drawing/2014/main" id="{81E438ED-811C-AA5E-60F1-7D9195FE5ACD}"/>
              </a:ext>
            </a:extLst>
          </p:cNvPr>
          <p:cNvPicPr/>
          <p:nvPr/>
        </p:nvPicPr>
        <p:blipFill>
          <a:blip r:embed="rId41" cstate="print"/>
          <a:stretch>
            <a:fillRect/>
          </a:stretch>
        </p:blipFill>
        <p:spPr>
          <a:xfrm>
            <a:off x="9879490" y="4241350"/>
            <a:ext cx="431449" cy="119193"/>
          </a:xfrm>
          <a:prstGeom prst="rect">
            <a:avLst/>
          </a:prstGeom>
        </p:spPr>
      </p:pic>
      <p:sp>
        <p:nvSpPr>
          <p:cNvPr id="63" name="object 65">
            <a:extLst>
              <a:ext uri="{FF2B5EF4-FFF2-40B4-BE49-F238E27FC236}">
                <a16:creationId xmlns:a16="http://schemas.microsoft.com/office/drawing/2014/main" id="{209A5D30-546E-C0B9-A8AC-CE1BB4D56650}"/>
              </a:ext>
            </a:extLst>
          </p:cNvPr>
          <p:cNvSpPr/>
          <p:nvPr/>
        </p:nvSpPr>
        <p:spPr>
          <a:xfrm>
            <a:off x="8881967" y="4254991"/>
            <a:ext cx="106680" cy="154940"/>
          </a:xfrm>
          <a:custGeom>
            <a:avLst/>
            <a:gdLst/>
            <a:ahLst/>
            <a:cxnLst/>
            <a:rect l="l" t="t" r="r" b="b"/>
            <a:pathLst>
              <a:path w="106679" h="154939">
                <a:moveTo>
                  <a:pt x="6257" y="0"/>
                </a:moveTo>
                <a:lnTo>
                  <a:pt x="0" y="3704"/>
                </a:lnTo>
                <a:lnTo>
                  <a:pt x="0" y="9613"/>
                </a:lnTo>
                <a:lnTo>
                  <a:pt x="0" y="94352"/>
                </a:lnTo>
                <a:lnTo>
                  <a:pt x="1437" y="96898"/>
                </a:lnTo>
                <a:lnTo>
                  <a:pt x="100135" y="154835"/>
                </a:lnTo>
                <a:lnTo>
                  <a:pt x="106401" y="151131"/>
                </a:lnTo>
                <a:lnTo>
                  <a:pt x="106401" y="60087"/>
                </a:lnTo>
                <a:lnTo>
                  <a:pt x="104954" y="57527"/>
                </a:lnTo>
                <a:lnTo>
                  <a:pt x="6257" y="0"/>
                </a:lnTo>
                <a:close/>
              </a:path>
            </a:pathLst>
          </a:custGeom>
          <a:solidFill>
            <a:srgbClr val="FF8300"/>
          </a:solidFill>
        </p:spPr>
        <p:txBody>
          <a:bodyPr wrap="square" lIns="0" tIns="0" rIns="0" bIns="0" rtlCol="0"/>
          <a:lstStyle/>
          <a:p>
            <a:endParaRPr dirty="0"/>
          </a:p>
        </p:txBody>
      </p:sp>
      <p:pic>
        <p:nvPicPr>
          <p:cNvPr id="64" name="object 66">
            <a:extLst>
              <a:ext uri="{FF2B5EF4-FFF2-40B4-BE49-F238E27FC236}">
                <a16:creationId xmlns:a16="http://schemas.microsoft.com/office/drawing/2014/main" id="{75636B72-5013-0912-CDB2-36B7B52CC8B5}"/>
              </a:ext>
            </a:extLst>
          </p:cNvPr>
          <p:cNvPicPr/>
          <p:nvPr/>
        </p:nvPicPr>
        <p:blipFill>
          <a:blip r:embed="rId42" cstate="print"/>
          <a:stretch>
            <a:fillRect/>
          </a:stretch>
        </p:blipFill>
        <p:spPr>
          <a:xfrm>
            <a:off x="7743825" y="5403342"/>
            <a:ext cx="1000125" cy="238125"/>
          </a:xfrm>
          <a:prstGeom prst="rect">
            <a:avLst/>
          </a:prstGeom>
        </p:spPr>
      </p:pic>
      <p:pic>
        <p:nvPicPr>
          <p:cNvPr id="65" name="object 67">
            <a:extLst>
              <a:ext uri="{FF2B5EF4-FFF2-40B4-BE49-F238E27FC236}">
                <a16:creationId xmlns:a16="http://schemas.microsoft.com/office/drawing/2014/main" id="{68DEAE8D-7510-5A07-1320-C9FA814ADD6B}"/>
              </a:ext>
            </a:extLst>
          </p:cNvPr>
          <p:cNvPicPr/>
          <p:nvPr/>
        </p:nvPicPr>
        <p:blipFill>
          <a:blip r:embed="rId43" cstate="print"/>
          <a:stretch>
            <a:fillRect/>
          </a:stretch>
        </p:blipFill>
        <p:spPr>
          <a:xfrm>
            <a:off x="11049000" y="5393817"/>
            <a:ext cx="657225" cy="304800"/>
          </a:xfrm>
          <a:prstGeom prst="rect">
            <a:avLst/>
          </a:prstGeom>
        </p:spPr>
      </p:pic>
      <p:pic>
        <p:nvPicPr>
          <p:cNvPr id="66" name="object 68">
            <a:extLst>
              <a:ext uri="{FF2B5EF4-FFF2-40B4-BE49-F238E27FC236}">
                <a16:creationId xmlns:a16="http://schemas.microsoft.com/office/drawing/2014/main" id="{34CB1EF6-1442-8BD8-217D-8921AD4EFD34}"/>
              </a:ext>
            </a:extLst>
          </p:cNvPr>
          <p:cNvPicPr/>
          <p:nvPr/>
        </p:nvPicPr>
        <p:blipFill>
          <a:blip r:embed="rId44" cstate="print"/>
          <a:stretch>
            <a:fillRect/>
          </a:stretch>
        </p:blipFill>
        <p:spPr>
          <a:xfrm>
            <a:off x="7924800" y="4812792"/>
            <a:ext cx="581025" cy="276225"/>
          </a:xfrm>
          <a:prstGeom prst="rect">
            <a:avLst/>
          </a:prstGeom>
        </p:spPr>
      </p:pic>
      <p:pic>
        <p:nvPicPr>
          <p:cNvPr id="67" name="object 69">
            <a:extLst>
              <a:ext uri="{FF2B5EF4-FFF2-40B4-BE49-F238E27FC236}">
                <a16:creationId xmlns:a16="http://schemas.microsoft.com/office/drawing/2014/main" id="{22E77151-4023-C130-34F5-804D4443E363}"/>
              </a:ext>
            </a:extLst>
          </p:cNvPr>
          <p:cNvPicPr/>
          <p:nvPr/>
        </p:nvPicPr>
        <p:blipFill>
          <a:blip r:embed="rId45" cstate="print"/>
          <a:stretch>
            <a:fillRect/>
          </a:stretch>
        </p:blipFill>
        <p:spPr>
          <a:xfrm>
            <a:off x="8924925" y="5127117"/>
            <a:ext cx="1104900" cy="133350"/>
          </a:xfrm>
          <a:prstGeom prst="rect">
            <a:avLst/>
          </a:prstGeom>
        </p:spPr>
      </p:pic>
      <p:pic>
        <p:nvPicPr>
          <p:cNvPr id="68" name="object 70">
            <a:extLst>
              <a:ext uri="{FF2B5EF4-FFF2-40B4-BE49-F238E27FC236}">
                <a16:creationId xmlns:a16="http://schemas.microsoft.com/office/drawing/2014/main" id="{6D7B760F-214B-D64C-7A1A-DB4B358FC22B}"/>
              </a:ext>
            </a:extLst>
          </p:cNvPr>
          <p:cNvPicPr/>
          <p:nvPr/>
        </p:nvPicPr>
        <p:blipFill>
          <a:blip r:embed="rId46" cstate="print"/>
          <a:stretch>
            <a:fillRect/>
          </a:stretch>
        </p:blipFill>
        <p:spPr>
          <a:xfrm>
            <a:off x="9010650" y="5450967"/>
            <a:ext cx="990600" cy="152400"/>
          </a:xfrm>
          <a:prstGeom prst="rect">
            <a:avLst/>
          </a:prstGeom>
        </p:spPr>
      </p:pic>
      <p:pic>
        <p:nvPicPr>
          <p:cNvPr id="69" name="object 71">
            <a:extLst>
              <a:ext uri="{FF2B5EF4-FFF2-40B4-BE49-F238E27FC236}">
                <a16:creationId xmlns:a16="http://schemas.microsoft.com/office/drawing/2014/main" id="{66C07891-51BE-1D0A-2707-034F3CD558E7}"/>
              </a:ext>
            </a:extLst>
          </p:cNvPr>
          <p:cNvPicPr/>
          <p:nvPr/>
        </p:nvPicPr>
        <p:blipFill>
          <a:blip r:embed="rId47" cstate="print"/>
          <a:stretch>
            <a:fillRect/>
          </a:stretch>
        </p:blipFill>
        <p:spPr>
          <a:xfrm>
            <a:off x="10744200" y="3917442"/>
            <a:ext cx="752475" cy="752475"/>
          </a:xfrm>
          <a:prstGeom prst="rect">
            <a:avLst/>
          </a:prstGeom>
        </p:spPr>
      </p:pic>
      <p:sp>
        <p:nvSpPr>
          <p:cNvPr id="70" name="object 72">
            <a:extLst>
              <a:ext uri="{FF2B5EF4-FFF2-40B4-BE49-F238E27FC236}">
                <a16:creationId xmlns:a16="http://schemas.microsoft.com/office/drawing/2014/main" id="{F193125A-2DE8-B594-F000-1BAE75E4637B}"/>
              </a:ext>
            </a:extLst>
          </p:cNvPr>
          <p:cNvSpPr/>
          <p:nvPr/>
        </p:nvSpPr>
        <p:spPr>
          <a:xfrm>
            <a:off x="6790246" y="4407560"/>
            <a:ext cx="641985" cy="121285"/>
          </a:xfrm>
          <a:custGeom>
            <a:avLst/>
            <a:gdLst/>
            <a:ahLst/>
            <a:cxnLst/>
            <a:rect l="l" t="t" r="r" b="b"/>
            <a:pathLst>
              <a:path w="641984" h="121285">
                <a:moveTo>
                  <a:pt x="129095" y="118732"/>
                </a:moveTo>
                <a:lnTo>
                  <a:pt x="105029" y="0"/>
                </a:lnTo>
                <a:lnTo>
                  <a:pt x="64541" y="89725"/>
                </a:lnTo>
                <a:lnTo>
                  <a:pt x="24066" y="0"/>
                </a:lnTo>
                <a:lnTo>
                  <a:pt x="0" y="118732"/>
                </a:lnTo>
                <a:lnTo>
                  <a:pt x="15163" y="118732"/>
                </a:lnTo>
                <a:lnTo>
                  <a:pt x="28905" y="43510"/>
                </a:lnTo>
                <a:lnTo>
                  <a:pt x="29222" y="43510"/>
                </a:lnTo>
                <a:lnTo>
                  <a:pt x="64541" y="121158"/>
                </a:lnTo>
                <a:lnTo>
                  <a:pt x="99872" y="43510"/>
                </a:lnTo>
                <a:lnTo>
                  <a:pt x="100177" y="43510"/>
                </a:lnTo>
                <a:lnTo>
                  <a:pt x="113944" y="118732"/>
                </a:lnTo>
                <a:lnTo>
                  <a:pt x="129095" y="118732"/>
                </a:lnTo>
                <a:close/>
              </a:path>
              <a:path w="641984" h="121285">
                <a:moveTo>
                  <a:pt x="159473" y="3683"/>
                </a:moveTo>
                <a:lnTo>
                  <a:pt x="144284" y="3683"/>
                </a:lnTo>
                <a:lnTo>
                  <a:pt x="144284" y="117487"/>
                </a:lnTo>
                <a:lnTo>
                  <a:pt x="159473" y="117487"/>
                </a:lnTo>
                <a:lnTo>
                  <a:pt x="159473" y="3683"/>
                </a:lnTo>
                <a:close/>
              </a:path>
              <a:path w="641984" h="121285">
                <a:moveTo>
                  <a:pt x="246824" y="86029"/>
                </a:moveTo>
                <a:lnTo>
                  <a:pt x="218376" y="52108"/>
                </a:lnTo>
                <a:lnTo>
                  <a:pt x="202984" y="46278"/>
                </a:lnTo>
                <a:lnTo>
                  <a:pt x="194170" y="41656"/>
                </a:lnTo>
                <a:lnTo>
                  <a:pt x="194170" y="22961"/>
                </a:lnTo>
                <a:lnTo>
                  <a:pt x="204190" y="16840"/>
                </a:lnTo>
                <a:lnTo>
                  <a:pt x="222021" y="16840"/>
                </a:lnTo>
                <a:lnTo>
                  <a:pt x="227482" y="20421"/>
                </a:lnTo>
                <a:lnTo>
                  <a:pt x="231736" y="27457"/>
                </a:lnTo>
                <a:lnTo>
                  <a:pt x="243179" y="20726"/>
                </a:lnTo>
                <a:lnTo>
                  <a:pt x="237731" y="13449"/>
                </a:lnTo>
                <a:lnTo>
                  <a:pt x="230873" y="8102"/>
                </a:lnTo>
                <a:lnTo>
                  <a:pt x="222783" y="4800"/>
                </a:lnTo>
                <a:lnTo>
                  <a:pt x="213664" y="3683"/>
                </a:lnTo>
                <a:lnTo>
                  <a:pt x="201053" y="5664"/>
                </a:lnTo>
                <a:lnTo>
                  <a:pt x="190246" y="11417"/>
                </a:lnTo>
                <a:lnTo>
                  <a:pt x="182689" y="20574"/>
                </a:lnTo>
                <a:lnTo>
                  <a:pt x="179844" y="32816"/>
                </a:lnTo>
                <a:lnTo>
                  <a:pt x="181902" y="43116"/>
                </a:lnTo>
                <a:lnTo>
                  <a:pt x="187426" y="50901"/>
                </a:lnTo>
                <a:lnTo>
                  <a:pt x="195389" y="56769"/>
                </a:lnTo>
                <a:lnTo>
                  <a:pt x="204800" y="61366"/>
                </a:lnTo>
                <a:lnTo>
                  <a:pt x="212750" y="64643"/>
                </a:lnTo>
                <a:lnTo>
                  <a:pt x="220002" y="67995"/>
                </a:lnTo>
                <a:lnTo>
                  <a:pt x="226326" y="72313"/>
                </a:lnTo>
                <a:lnTo>
                  <a:pt x="230797" y="78143"/>
                </a:lnTo>
                <a:lnTo>
                  <a:pt x="232498" y="86017"/>
                </a:lnTo>
                <a:lnTo>
                  <a:pt x="230924" y="94437"/>
                </a:lnTo>
                <a:lnTo>
                  <a:pt x="226542" y="101434"/>
                </a:lnTo>
                <a:lnTo>
                  <a:pt x="219849" y="106210"/>
                </a:lnTo>
                <a:lnTo>
                  <a:pt x="211328" y="107988"/>
                </a:lnTo>
                <a:lnTo>
                  <a:pt x="202653" y="106387"/>
                </a:lnTo>
                <a:lnTo>
                  <a:pt x="195554" y="101955"/>
                </a:lnTo>
                <a:lnTo>
                  <a:pt x="190792" y="95186"/>
                </a:lnTo>
                <a:lnTo>
                  <a:pt x="189103" y="86614"/>
                </a:lnTo>
                <a:lnTo>
                  <a:pt x="174675" y="89611"/>
                </a:lnTo>
                <a:lnTo>
                  <a:pt x="178625" y="102171"/>
                </a:lnTo>
                <a:lnTo>
                  <a:pt x="186347" y="112166"/>
                </a:lnTo>
                <a:lnTo>
                  <a:pt x="197078" y="118770"/>
                </a:lnTo>
                <a:lnTo>
                  <a:pt x="210121" y="121158"/>
                </a:lnTo>
                <a:lnTo>
                  <a:pt x="224523" y="118541"/>
                </a:lnTo>
                <a:lnTo>
                  <a:pt x="236181" y="111277"/>
                </a:lnTo>
                <a:lnTo>
                  <a:pt x="243979" y="100152"/>
                </a:lnTo>
                <a:lnTo>
                  <a:pt x="246824" y="86029"/>
                </a:lnTo>
                <a:close/>
              </a:path>
              <a:path w="641984" h="121285">
                <a:moveTo>
                  <a:pt x="330365" y="3721"/>
                </a:moveTo>
                <a:lnTo>
                  <a:pt x="258216" y="3721"/>
                </a:lnTo>
                <a:lnTo>
                  <a:pt x="258216" y="16217"/>
                </a:lnTo>
                <a:lnTo>
                  <a:pt x="286766" y="16217"/>
                </a:lnTo>
                <a:lnTo>
                  <a:pt x="286766" y="117348"/>
                </a:lnTo>
                <a:lnTo>
                  <a:pt x="301752" y="117348"/>
                </a:lnTo>
                <a:lnTo>
                  <a:pt x="301752" y="16217"/>
                </a:lnTo>
                <a:lnTo>
                  <a:pt x="330365" y="16217"/>
                </a:lnTo>
                <a:lnTo>
                  <a:pt x="330365" y="3721"/>
                </a:lnTo>
                <a:close/>
              </a:path>
              <a:path w="641984" h="121285">
                <a:moveTo>
                  <a:pt x="410095" y="36576"/>
                </a:moveTo>
                <a:lnTo>
                  <a:pt x="407771" y="22656"/>
                </a:lnTo>
                <a:lnTo>
                  <a:pt x="402983" y="16357"/>
                </a:lnTo>
                <a:lnTo>
                  <a:pt x="399910" y="12319"/>
                </a:lnTo>
                <a:lnTo>
                  <a:pt x="396278" y="10731"/>
                </a:lnTo>
                <a:lnTo>
                  <a:pt x="396278" y="36283"/>
                </a:lnTo>
                <a:lnTo>
                  <a:pt x="393509" y="47167"/>
                </a:lnTo>
                <a:lnTo>
                  <a:pt x="386270" y="53479"/>
                </a:lnTo>
                <a:lnTo>
                  <a:pt x="376199" y="56388"/>
                </a:lnTo>
                <a:lnTo>
                  <a:pt x="364934" y="57099"/>
                </a:lnTo>
                <a:lnTo>
                  <a:pt x="360235" y="57099"/>
                </a:lnTo>
                <a:lnTo>
                  <a:pt x="360235" y="16357"/>
                </a:lnTo>
                <a:lnTo>
                  <a:pt x="364185" y="16357"/>
                </a:lnTo>
                <a:lnTo>
                  <a:pt x="375348" y="16967"/>
                </a:lnTo>
                <a:lnTo>
                  <a:pt x="385699" y="19634"/>
                </a:lnTo>
                <a:lnTo>
                  <a:pt x="393319" y="25654"/>
                </a:lnTo>
                <a:lnTo>
                  <a:pt x="396278" y="36283"/>
                </a:lnTo>
                <a:lnTo>
                  <a:pt x="396278" y="10731"/>
                </a:lnTo>
                <a:lnTo>
                  <a:pt x="385241" y="5892"/>
                </a:lnTo>
                <a:lnTo>
                  <a:pt x="362458" y="3683"/>
                </a:lnTo>
                <a:lnTo>
                  <a:pt x="345554" y="3683"/>
                </a:lnTo>
                <a:lnTo>
                  <a:pt x="345554" y="117487"/>
                </a:lnTo>
                <a:lnTo>
                  <a:pt x="360235" y="117487"/>
                </a:lnTo>
                <a:lnTo>
                  <a:pt x="360235" y="69786"/>
                </a:lnTo>
                <a:lnTo>
                  <a:pt x="368731" y="69786"/>
                </a:lnTo>
                <a:lnTo>
                  <a:pt x="384644" y="67970"/>
                </a:lnTo>
                <a:lnTo>
                  <a:pt x="397814" y="62179"/>
                </a:lnTo>
                <a:lnTo>
                  <a:pt x="402247" y="57099"/>
                </a:lnTo>
                <a:lnTo>
                  <a:pt x="406781" y="51892"/>
                </a:lnTo>
                <a:lnTo>
                  <a:pt x="410095" y="36576"/>
                </a:lnTo>
                <a:close/>
              </a:path>
              <a:path w="641984" h="121285">
                <a:moveTo>
                  <a:pt x="573379" y="117487"/>
                </a:moveTo>
                <a:lnTo>
                  <a:pt x="559765" y="89230"/>
                </a:lnTo>
                <a:lnTo>
                  <a:pt x="553567" y="76377"/>
                </a:lnTo>
                <a:lnTo>
                  <a:pt x="537832" y="43713"/>
                </a:lnTo>
                <a:lnTo>
                  <a:pt x="537832" y="76377"/>
                </a:lnTo>
                <a:lnTo>
                  <a:pt x="495668" y="76377"/>
                </a:lnTo>
                <a:lnTo>
                  <a:pt x="516775" y="30784"/>
                </a:lnTo>
                <a:lnTo>
                  <a:pt x="537832" y="76377"/>
                </a:lnTo>
                <a:lnTo>
                  <a:pt x="537832" y="43713"/>
                </a:lnTo>
                <a:lnTo>
                  <a:pt x="531609" y="30784"/>
                </a:lnTo>
                <a:lnTo>
                  <a:pt x="516775" y="0"/>
                </a:lnTo>
                <a:lnTo>
                  <a:pt x="466344" y="104622"/>
                </a:lnTo>
                <a:lnTo>
                  <a:pt x="440067" y="104622"/>
                </a:lnTo>
                <a:lnTo>
                  <a:pt x="440067" y="4775"/>
                </a:lnTo>
                <a:lnTo>
                  <a:pt x="425284" y="4775"/>
                </a:lnTo>
                <a:lnTo>
                  <a:pt x="425284" y="117487"/>
                </a:lnTo>
                <a:lnTo>
                  <a:pt x="476059" y="117487"/>
                </a:lnTo>
                <a:lnTo>
                  <a:pt x="482193" y="104622"/>
                </a:lnTo>
                <a:lnTo>
                  <a:pt x="489534" y="89230"/>
                </a:lnTo>
                <a:lnTo>
                  <a:pt x="543966" y="89230"/>
                </a:lnTo>
                <a:lnTo>
                  <a:pt x="557479" y="117487"/>
                </a:lnTo>
                <a:lnTo>
                  <a:pt x="573379" y="117487"/>
                </a:lnTo>
                <a:close/>
              </a:path>
              <a:path w="641984" h="121285">
                <a:moveTo>
                  <a:pt x="641731" y="3683"/>
                </a:moveTo>
                <a:lnTo>
                  <a:pt x="624916" y="3683"/>
                </a:lnTo>
                <a:lnTo>
                  <a:pt x="596163" y="52273"/>
                </a:lnTo>
                <a:lnTo>
                  <a:pt x="567397" y="3683"/>
                </a:lnTo>
                <a:lnTo>
                  <a:pt x="550595" y="3683"/>
                </a:lnTo>
                <a:lnTo>
                  <a:pt x="588822" y="67970"/>
                </a:lnTo>
                <a:lnTo>
                  <a:pt x="588822" y="117487"/>
                </a:lnTo>
                <a:lnTo>
                  <a:pt x="603453" y="117487"/>
                </a:lnTo>
                <a:lnTo>
                  <a:pt x="603453" y="67970"/>
                </a:lnTo>
                <a:lnTo>
                  <a:pt x="641731" y="3683"/>
                </a:lnTo>
                <a:close/>
              </a:path>
            </a:pathLst>
          </a:custGeom>
          <a:solidFill>
            <a:srgbClr val="181E37"/>
          </a:solidFill>
        </p:spPr>
        <p:txBody>
          <a:bodyPr wrap="square" lIns="0" tIns="0" rIns="0" bIns="0" rtlCol="0"/>
          <a:lstStyle/>
          <a:p>
            <a:endParaRPr dirty="0"/>
          </a:p>
        </p:txBody>
      </p:sp>
      <p:sp>
        <p:nvSpPr>
          <p:cNvPr id="71" name="object 73">
            <a:extLst>
              <a:ext uri="{FF2B5EF4-FFF2-40B4-BE49-F238E27FC236}">
                <a16:creationId xmlns:a16="http://schemas.microsoft.com/office/drawing/2014/main" id="{C9A08AC5-C64B-6EEB-EA97-F123A29CB9CF}"/>
              </a:ext>
            </a:extLst>
          </p:cNvPr>
          <p:cNvSpPr/>
          <p:nvPr/>
        </p:nvSpPr>
        <p:spPr>
          <a:xfrm>
            <a:off x="6535827" y="4381868"/>
            <a:ext cx="197485" cy="176530"/>
          </a:xfrm>
          <a:custGeom>
            <a:avLst/>
            <a:gdLst/>
            <a:ahLst/>
            <a:cxnLst/>
            <a:rect l="l" t="t" r="r" b="b"/>
            <a:pathLst>
              <a:path w="197484" h="176529">
                <a:moveTo>
                  <a:pt x="34175" y="11049"/>
                </a:moveTo>
                <a:lnTo>
                  <a:pt x="26530" y="3670"/>
                </a:lnTo>
                <a:lnTo>
                  <a:pt x="7645" y="3670"/>
                </a:lnTo>
                <a:lnTo>
                  <a:pt x="0" y="11061"/>
                </a:lnTo>
                <a:lnTo>
                  <a:pt x="0" y="29311"/>
                </a:lnTo>
                <a:lnTo>
                  <a:pt x="7658" y="36715"/>
                </a:lnTo>
                <a:lnTo>
                  <a:pt x="17081" y="36715"/>
                </a:lnTo>
                <a:lnTo>
                  <a:pt x="26530" y="36715"/>
                </a:lnTo>
                <a:lnTo>
                  <a:pt x="34175" y="29311"/>
                </a:lnTo>
                <a:lnTo>
                  <a:pt x="34175" y="11049"/>
                </a:lnTo>
                <a:close/>
              </a:path>
              <a:path w="197484" h="176529">
                <a:moveTo>
                  <a:pt x="102527" y="148678"/>
                </a:moveTo>
                <a:lnTo>
                  <a:pt x="100291" y="137960"/>
                </a:lnTo>
                <a:lnTo>
                  <a:pt x="94183" y="129209"/>
                </a:lnTo>
                <a:lnTo>
                  <a:pt x="85140" y="123317"/>
                </a:lnTo>
                <a:lnTo>
                  <a:pt x="74053" y="121145"/>
                </a:lnTo>
                <a:lnTo>
                  <a:pt x="62966" y="123317"/>
                </a:lnTo>
                <a:lnTo>
                  <a:pt x="53924" y="129209"/>
                </a:lnTo>
                <a:lnTo>
                  <a:pt x="47815" y="137960"/>
                </a:lnTo>
                <a:lnTo>
                  <a:pt x="45567" y="148678"/>
                </a:lnTo>
                <a:lnTo>
                  <a:pt x="47815" y="159397"/>
                </a:lnTo>
                <a:lnTo>
                  <a:pt x="53911" y="168148"/>
                </a:lnTo>
                <a:lnTo>
                  <a:pt x="62966" y="174053"/>
                </a:lnTo>
                <a:lnTo>
                  <a:pt x="74053" y="176212"/>
                </a:lnTo>
                <a:lnTo>
                  <a:pt x="85140" y="174053"/>
                </a:lnTo>
                <a:lnTo>
                  <a:pt x="94183" y="168148"/>
                </a:lnTo>
                <a:lnTo>
                  <a:pt x="100291" y="159397"/>
                </a:lnTo>
                <a:lnTo>
                  <a:pt x="102527" y="148678"/>
                </a:lnTo>
                <a:close/>
              </a:path>
              <a:path w="197484" h="176529">
                <a:moveTo>
                  <a:pt x="102527" y="62407"/>
                </a:moveTo>
                <a:lnTo>
                  <a:pt x="100736" y="53835"/>
                </a:lnTo>
                <a:lnTo>
                  <a:pt x="95846" y="46837"/>
                </a:lnTo>
                <a:lnTo>
                  <a:pt x="88607" y="42113"/>
                </a:lnTo>
                <a:lnTo>
                  <a:pt x="79743" y="40386"/>
                </a:lnTo>
                <a:lnTo>
                  <a:pt x="70878" y="42113"/>
                </a:lnTo>
                <a:lnTo>
                  <a:pt x="63639" y="46837"/>
                </a:lnTo>
                <a:lnTo>
                  <a:pt x="58750" y="53835"/>
                </a:lnTo>
                <a:lnTo>
                  <a:pt x="56959" y="62407"/>
                </a:lnTo>
                <a:lnTo>
                  <a:pt x="58750" y="70980"/>
                </a:lnTo>
                <a:lnTo>
                  <a:pt x="63639" y="77990"/>
                </a:lnTo>
                <a:lnTo>
                  <a:pt x="70878" y="82702"/>
                </a:lnTo>
                <a:lnTo>
                  <a:pt x="79743" y="84442"/>
                </a:lnTo>
                <a:lnTo>
                  <a:pt x="88620" y="82702"/>
                </a:lnTo>
                <a:lnTo>
                  <a:pt x="95859" y="77978"/>
                </a:lnTo>
                <a:lnTo>
                  <a:pt x="100736" y="70980"/>
                </a:lnTo>
                <a:lnTo>
                  <a:pt x="102527" y="62407"/>
                </a:lnTo>
                <a:close/>
              </a:path>
              <a:path w="197484" h="176529">
                <a:moveTo>
                  <a:pt x="151892" y="91884"/>
                </a:moveTo>
                <a:lnTo>
                  <a:pt x="144246" y="84442"/>
                </a:lnTo>
                <a:lnTo>
                  <a:pt x="125361" y="84442"/>
                </a:lnTo>
                <a:lnTo>
                  <a:pt x="117716" y="91833"/>
                </a:lnTo>
                <a:lnTo>
                  <a:pt x="117716" y="110083"/>
                </a:lnTo>
                <a:lnTo>
                  <a:pt x="125361" y="117475"/>
                </a:lnTo>
                <a:lnTo>
                  <a:pt x="134797" y="117475"/>
                </a:lnTo>
                <a:lnTo>
                  <a:pt x="144246" y="117475"/>
                </a:lnTo>
                <a:lnTo>
                  <a:pt x="151892" y="110032"/>
                </a:lnTo>
                <a:lnTo>
                  <a:pt x="151892" y="91884"/>
                </a:lnTo>
                <a:close/>
              </a:path>
              <a:path w="197484" h="176529">
                <a:moveTo>
                  <a:pt x="151892" y="7391"/>
                </a:moveTo>
                <a:lnTo>
                  <a:pt x="144246" y="0"/>
                </a:lnTo>
                <a:lnTo>
                  <a:pt x="125361" y="0"/>
                </a:lnTo>
                <a:lnTo>
                  <a:pt x="117716" y="7391"/>
                </a:lnTo>
                <a:lnTo>
                  <a:pt x="117716" y="25641"/>
                </a:lnTo>
                <a:lnTo>
                  <a:pt x="125361" y="33045"/>
                </a:lnTo>
                <a:lnTo>
                  <a:pt x="134797" y="33045"/>
                </a:lnTo>
                <a:lnTo>
                  <a:pt x="144246" y="33045"/>
                </a:lnTo>
                <a:lnTo>
                  <a:pt x="151892" y="25641"/>
                </a:lnTo>
                <a:lnTo>
                  <a:pt x="151892" y="7391"/>
                </a:lnTo>
                <a:close/>
              </a:path>
              <a:path w="197484" h="176529">
                <a:moveTo>
                  <a:pt x="197459" y="47777"/>
                </a:moveTo>
                <a:lnTo>
                  <a:pt x="189814" y="40386"/>
                </a:lnTo>
                <a:lnTo>
                  <a:pt x="170916" y="40386"/>
                </a:lnTo>
                <a:lnTo>
                  <a:pt x="163283" y="47777"/>
                </a:lnTo>
                <a:lnTo>
                  <a:pt x="163283" y="66014"/>
                </a:lnTo>
                <a:lnTo>
                  <a:pt x="170929" y="73418"/>
                </a:lnTo>
                <a:lnTo>
                  <a:pt x="180365" y="73418"/>
                </a:lnTo>
                <a:lnTo>
                  <a:pt x="189814" y="73418"/>
                </a:lnTo>
                <a:lnTo>
                  <a:pt x="197459" y="66014"/>
                </a:lnTo>
                <a:lnTo>
                  <a:pt x="197459" y="47777"/>
                </a:lnTo>
                <a:close/>
              </a:path>
            </a:pathLst>
          </a:custGeom>
          <a:solidFill>
            <a:srgbClr val="00CFB5"/>
          </a:solidFill>
        </p:spPr>
        <p:txBody>
          <a:bodyPr wrap="square" lIns="0" tIns="0" rIns="0" bIns="0" rtlCol="0"/>
          <a:lstStyle/>
          <a:p>
            <a:endParaRPr dirty="0"/>
          </a:p>
        </p:txBody>
      </p:sp>
      <p:sp>
        <p:nvSpPr>
          <p:cNvPr id="72" name="object 74">
            <a:extLst>
              <a:ext uri="{FF2B5EF4-FFF2-40B4-BE49-F238E27FC236}">
                <a16:creationId xmlns:a16="http://schemas.microsoft.com/office/drawing/2014/main" id="{2B784975-9EE1-8188-4E45-C29ED275B0C3}"/>
              </a:ext>
            </a:extLst>
          </p:cNvPr>
          <p:cNvSpPr/>
          <p:nvPr/>
        </p:nvSpPr>
        <p:spPr>
          <a:xfrm>
            <a:off x="7447166" y="4411243"/>
            <a:ext cx="38100" cy="36830"/>
          </a:xfrm>
          <a:custGeom>
            <a:avLst/>
            <a:gdLst/>
            <a:ahLst/>
            <a:cxnLst/>
            <a:rect l="l" t="t" r="r" b="b"/>
            <a:pathLst>
              <a:path w="38100" h="36829">
                <a:moveTo>
                  <a:pt x="26581" y="25692"/>
                </a:moveTo>
                <a:lnTo>
                  <a:pt x="22377" y="19989"/>
                </a:lnTo>
                <a:lnTo>
                  <a:pt x="21971" y="19431"/>
                </a:lnTo>
                <a:lnTo>
                  <a:pt x="23228" y="19024"/>
                </a:lnTo>
                <a:lnTo>
                  <a:pt x="24142" y="18516"/>
                </a:lnTo>
                <a:lnTo>
                  <a:pt x="24523" y="18110"/>
                </a:lnTo>
                <a:lnTo>
                  <a:pt x="25412" y="17157"/>
                </a:lnTo>
                <a:lnTo>
                  <a:pt x="25666" y="16548"/>
                </a:lnTo>
                <a:lnTo>
                  <a:pt x="25666" y="14224"/>
                </a:lnTo>
                <a:lnTo>
                  <a:pt x="25311" y="13652"/>
                </a:lnTo>
                <a:lnTo>
                  <a:pt x="25044" y="13157"/>
                </a:lnTo>
                <a:lnTo>
                  <a:pt x="24866" y="12941"/>
                </a:lnTo>
                <a:lnTo>
                  <a:pt x="24498" y="12585"/>
                </a:lnTo>
                <a:lnTo>
                  <a:pt x="23837" y="12179"/>
                </a:lnTo>
                <a:lnTo>
                  <a:pt x="22326" y="11379"/>
                </a:lnTo>
                <a:lnTo>
                  <a:pt x="22326" y="14846"/>
                </a:lnTo>
                <a:lnTo>
                  <a:pt x="22275" y="16319"/>
                </a:lnTo>
                <a:lnTo>
                  <a:pt x="19481" y="18110"/>
                </a:lnTo>
                <a:lnTo>
                  <a:pt x="14732" y="18110"/>
                </a:lnTo>
                <a:lnTo>
                  <a:pt x="14732" y="12941"/>
                </a:lnTo>
                <a:lnTo>
                  <a:pt x="19761" y="12941"/>
                </a:lnTo>
                <a:lnTo>
                  <a:pt x="22326" y="14846"/>
                </a:lnTo>
                <a:lnTo>
                  <a:pt x="22326" y="11379"/>
                </a:lnTo>
                <a:lnTo>
                  <a:pt x="20802" y="11023"/>
                </a:lnTo>
                <a:lnTo>
                  <a:pt x="11391" y="11023"/>
                </a:lnTo>
                <a:lnTo>
                  <a:pt x="11391" y="25692"/>
                </a:lnTo>
                <a:lnTo>
                  <a:pt x="14732" y="25692"/>
                </a:lnTo>
                <a:lnTo>
                  <a:pt x="14732" y="19989"/>
                </a:lnTo>
                <a:lnTo>
                  <a:pt x="18834" y="19989"/>
                </a:lnTo>
                <a:lnTo>
                  <a:pt x="22936" y="25692"/>
                </a:lnTo>
                <a:lnTo>
                  <a:pt x="26581" y="25692"/>
                </a:lnTo>
                <a:close/>
              </a:path>
              <a:path w="38100" h="36829">
                <a:moveTo>
                  <a:pt x="37960" y="13487"/>
                </a:moveTo>
                <a:lnTo>
                  <a:pt x="35941" y="8813"/>
                </a:lnTo>
                <a:lnTo>
                  <a:pt x="34772" y="7683"/>
                </a:lnTo>
                <a:lnTo>
                  <a:pt x="34772" y="14287"/>
                </a:lnTo>
                <a:lnTo>
                  <a:pt x="34772" y="22402"/>
                </a:lnTo>
                <a:lnTo>
                  <a:pt x="33108" y="26289"/>
                </a:lnTo>
                <a:lnTo>
                  <a:pt x="30175" y="29159"/>
                </a:lnTo>
                <a:lnTo>
                  <a:pt x="27178" y="32029"/>
                </a:lnTo>
                <a:lnTo>
                  <a:pt x="23177" y="33642"/>
                </a:lnTo>
                <a:lnTo>
                  <a:pt x="14782" y="33642"/>
                </a:lnTo>
                <a:lnTo>
                  <a:pt x="10731" y="32029"/>
                </a:lnTo>
                <a:lnTo>
                  <a:pt x="7797" y="29159"/>
                </a:lnTo>
                <a:lnTo>
                  <a:pt x="4800" y="26289"/>
                </a:lnTo>
                <a:lnTo>
                  <a:pt x="3136" y="22402"/>
                </a:lnTo>
                <a:lnTo>
                  <a:pt x="3136" y="14287"/>
                </a:lnTo>
                <a:lnTo>
                  <a:pt x="4800" y="10388"/>
                </a:lnTo>
                <a:lnTo>
                  <a:pt x="7747" y="7518"/>
                </a:lnTo>
                <a:lnTo>
                  <a:pt x="10731" y="4648"/>
                </a:lnTo>
                <a:lnTo>
                  <a:pt x="14782" y="3035"/>
                </a:lnTo>
                <a:lnTo>
                  <a:pt x="23177" y="3035"/>
                </a:lnTo>
                <a:lnTo>
                  <a:pt x="27178" y="4648"/>
                </a:lnTo>
                <a:lnTo>
                  <a:pt x="33159" y="10388"/>
                </a:lnTo>
                <a:lnTo>
                  <a:pt x="34772" y="14287"/>
                </a:lnTo>
                <a:lnTo>
                  <a:pt x="34772" y="7683"/>
                </a:lnTo>
                <a:lnTo>
                  <a:pt x="29984" y="3035"/>
                </a:lnTo>
                <a:lnTo>
                  <a:pt x="28854" y="1930"/>
                </a:lnTo>
                <a:lnTo>
                  <a:pt x="23990" y="0"/>
                </a:lnTo>
                <a:lnTo>
                  <a:pt x="13919" y="0"/>
                </a:lnTo>
                <a:lnTo>
                  <a:pt x="9105" y="1930"/>
                </a:lnTo>
                <a:lnTo>
                  <a:pt x="5511" y="5372"/>
                </a:lnTo>
                <a:lnTo>
                  <a:pt x="1968" y="8813"/>
                </a:lnTo>
                <a:lnTo>
                  <a:pt x="0" y="13487"/>
                </a:lnTo>
                <a:lnTo>
                  <a:pt x="0" y="23215"/>
                </a:lnTo>
                <a:lnTo>
                  <a:pt x="1968" y="27889"/>
                </a:lnTo>
                <a:lnTo>
                  <a:pt x="5511" y="31330"/>
                </a:lnTo>
                <a:lnTo>
                  <a:pt x="9105" y="34772"/>
                </a:lnTo>
                <a:lnTo>
                  <a:pt x="13919" y="36703"/>
                </a:lnTo>
                <a:lnTo>
                  <a:pt x="23990" y="36703"/>
                </a:lnTo>
                <a:lnTo>
                  <a:pt x="28854" y="34772"/>
                </a:lnTo>
                <a:lnTo>
                  <a:pt x="30022" y="33642"/>
                </a:lnTo>
                <a:lnTo>
                  <a:pt x="35941" y="27889"/>
                </a:lnTo>
                <a:lnTo>
                  <a:pt x="37960" y="23215"/>
                </a:lnTo>
                <a:lnTo>
                  <a:pt x="37960" y="13487"/>
                </a:lnTo>
                <a:close/>
              </a:path>
            </a:pathLst>
          </a:custGeom>
          <a:solidFill>
            <a:srgbClr val="181E37"/>
          </a:solidFill>
        </p:spPr>
        <p:txBody>
          <a:bodyPr wrap="square" lIns="0" tIns="0" rIns="0" bIns="0" rtlCol="0"/>
          <a:lstStyle/>
          <a:p>
            <a:endParaRPr dirty="0"/>
          </a:p>
        </p:txBody>
      </p:sp>
      <p:pic>
        <p:nvPicPr>
          <p:cNvPr id="73" name="object 75">
            <a:extLst>
              <a:ext uri="{FF2B5EF4-FFF2-40B4-BE49-F238E27FC236}">
                <a16:creationId xmlns:a16="http://schemas.microsoft.com/office/drawing/2014/main" id="{394BD12D-EAC9-BC26-9973-2FF1B5800AEA}"/>
              </a:ext>
            </a:extLst>
          </p:cNvPr>
          <p:cNvPicPr/>
          <p:nvPr/>
        </p:nvPicPr>
        <p:blipFill>
          <a:blip r:embed="rId48" cstate="print"/>
          <a:stretch>
            <a:fillRect/>
          </a:stretch>
        </p:blipFill>
        <p:spPr>
          <a:xfrm>
            <a:off x="6648450" y="5965317"/>
            <a:ext cx="714375" cy="304800"/>
          </a:xfrm>
          <a:prstGeom prst="rect">
            <a:avLst/>
          </a:prstGeom>
        </p:spPr>
      </p:pic>
      <p:pic>
        <p:nvPicPr>
          <p:cNvPr id="74" name="object 76">
            <a:extLst>
              <a:ext uri="{FF2B5EF4-FFF2-40B4-BE49-F238E27FC236}">
                <a16:creationId xmlns:a16="http://schemas.microsoft.com/office/drawing/2014/main" id="{45425D1E-F6D6-859B-787D-4B5A4AEAD70E}"/>
              </a:ext>
            </a:extLst>
          </p:cNvPr>
          <p:cNvPicPr/>
          <p:nvPr/>
        </p:nvPicPr>
        <p:blipFill>
          <a:blip r:embed="rId49" cstate="print"/>
          <a:stretch>
            <a:fillRect/>
          </a:stretch>
        </p:blipFill>
        <p:spPr>
          <a:xfrm>
            <a:off x="10972800" y="4727067"/>
            <a:ext cx="628650" cy="400050"/>
          </a:xfrm>
          <a:prstGeom prst="rect">
            <a:avLst/>
          </a:prstGeom>
        </p:spPr>
      </p:pic>
      <p:pic>
        <p:nvPicPr>
          <p:cNvPr id="75" name="object 77">
            <a:extLst>
              <a:ext uri="{FF2B5EF4-FFF2-40B4-BE49-F238E27FC236}">
                <a16:creationId xmlns:a16="http://schemas.microsoft.com/office/drawing/2014/main" id="{8775347B-D5F3-8B7B-940A-FE6CCA930163}"/>
              </a:ext>
            </a:extLst>
          </p:cNvPr>
          <p:cNvPicPr/>
          <p:nvPr/>
        </p:nvPicPr>
        <p:blipFill>
          <a:blip r:embed="rId50" cstate="print"/>
          <a:stretch>
            <a:fillRect/>
          </a:stretch>
        </p:blipFill>
        <p:spPr>
          <a:xfrm>
            <a:off x="10296525" y="5317617"/>
            <a:ext cx="533400" cy="390525"/>
          </a:xfrm>
          <a:prstGeom prst="rect">
            <a:avLst/>
          </a:prstGeom>
        </p:spPr>
      </p:pic>
      <p:pic>
        <p:nvPicPr>
          <p:cNvPr id="76" name="object 78">
            <a:extLst>
              <a:ext uri="{FF2B5EF4-FFF2-40B4-BE49-F238E27FC236}">
                <a16:creationId xmlns:a16="http://schemas.microsoft.com/office/drawing/2014/main" id="{93778B18-5332-A4EA-EBC7-67A913BDF3EC}"/>
              </a:ext>
            </a:extLst>
          </p:cNvPr>
          <p:cNvPicPr/>
          <p:nvPr/>
        </p:nvPicPr>
        <p:blipFill>
          <a:blip r:embed="rId51" cstate="print"/>
          <a:stretch>
            <a:fillRect/>
          </a:stretch>
        </p:blipFill>
        <p:spPr>
          <a:xfrm>
            <a:off x="7991475" y="6041517"/>
            <a:ext cx="571500" cy="152400"/>
          </a:xfrm>
          <a:prstGeom prst="rect">
            <a:avLst/>
          </a:prstGeom>
        </p:spPr>
      </p:pic>
      <p:pic>
        <p:nvPicPr>
          <p:cNvPr id="77" name="object 79">
            <a:extLst>
              <a:ext uri="{FF2B5EF4-FFF2-40B4-BE49-F238E27FC236}">
                <a16:creationId xmlns:a16="http://schemas.microsoft.com/office/drawing/2014/main" id="{575B1B21-1529-8F3F-F53F-65EF529C01E8}"/>
              </a:ext>
            </a:extLst>
          </p:cNvPr>
          <p:cNvPicPr/>
          <p:nvPr/>
        </p:nvPicPr>
        <p:blipFill>
          <a:blip r:embed="rId52" cstate="print"/>
          <a:stretch>
            <a:fillRect/>
          </a:stretch>
        </p:blipFill>
        <p:spPr>
          <a:xfrm>
            <a:off x="8924925" y="4584192"/>
            <a:ext cx="923925" cy="266700"/>
          </a:xfrm>
          <a:prstGeom prst="rect">
            <a:avLst/>
          </a:prstGeom>
        </p:spPr>
      </p:pic>
      <p:pic>
        <p:nvPicPr>
          <p:cNvPr id="78" name="object 80">
            <a:extLst>
              <a:ext uri="{FF2B5EF4-FFF2-40B4-BE49-F238E27FC236}">
                <a16:creationId xmlns:a16="http://schemas.microsoft.com/office/drawing/2014/main" id="{C180EE97-499A-7306-091A-6124F7581AB1}"/>
              </a:ext>
            </a:extLst>
          </p:cNvPr>
          <p:cNvPicPr/>
          <p:nvPr/>
        </p:nvPicPr>
        <p:blipFill>
          <a:blip r:embed="rId53" cstate="print"/>
          <a:stretch>
            <a:fillRect/>
          </a:stretch>
        </p:blipFill>
        <p:spPr>
          <a:xfrm>
            <a:off x="9029700" y="5927217"/>
            <a:ext cx="438150" cy="247650"/>
          </a:xfrm>
          <a:prstGeom prst="rect">
            <a:avLst/>
          </a:prstGeom>
        </p:spPr>
      </p:pic>
      <p:pic>
        <p:nvPicPr>
          <p:cNvPr id="79" name="object 81">
            <a:extLst>
              <a:ext uri="{FF2B5EF4-FFF2-40B4-BE49-F238E27FC236}">
                <a16:creationId xmlns:a16="http://schemas.microsoft.com/office/drawing/2014/main" id="{7CCB145A-8E0E-8D09-1528-9C6FDC3B087D}"/>
              </a:ext>
            </a:extLst>
          </p:cNvPr>
          <p:cNvPicPr/>
          <p:nvPr/>
        </p:nvPicPr>
        <p:blipFill>
          <a:blip r:embed="rId54" cstate="print"/>
          <a:stretch>
            <a:fillRect/>
          </a:stretch>
        </p:blipFill>
        <p:spPr>
          <a:xfrm>
            <a:off x="10306050" y="4650867"/>
            <a:ext cx="438150" cy="523875"/>
          </a:xfrm>
          <a:prstGeom prst="rect">
            <a:avLst/>
          </a:prstGeom>
        </p:spPr>
      </p:pic>
      <p:pic>
        <p:nvPicPr>
          <p:cNvPr id="80" name="object 82">
            <a:extLst>
              <a:ext uri="{FF2B5EF4-FFF2-40B4-BE49-F238E27FC236}">
                <a16:creationId xmlns:a16="http://schemas.microsoft.com/office/drawing/2014/main" id="{66392EB3-5D40-0E56-6660-99BD3C526DCB}"/>
              </a:ext>
            </a:extLst>
          </p:cNvPr>
          <p:cNvPicPr/>
          <p:nvPr/>
        </p:nvPicPr>
        <p:blipFill>
          <a:blip r:embed="rId55" cstate="print"/>
          <a:stretch>
            <a:fillRect/>
          </a:stretch>
        </p:blipFill>
        <p:spPr>
          <a:xfrm>
            <a:off x="9896475" y="5946267"/>
            <a:ext cx="809625" cy="323850"/>
          </a:xfrm>
          <a:prstGeom prst="rect">
            <a:avLst/>
          </a:prstGeom>
        </p:spPr>
      </p:pic>
      <p:pic>
        <p:nvPicPr>
          <p:cNvPr id="81" name="object 83">
            <a:extLst>
              <a:ext uri="{FF2B5EF4-FFF2-40B4-BE49-F238E27FC236}">
                <a16:creationId xmlns:a16="http://schemas.microsoft.com/office/drawing/2014/main" id="{8940A87E-3E91-5961-7659-E33DBF4265DC}"/>
              </a:ext>
            </a:extLst>
          </p:cNvPr>
          <p:cNvPicPr/>
          <p:nvPr/>
        </p:nvPicPr>
        <p:blipFill>
          <a:blip r:embed="rId56" cstate="print"/>
          <a:stretch>
            <a:fillRect/>
          </a:stretch>
        </p:blipFill>
        <p:spPr>
          <a:xfrm>
            <a:off x="10829925" y="5898642"/>
            <a:ext cx="1133475" cy="361950"/>
          </a:xfrm>
          <a:prstGeom prst="rect">
            <a:avLst/>
          </a:prstGeom>
        </p:spPr>
      </p:pic>
      <p:pic>
        <p:nvPicPr>
          <p:cNvPr id="82" name="object 84">
            <a:extLst>
              <a:ext uri="{FF2B5EF4-FFF2-40B4-BE49-F238E27FC236}">
                <a16:creationId xmlns:a16="http://schemas.microsoft.com/office/drawing/2014/main" id="{DC2DE6AA-5AF2-02AC-72F9-BAC40C4D2BE6}"/>
              </a:ext>
            </a:extLst>
          </p:cNvPr>
          <p:cNvPicPr/>
          <p:nvPr/>
        </p:nvPicPr>
        <p:blipFill>
          <a:blip r:embed="rId57" cstate="print"/>
          <a:stretch>
            <a:fillRect/>
          </a:stretch>
        </p:blipFill>
        <p:spPr>
          <a:xfrm>
            <a:off x="6562725" y="5346192"/>
            <a:ext cx="1028700" cy="333375"/>
          </a:xfrm>
          <a:prstGeom prst="rect">
            <a:avLst/>
          </a:prstGeom>
        </p:spPr>
      </p:pic>
      <p:pic>
        <p:nvPicPr>
          <p:cNvPr id="83" name="object 85">
            <a:extLst>
              <a:ext uri="{FF2B5EF4-FFF2-40B4-BE49-F238E27FC236}">
                <a16:creationId xmlns:a16="http://schemas.microsoft.com/office/drawing/2014/main" id="{0A0EFDFD-8960-F8EE-98A8-2C8849A27A27}"/>
              </a:ext>
            </a:extLst>
          </p:cNvPr>
          <p:cNvPicPr/>
          <p:nvPr/>
        </p:nvPicPr>
        <p:blipFill>
          <a:blip r:embed="rId58" cstate="print"/>
          <a:stretch>
            <a:fillRect/>
          </a:stretch>
        </p:blipFill>
        <p:spPr>
          <a:xfrm>
            <a:off x="10680786" y="1102824"/>
            <a:ext cx="1171575" cy="228600"/>
          </a:xfrm>
          <a:prstGeom prst="rect">
            <a:avLst/>
          </a:prstGeom>
        </p:spPr>
      </p:pic>
      <p:pic>
        <p:nvPicPr>
          <p:cNvPr id="84" name="object 86">
            <a:extLst>
              <a:ext uri="{FF2B5EF4-FFF2-40B4-BE49-F238E27FC236}">
                <a16:creationId xmlns:a16="http://schemas.microsoft.com/office/drawing/2014/main" id="{088ED1AC-D3DA-CC85-94A8-3276A17368F2}"/>
              </a:ext>
            </a:extLst>
          </p:cNvPr>
          <p:cNvPicPr/>
          <p:nvPr/>
        </p:nvPicPr>
        <p:blipFill>
          <a:blip r:embed="rId59" cstate="print"/>
          <a:stretch>
            <a:fillRect/>
          </a:stretch>
        </p:blipFill>
        <p:spPr>
          <a:xfrm>
            <a:off x="2347561" y="4572724"/>
            <a:ext cx="1027126" cy="187263"/>
          </a:xfrm>
          <a:prstGeom prst="rect">
            <a:avLst/>
          </a:prstGeom>
        </p:spPr>
      </p:pic>
      <p:pic>
        <p:nvPicPr>
          <p:cNvPr id="85" name="object 87">
            <a:extLst>
              <a:ext uri="{FF2B5EF4-FFF2-40B4-BE49-F238E27FC236}">
                <a16:creationId xmlns:a16="http://schemas.microsoft.com/office/drawing/2014/main" id="{9BB27173-5EFC-D00A-0DBF-B06516056745}"/>
              </a:ext>
            </a:extLst>
          </p:cNvPr>
          <p:cNvPicPr/>
          <p:nvPr/>
        </p:nvPicPr>
        <p:blipFill>
          <a:blip r:embed="rId60" cstate="print"/>
          <a:stretch>
            <a:fillRect/>
          </a:stretch>
        </p:blipFill>
        <p:spPr>
          <a:xfrm>
            <a:off x="1524000" y="4079367"/>
            <a:ext cx="971550" cy="323850"/>
          </a:xfrm>
          <a:prstGeom prst="rect">
            <a:avLst/>
          </a:prstGeom>
        </p:spPr>
      </p:pic>
      <p:pic>
        <p:nvPicPr>
          <p:cNvPr id="86" name="object 89">
            <a:extLst>
              <a:ext uri="{FF2B5EF4-FFF2-40B4-BE49-F238E27FC236}">
                <a16:creationId xmlns:a16="http://schemas.microsoft.com/office/drawing/2014/main" id="{92A19E5E-5982-DE74-F362-D51C77AE172D}"/>
              </a:ext>
            </a:extLst>
          </p:cNvPr>
          <p:cNvPicPr/>
          <p:nvPr/>
        </p:nvPicPr>
        <p:blipFill>
          <a:blip r:embed="rId61" cstate="print"/>
          <a:stretch>
            <a:fillRect/>
          </a:stretch>
        </p:blipFill>
        <p:spPr>
          <a:xfrm>
            <a:off x="390525" y="3774567"/>
            <a:ext cx="1000125" cy="733425"/>
          </a:xfrm>
          <a:prstGeom prst="rect">
            <a:avLst/>
          </a:prstGeom>
        </p:spPr>
      </p:pic>
      <p:pic>
        <p:nvPicPr>
          <p:cNvPr id="87" name="object 90">
            <a:extLst>
              <a:ext uri="{FF2B5EF4-FFF2-40B4-BE49-F238E27FC236}">
                <a16:creationId xmlns:a16="http://schemas.microsoft.com/office/drawing/2014/main" id="{EC3CECD1-B1C9-C9E9-8F01-39CA1DC25D06}"/>
              </a:ext>
            </a:extLst>
          </p:cNvPr>
          <p:cNvPicPr/>
          <p:nvPr/>
        </p:nvPicPr>
        <p:blipFill>
          <a:blip r:embed="rId62" cstate="print"/>
          <a:stretch>
            <a:fillRect/>
          </a:stretch>
        </p:blipFill>
        <p:spPr>
          <a:xfrm>
            <a:off x="409575" y="4384167"/>
            <a:ext cx="514350" cy="523875"/>
          </a:xfrm>
          <a:prstGeom prst="rect">
            <a:avLst/>
          </a:prstGeom>
        </p:spPr>
      </p:pic>
      <p:pic>
        <p:nvPicPr>
          <p:cNvPr id="88" name="object 91">
            <a:extLst>
              <a:ext uri="{FF2B5EF4-FFF2-40B4-BE49-F238E27FC236}">
                <a16:creationId xmlns:a16="http://schemas.microsoft.com/office/drawing/2014/main" id="{9A452A13-93E3-598E-D439-43794245D08C}"/>
              </a:ext>
            </a:extLst>
          </p:cNvPr>
          <p:cNvPicPr/>
          <p:nvPr/>
        </p:nvPicPr>
        <p:blipFill>
          <a:blip r:embed="rId63" cstate="print"/>
          <a:stretch>
            <a:fillRect/>
          </a:stretch>
        </p:blipFill>
        <p:spPr>
          <a:xfrm>
            <a:off x="1076325" y="4469892"/>
            <a:ext cx="1085850" cy="371475"/>
          </a:xfrm>
          <a:prstGeom prst="rect">
            <a:avLst/>
          </a:prstGeom>
        </p:spPr>
      </p:pic>
      <p:pic>
        <p:nvPicPr>
          <p:cNvPr id="89" name="object 92">
            <a:extLst>
              <a:ext uri="{FF2B5EF4-FFF2-40B4-BE49-F238E27FC236}">
                <a16:creationId xmlns:a16="http://schemas.microsoft.com/office/drawing/2014/main" id="{A8D2D6AD-0CF4-B865-6B08-FDAA2A520497}"/>
              </a:ext>
            </a:extLst>
          </p:cNvPr>
          <p:cNvPicPr/>
          <p:nvPr/>
        </p:nvPicPr>
        <p:blipFill>
          <a:blip r:embed="rId64" cstate="print"/>
          <a:stretch>
            <a:fillRect/>
          </a:stretch>
        </p:blipFill>
        <p:spPr>
          <a:xfrm>
            <a:off x="390525" y="5489067"/>
            <a:ext cx="809625" cy="133350"/>
          </a:xfrm>
          <a:prstGeom prst="rect">
            <a:avLst/>
          </a:prstGeom>
        </p:spPr>
      </p:pic>
      <p:pic>
        <p:nvPicPr>
          <p:cNvPr id="90" name="object 93">
            <a:extLst>
              <a:ext uri="{FF2B5EF4-FFF2-40B4-BE49-F238E27FC236}">
                <a16:creationId xmlns:a16="http://schemas.microsoft.com/office/drawing/2014/main" id="{0E67304A-AC5F-D654-4294-CDF5C533E719}"/>
              </a:ext>
            </a:extLst>
          </p:cNvPr>
          <p:cNvPicPr/>
          <p:nvPr/>
        </p:nvPicPr>
        <p:blipFill>
          <a:blip r:embed="rId65" cstate="print"/>
          <a:stretch>
            <a:fillRect/>
          </a:stretch>
        </p:blipFill>
        <p:spPr>
          <a:xfrm>
            <a:off x="1362075" y="5574792"/>
            <a:ext cx="819150" cy="257175"/>
          </a:xfrm>
          <a:prstGeom prst="rect">
            <a:avLst/>
          </a:prstGeom>
        </p:spPr>
      </p:pic>
      <p:pic>
        <p:nvPicPr>
          <p:cNvPr id="91" name="object 94">
            <a:extLst>
              <a:ext uri="{FF2B5EF4-FFF2-40B4-BE49-F238E27FC236}">
                <a16:creationId xmlns:a16="http://schemas.microsoft.com/office/drawing/2014/main" id="{68837357-F771-B6D6-D082-F5AFBD3D0792}"/>
              </a:ext>
            </a:extLst>
          </p:cNvPr>
          <p:cNvPicPr/>
          <p:nvPr/>
        </p:nvPicPr>
        <p:blipFill>
          <a:blip r:embed="rId66" cstate="print"/>
          <a:stretch>
            <a:fillRect/>
          </a:stretch>
        </p:blipFill>
        <p:spPr>
          <a:xfrm>
            <a:off x="409575" y="5812917"/>
            <a:ext cx="723900" cy="445072"/>
          </a:xfrm>
          <a:prstGeom prst="rect">
            <a:avLst/>
          </a:prstGeom>
        </p:spPr>
      </p:pic>
      <p:pic>
        <p:nvPicPr>
          <p:cNvPr id="92" name="object 95">
            <a:extLst>
              <a:ext uri="{FF2B5EF4-FFF2-40B4-BE49-F238E27FC236}">
                <a16:creationId xmlns:a16="http://schemas.microsoft.com/office/drawing/2014/main" id="{BAC16A9A-238F-3582-BCE8-A8DC3E6D6375}"/>
              </a:ext>
            </a:extLst>
          </p:cNvPr>
          <p:cNvPicPr/>
          <p:nvPr/>
        </p:nvPicPr>
        <p:blipFill>
          <a:blip r:embed="rId67" cstate="print"/>
          <a:stretch>
            <a:fillRect/>
          </a:stretch>
        </p:blipFill>
        <p:spPr>
          <a:xfrm>
            <a:off x="2343150" y="5365242"/>
            <a:ext cx="838200" cy="438150"/>
          </a:xfrm>
          <a:prstGeom prst="rect">
            <a:avLst/>
          </a:prstGeom>
        </p:spPr>
      </p:pic>
      <p:pic>
        <p:nvPicPr>
          <p:cNvPr id="93" name="object 97">
            <a:extLst>
              <a:ext uri="{FF2B5EF4-FFF2-40B4-BE49-F238E27FC236}">
                <a16:creationId xmlns:a16="http://schemas.microsoft.com/office/drawing/2014/main" id="{C1DE257C-EC30-484A-E840-7F11B2BDFE17}"/>
              </a:ext>
            </a:extLst>
          </p:cNvPr>
          <p:cNvPicPr/>
          <p:nvPr/>
        </p:nvPicPr>
        <p:blipFill>
          <a:blip r:embed="rId68" cstate="print"/>
          <a:stretch>
            <a:fillRect/>
          </a:stretch>
        </p:blipFill>
        <p:spPr>
          <a:xfrm>
            <a:off x="1241686" y="6025408"/>
            <a:ext cx="1531982" cy="208009"/>
          </a:xfrm>
          <a:prstGeom prst="rect">
            <a:avLst/>
          </a:prstGeom>
        </p:spPr>
      </p:pic>
      <p:pic>
        <p:nvPicPr>
          <p:cNvPr id="94" name="object 98">
            <a:extLst>
              <a:ext uri="{FF2B5EF4-FFF2-40B4-BE49-F238E27FC236}">
                <a16:creationId xmlns:a16="http://schemas.microsoft.com/office/drawing/2014/main" id="{6464F234-A5BF-A508-7C2C-0CC555D265E9}"/>
              </a:ext>
            </a:extLst>
          </p:cNvPr>
          <p:cNvPicPr/>
          <p:nvPr/>
        </p:nvPicPr>
        <p:blipFill>
          <a:blip r:embed="rId69" cstate="print"/>
          <a:stretch>
            <a:fillRect/>
          </a:stretch>
        </p:blipFill>
        <p:spPr>
          <a:xfrm>
            <a:off x="2752725" y="5917692"/>
            <a:ext cx="781050" cy="438150"/>
          </a:xfrm>
          <a:prstGeom prst="rect">
            <a:avLst/>
          </a:prstGeom>
        </p:spPr>
      </p:pic>
      <p:pic>
        <p:nvPicPr>
          <p:cNvPr id="95" name="object 99">
            <a:extLst>
              <a:ext uri="{FF2B5EF4-FFF2-40B4-BE49-F238E27FC236}">
                <a16:creationId xmlns:a16="http://schemas.microsoft.com/office/drawing/2014/main" id="{756167E5-7738-296C-A9B6-04D70E32CE92}"/>
              </a:ext>
            </a:extLst>
          </p:cNvPr>
          <p:cNvPicPr/>
          <p:nvPr/>
        </p:nvPicPr>
        <p:blipFill>
          <a:blip r:embed="rId70" cstate="print"/>
          <a:stretch>
            <a:fillRect/>
          </a:stretch>
        </p:blipFill>
        <p:spPr>
          <a:xfrm>
            <a:off x="4200525" y="5508117"/>
            <a:ext cx="466725" cy="228600"/>
          </a:xfrm>
          <a:prstGeom prst="rect">
            <a:avLst/>
          </a:prstGeom>
        </p:spPr>
      </p:pic>
      <p:pic>
        <p:nvPicPr>
          <p:cNvPr id="96" name="object 100">
            <a:extLst>
              <a:ext uri="{FF2B5EF4-FFF2-40B4-BE49-F238E27FC236}">
                <a16:creationId xmlns:a16="http://schemas.microsoft.com/office/drawing/2014/main" id="{02DD2EF5-F70F-DAEB-95FB-13BF1806D24E}"/>
              </a:ext>
            </a:extLst>
          </p:cNvPr>
          <p:cNvPicPr/>
          <p:nvPr/>
        </p:nvPicPr>
        <p:blipFill>
          <a:blip r:embed="rId71" cstate="print"/>
          <a:stretch>
            <a:fillRect/>
          </a:stretch>
        </p:blipFill>
        <p:spPr>
          <a:xfrm>
            <a:off x="4038600" y="5927217"/>
            <a:ext cx="571500" cy="295275"/>
          </a:xfrm>
          <a:prstGeom prst="rect">
            <a:avLst/>
          </a:prstGeom>
        </p:spPr>
      </p:pic>
      <p:pic>
        <p:nvPicPr>
          <p:cNvPr id="97" name="object 101">
            <a:extLst>
              <a:ext uri="{FF2B5EF4-FFF2-40B4-BE49-F238E27FC236}">
                <a16:creationId xmlns:a16="http://schemas.microsoft.com/office/drawing/2014/main" id="{BCEB51D1-CA9C-853B-11D2-9F5C7BA285ED}"/>
              </a:ext>
            </a:extLst>
          </p:cNvPr>
          <p:cNvPicPr/>
          <p:nvPr/>
        </p:nvPicPr>
        <p:blipFill>
          <a:blip r:embed="rId72" cstate="print"/>
          <a:stretch>
            <a:fillRect/>
          </a:stretch>
        </p:blipFill>
        <p:spPr>
          <a:xfrm>
            <a:off x="5543550" y="5889117"/>
            <a:ext cx="438150" cy="342900"/>
          </a:xfrm>
          <a:prstGeom prst="rect">
            <a:avLst/>
          </a:prstGeom>
        </p:spPr>
      </p:pic>
      <p:pic>
        <p:nvPicPr>
          <p:cNvPr id="98" name="object 102">
            <a:extLst>
              <a:ext uri="{FF2B5EF4-FFF2-40B4-BE49-F238E27FC236}">
                <a16:creationId xmlns:a16="http://schemas.microsoft.com/office/drawing/2014/main" id="{7812D686-9698-DB63-AEB8-1331C5390386}"/>
              </a:ext>
            </a:extLst>
          </p:cNvPr>
          <p:cNvPicPr/>
          <p:nvPr/>
        </p:nvPicPr>
        <p:blipFill>
          <a:blip r:embed="rId73" cstate="print"/>
          <a:stretch>
            <a:fillRect/>
          </a:stretch>
        </p:blipFill>
        <p:spPr>
          <a:xfrm>
            <a:off x="6534517" y="1166296"/>
            <a:ext cx="504124" cy="502920"/>
          </a:xfrm>
          <a:prstGeom prst="rect">
            <a:avLst/>
          </a:prstGeom>
        </p:spPr>
      </p:pic>
      <p:pic>
        <p:nvPicPr>
          <p:cNvPr id="99" name="object 104">
            <a:extLst>
              <a:ext uri="{FF2B5EF4-FFF2-40B4-BE49-F238E27FC236}">
                <a16:creationId xmlns:a16="http://schemas.microsoft.com/office/drawing/2014/main" id="{F0FE90F3-C411-D6F9-3CEA-BEF097AD25D9}"/>
              </a:ext>
            </a:extLst>
          </p:cNvPr>
          <p:cNvPicPr/>
          <p:nvPr/>
        </p:nvPicPr>
        <p:blipFill>
          <a:blip r:embed="rId74" cstate="print"/>
          <a:stretch>
            <a:fillRect/>
          </a:stretch>
        </p:blipFill>
        <p:spPr>
          <a:xfrm>
            <a:off x="7191375" y="859917"/>
            <a:ext cx="1133475" cy="600075"/>
          </a:xfrm>
          <a:prstGeom prst="rect">
            <a:avLst/>
          </a:prstGeom>
        </p:spPr>
      </p:pic>
      <p:pic>
        <p:nvPicPr>
          <p:cNvPr id="100" name="object 105">
            <a:extLst>
              <a:ext uri="{FF2B5EF4-FFF2-40B4-BE49-F238E27FC236}">
                <a16:creationId xmlns:a16="http://schemas.microsoft.com/office/drawing/2014/main" id="{08FD78EF-94FA-9F98-A49E-7BD931E9536C}"/>
              </a:ext>
            </a:extLst>
          </p:cNvPr>
          <p:cNvPicPr/>
          <p:nvPr/>
        </p:nvPicPr>
        <p:blipFill>
          <a:blip r:embed="rId75" cstate="print"/>
          <a:stretch>
            <a:fillRect/>
          </a:stretch>
        </p:blipFill>
        <p:spPr>
          <a:xfrm>
            <a:off x="7143750" y="1440942"/>
            <a:ext cx="581025" cy="504825"/>
          </a:xfrm>
          <a:prstGeom prst="rect">
            <a:avLst/>
          </a:prstGeom>
        </p:spPr>
      </p:pic>
      <p:pic>
        <p:nvPicPr>
          <p:cNvPr id="101" name="object 106">
            <a:extLst>
              <a:ext uri="{FF2B5EF4-FFF2-40B4-BE49-F238E27FC236}">
                <a16:creationId xmlns:a16="http://schemas.microsoft.com/office/drawing/2014/main" id="{C4584390-CAAE-1282-B7A9-0E932606168E}"/>
              </a:ext>
            </a:extLst>
          </p:cNvPr>
          <p:cNvPicPr/>
          <p:nvPr/>
        </p:nvPicPr>
        <p:blipFill>
          <a:blip r:embed="rId76" cstate="print"/>
          <a:stretch>
            <a:fillRect/>
          </a:stretch>
        </p:blipFill>
        <p:spPr>
          <a:xfrm>
            <a:off x="7782829" y="1364976"/>
            <a:ext cx="1133414" cy="275860"/>
          </a:xfrm>
          <a:prstGeom prst="rect">
            <a:avLst/>
          </a:prstGeom>
        </p:spPr>
      </p:pic>
      <p:pic>
        <p:nvPicPr>
          <p:cNvPr id="102" name="object 107">
            <a:extLst>
              <a:ext uri="{FF2B5EF4-FFF2-40B4-BE49-F238E27FC236}">
                <a16:creationId xmlns:a16="http://schemas.microsoft.com/office/drawing/2014/main" id="{DBDD622B-B784-1A0D-6651-A5A58491A5FF}"/>
              </a:ext>
            </a:extLst>
          </p:cNvPr>
          <p:cNvPicPr/>
          <p:nvPr/>
        </p:nvPicPr>
        <p:blipFill>
          <a:blip r:embed="rId77" cstate="print"/>
          <a:stretch>
            <a:fillRect/>
          </a:stretch>
        </p:blipFill>
        <p:spPr>
          <a:xfrm>
            <a:off x="9487685" y="1100763"/>
            <a:ext cx="861027" cy="398206"/>
          </a:xfrm>
          <a:prstGeom prst="rect">
            <a:avLst/>
          </a:prstGeom>
        </p:spPr>
      </p:pic>
      <p:pic>
        <p:nvPicPr>
          <p:cNvPr id="103" name="object 109">
            <a:extLst>
              <a:ext uri="{FF2B5EF4-FFF2-40B4-BE49-F238E27FC236}">
                <a16:creationId xmlns:a16="http://schemas.microsoft.com/office/drawing/2014/main" id="{007D45A6-74FB-4E34-EC62-0E592418CEF8}"/>
              </a:ext>
            </a:extLst>
          </p:cNvPr>
          <p:cNvPicPr/>
          <p:nvPr/>
        </p:nvPicPr>
        <p:blipFill>
          <a:blip r:embed="rId78" cstate="print"/>
          <a:stretch>
            <a:fillRect/>
          </a:stretch>
        </p:blipFill>
        <p:spPr>
          <a:xfrm>
            <a:off x="10732604" y="983981"/>
            <a:ext cx="1000125" cy="1000125"/>
          </a:xfrm>
          <a:prstGeom prst="rect">
            <a:avLst/>
          </a:prstGeom>
        </p:spPr>
      </p:pic>
      <p:pic>
        <p:nvPicPr>
          <p:cNvPr id="104" name="object 110">
            <a:extLst>
              <a:ext uri="{FF2B5EF4-FFF2-40B4-BE49-F238E27FC236}">
                <a16:creationId xmlns:a16="http://schemas.microsoft.com/office/drawing/2014/main" id="{F1B9142D-5F33-DD28-7B6F-9B1978B96084}"/>
              </a:ext>
            </a:extLst>
          </p:cNvPr>
          <p:cNvPicPr/>
          <p:nvPr/>
        </p:nvPicPr>
        <p:blipFill>
          <a:blip r:embed="rId79" cstate="print"/>
          <a:stretch>
            <a:fillRect/>
          </a:stretch>
        </p:blipFill>
        <p:spPr>
          <a:xfrm>
            <a:off x="10766146" y="1638925"/>
            <a:ext cx="1000125" cy="333375"/>
          </a:xfrm>
          <a:prstGeom prst="rect">
            <a:avLst/>
          </a:prstGeom>
        </p:spPr>
      </p:pic>
      <p:pic>
        <p:nvPicPr>
          <p:cNvPr id="105" name="object 112">
            <a:extLst>
              <a:ext uri="{FF2B5EF4-FFF2-40B4-BE49-F238E27FC236}">
                <a16:creationId xmlns:a16="http://schemas.microsoft.com/office/drawing/2014/main" id="{A966BEBA-39E8-9DB2-F10D-7E9BF2093C3F}"/>
              </a:ext>
            </a:extLst>
          </p:cNvPr>
          <p:cNvPicPr/>
          <p:nvPr/>
        </p:nvPicPr>
        <p:blipFill>
          <a:blip r:embed="rId80" cstate="print"/>
          <a:stretch>
            <a:fillRect/>
          </a:stretch>
        </p:blipFill>
        <p:spPr>
          <a:xfrm>
            <a:off x="9472047" y="2884412"/>
            <a:ext cx="782180" cy="180109"/>
          </a:xfrm>
          <a:prstGeom prst="rect">
            <a:avLst/>
          </a:prstGeom>
        </p:spPr>
      </p:pic>
      <p:pic>
        <p:nvPicPr>
          <p:cNvPr id="106" name="object 113">
            <a:extLst>
              <a:ext uri="{FF2B5EF4-FFF2-40B4-BE49-F238E27FC236}">
                <a16:creationId xmlns:a16="http://schemas.microsoft.com/office/drawing/2014/main" id="{2396A1FD-D245-6809-EB0D-05B960C5B17C}"/>
              </a:ext>
            </a:extLst>
          </p:cNvPr>
          <p:cNvPicPr/>
          <p:nvPr/>
        </p:nvPicPr>
        <p:blipFill>
          <a:blip r:embed="rId81" cstate="print"/>
          <a:stretch>
            <a:fillRect/>
          </a:stretch>
        </p:blipFill>
        <p:spPr>
          <a:xfrm>
            <a:off x="10182224" y="2583942"/>
            <a:ext cx="857250" cy="361950"/>
          </a:xfrm>
          <a:prstGeom prst="rect">
            <a:avLst/>
          </a:prstGeom>
        </p:spPr>
      </p:pic>
      <p:pic>
        <p:nvPicPr>
          <p:cNvPr id="107" name="object 114">
            <a:extLst>
              <a:ext uri="{FF2B5EF4-FFF2-40B4-BE49-F238E27FC236}">
                <a16:creationId xmlns:a16="http://schemas.microsoft.com/office/drawing/2014/main" id="{8EEAEC3A-10C0-8DE3-1CF5-A76FABD92085}"/>
              </a:ext>
            </a:extLst>
          </p:cNvPr>
          <p:cNvPicPr/>
          <p:nvPr/>
        </p:nvPicPr>
        <p:blipFill>
          <a:blip r:embed="rId82" cstate="print"/>
          <a:stretch>
            <a:fillRect/>
          </a:stretch>
        </p:blipFill>
        <p:spPr>
          <a:xfrm>
            <a:off x="11072664" y="2569337"/>
            <a:ext cx="455168" cy="360341"/>
          </a:xfrm>
          <a:prstGeom prst="rect">
            <a:avLst/>
          </a:prstGeom>
        </p:spPr>
      </p:pic>
      <p:pic>
        <p:nvPicPr>
          <p:cNvPr id="108" name="object 115">
            <a:extLst>
              <a:ext uri="{FF2B5EF4-FFF2-40B4-BE49-F238E27FC236}">
                <a16:creationId xmlns:a16="http://schemas.microsoft.com/office/drawing/2014/main" id="{1ED0B410-AADC-B5E7-A484-7E8738C53BA1}"/>
              </a:ext>
            </a:extLst>
          </p:cNvPr>
          <p:cNvPicPr/>
          <p:nvPr/>
        </p:nvPicPr>
        <p:blipFill>
          <a:blip r:embed="rId83" cstate="print"/>
          <a:stretch>
            <a:fillRect/>
          </a:stretch>
        </p:blipFill>
        <p:spPr>
          <a:xfrm>
            <a:off x="11125896" y="3039984"/>
            <a:ext cx="468351" cy="294829"/>
          </a:xfrm>
          <a:prstGeom prst="rect">
            <a:avLst/>
          </a:prstGeom>
        </p:spPr>
      </p:pic>
      <p:pic>
        <p:nvPicPr>
          <p:cNvPr id="109" name="object 116">
            <a:extLst>
              <a:ext uri="{FF2B5EF4-FFF2-40B4-BE49-F238E27FC236}">
                <a16:creationId xmlns:a16="http://schemas.microsoft.com/office/drawing/2014/main" id="{A9A42FF3-3513-FF0D-3A2F-1A89B0F3ACDF}"/>
              </a:ext>
            </a:extLst>
          </p:cNvPr>
          <p:cNvPicPr/>
          <p:nvPr/>
        </p:nvPicPr>
        <p:blipFill>
          <a:blip r:embed="rId84" cstate="print"/>
          <a:stretch>
            <a:fillRect/>
          </a:stretch>
        </p:blipFill>
        <p:spPr>
          <a:xfrm>
            <a:off x="9417990" y="2643473"/>
            <a:ext cx="709319" cy="123641"/>
          </a:xfrm>
          <a:prstGeom prst="rect">
            <a:avLst/>
          </a:prstGeom>
        </p:spPr>
      </p:pic>
      <p:pic>
        <p:nvPicPr>
          <p:cNvPr id="110" name="object 117">
            <a:extLst>
              <a:ext uri="{FF2B5EF4-FFF2-40B4-BE49-F238E27FC236}">
                <a16:creationId xmlns:a16="http://schemas.microsoft.com/office/drawing/2014/main" id="{3274B6AE-1E16-CD0D-E62F-80C3E61822F2}"/>
              </a:ext>
            </a:extLst>
          </p:cNvPr>
          <p:cNvPicPr/>
          <p:nvPr/>
        </p:nvPicPr>
        <p:blipFill>
          <a:blip r:embed="rId85" cstate="print"/>
          <a:stretch>
            <a:fillRect/>
          </a:stretch>
        </p:blipFill>
        <p:spPr>
          <a:xfrm>
            <a:off x="9896475" y="3117342"/>
            <a:ext cx="933450" cy="219075"/>
          </a:xfrm>
          <a:prstGeom prst="rect">
            <a:avLst/>
          </a:prstGeom>
        </p:spPr>
      </p:pic>
      <p:pic>
        <p:nvPicPr>
          <p:cNvPr id="111" name="object 118">
            <a:extLst>
              <a:ext uri="{FF2B5EF4-FFF2-40B4-BE49-F238E27FC236}">
                <a16:creationId xmlns:a16="http://schemas.microsoft.com/office/drawing/2014/main" id="{C19CC4BA-E78D-1E1B-75CB-69D21BA2058C}"/>
              </a:ext>
            </a:extLst>
          </p:cNvPr>
          <p:cNvPicPr/>
          <p:nvPr/>
        </p:nvPicPr>
        <p:blipFill>
          <a:blip r:embed="rId86" cstate="print"/>
          <a:stretch>
            <a:fillRect/>
          </a:stretch>
        </p:blipFill>
        <p:spPr>
          <a:xfrm>
            <a:off x="6491118" y="2474240"/>
            <a:ext cx="643106" cy="262101"/>
          </a:xfrm>
          <a:prstGeom prst="rect">
            <a:avLst/>
          </a:prstGeom>
        </p:spPr>
      </p:pic>
      <p:pic>
        <p:nvPicPr>
          <p:cNvPr id="112" name="object 120">
            <a:extLst>
              <a:ext uri="{FF2B5EF4-FFF2-40B4-BE49-F238E27FC236}">
                <a16:creationId xmlns:a16="http://schemas.microsoft.com/office/drawing/2014/main" id="{E0BADC49-1042-89E7-AF6A-853120B2421E}"/>
              </a:ext>
            </a:extLst>
          </p:cNvPr>
          <p:cNvPicPr/>
          <p:nvPr/>
        </p:nvPicPr>
        <p:blipFill>
          <a:blip r:embed="rId87" cstate="print"/>
          <a:stretch>
            <a:fillRect/>
          </a:stretch>
        </p:blipFill>
        <p:spPr>
          <a:xfrm>
            <a:off x="6550231" y="2830107"/>
            <a:ext cx="952005" cy="256309"/>
          </a:xfrm>
          <a:prstGeom prst="rect">
            <a:avLst/>
          </a:prstGeom>
        </p:spPr>
      </p:pic>
      <p:pic>
        <p:nvPicPr>
          <p:cNvPr id="113" name="object 121">
            <a:extLst>
              <a:ext uri="{FF2B5EF4-FFF2-40B4-BE49-F238E27FC236}">
                <a16:creationId xmlns:a16="http://schemas.microsoft.com/office/drawing/2014/main" id="{17B73149-35A3-34E1-705E-662E15761E1B}"/>
              </a:ext>
            </a:extLst>
          </p:cNvPr>
          <p:cNvPicPr/>
          <p:nvPr/>
        </p:nvPicPr>
        <p:blipFill>
          <a:blip r:embed="rId88" cstate="print"/>
          <a:stretch>
            <a:fillRect/>
          </a:stretch>
        </p:blipFill>
        <p:spPr>
          <a:xfrm>
            <a:off x="7515225" y="2641092"/>
            <a:ext cx="533400" cy="228600"/>
          </a:xfrm>
          <a:prstGeom prst="rect">
            <a:avLst/>
          </a:prstGeom>
        </p:spPr>
      </p:pic>
      <p:pic>
        <p:nvPicPr>
          <p:cNvPr id="114" name="object 122">
            <a:extLst>
              <a:ext uri="{FF2B5EF4-FFF2-40B4-BE49-F238E27FC236}">
                <a16:creationId xmlns:a16="http://schemas.microsoft.com/office/drawing/2014/main" id="{7260A497-F38D-074B-9D00-39780ED59663}"/>
              </a:ext>
            </a:extLst>
          </p:cNvPr>
          <p:cNvPicPr/>
          <p:nvPr/>
        </p:nvPicPr>
        <p:blipFill>
          <a:blip r:embed="rId89" cstate="print"/>
          <a:stretch>
            <a:fillRect/>
          </a:stretch>
        </p:blipFill>
        <p:spPr>
          <a:xfrm>
            <a:off x="7581900" y="2937248"/>
            <a:ext cx="933450" cy="335756"/>
          </a:xfrm>
          <a:prstGeom prst="rect">
            <a:avLst/>
          </a:prstGeom>
        </p:spPr>
      </p:pic>
      <p:pic>
        <p:nvPicPr>
          <p:cNvPr id="115" name="object 123">
            <a:extLst>
              <a:ext uri="{FF2B5EF4-FFF2-40B4-BE49-F238E27FC236}">
                <a16:creationId xmlns:a16="http://schemas.microsoft.com/office/drawing/2014/main" id="{E16A3F2E-0FE1-4150-EAFE-03571F812E6C}"/>
              </a:ext>
            </a:extLst>
          </p:cNvPr>
          <p:cNvPicPr/>
          <p:nvPr/>
        </p:nvPicPr>
        <p:blipFill>
          <a:blip r:embed="rId90" cstate="print"/>
          <a:stretch>
            <a:fillRect/>
          </a:stretch>
        </p:blipFill>
        <p:spPr>
          <a:xfrm>
            <a:off x="8267700" y="2717292"/>
            <a:ext cx="866775" cy="285750"/>
          </a:xfrm>
          <a:prstGeom prst="rect">
            <a:avLst/>
          </a:prstGeom>
        </p:spPr>
      </p:pic>
      <p:pic>
        <p:nvPicPr>
          <p:cNvPr id="116" name="object 124">
            <a:extLst>
              <a:ext uri="{FF2B5EF4-FFF2-40B4-BE49-F238E27FC236}">
                <a16:creationId xmlns:a16="http://schemas.microsoft.com/office/drawing/2014/main" id="{7C5276B5-CA33-3B06-9DF9-081DD1F760BB}"/>
              </a:ext>
            </a:extLst>
          </p:cNvPr>
          <p:cNvPicPr/>
          <p:nvPr/>
        </p:nvPicPr>
        <p:blipFill>
          <a:blip r:embed="rId91" cstate="print"/>
          <a:stretch>
            <a:fillRect/>
          </a:stretch>
        </p:blipFill>
        <p:spPr>
          <a:xfrm>
            <a:off x="6438900" y="3172841"/>
            <a:ext cx="619125" cy="195071"/>
          </a:xfrm>
          <a:prstGeom prst="rect">
            <a:avLst/>
          </a:prstGeom>
        </p:spPr>
      </p:pic>
      <p:pic>
        <p:nvPicPr>
          <p:cNvPr id="117" name="object 125">
            <a:extLst>
              <a:ext uri="{FF2B5EF4-FFF2-40B4-BE49-F238E27FC236}">
                <a16:creationId xmlns:a16="http://schemas.microsoft.com/office/drawing/2014/main" id="{F95E21F3-24DE-F75D-CA4B-6D163A1AB9B8}"/>
              </a:ext>
            </a:extLst>
          </p:cNvPr>
          <p:cNvPicPr/>
          <p:nvPr/>
        </p:nvPicPr>
        <p:blipFill>
          <a:blip r:embed="rId92" cstate="print"/>
          <a:stretch>
            <a:fillRect/>
          </a:stretch>
        </p:blipFill>
        <p:spPr>
          <a:xfrm>
            <a:off x="7086600" y="3126867"/>
            <a:ext cx="504825" cy="342900"/>
          </a:xfrm>
          <a:prstGeom prst="rect">
            <a:avLst/>
          </a:prstGeom>
        </p:spPr>
      </p:pic>
      <p:pic>
        <p:nvPicPr>
          <p:cNvPr id="118" name="object 126">
            <a:extLst>
              <a:ext uri="{FF2B5EF4-FFF2-40B4-BE49-F238E27FC236}">
                <a16:creationId xmlns:a16="http://schemas.microsoft.com/office/drawing/2014/main" id="{9818EDB9-4BD1-2EC0-2679-30EBD6141598}"/>
              </a:ext>
            </a:extLst>
          </p:cNvPr>
          <p:cNvPicPr/>
          <p:nvPr/>
        </p:nvPicPr>
        <p:blipFill>
          <a:blip r:embed="rId93" cstate="print"/>
          <a:stretch>
            <a:fillRect/>
          </a:stretch>
        </p:blipFill>
        <p:spPr>
          <a:xfrm>
            <a:off x="8353425" y="3012567"/>
            <a:ext cx="819150" cy="476250"/>
          </a:xfrm>
          <a:prstGeom prst="rect">
            <a:avLst/>
          </a:prstGeom>
        </p:spPr>
      </p:pic>
      <p:pic>
        <p:nvPicPr>
          <p:cNvPr id="119" name="object 127">
            <a:extLst>
              <a:ext uri="{FF2B5EF4-FFF2-40B4-BE49-F238E27FC236}">
                <a16:creationId xmlns:a16="http://schemas.microsoft.com/office/drawing/2014/main" id="{E27190AD-170D-EC3D-E2E1-2A6B97984648}"/>
              </a:ext>
            </a:extLst>
          </p:cNvPr>
          <p:cNvPicPr/>
          <p:nvPr/>
        </p:nvPicPr>
        <p:blipFill>
          <a:blip r:embed="rId94" cstate="print"/>
          <a:stretch>
            <a:fillRect/>
          </a:stretch>
        </p:blipFill>
        <p:spPr>
          <a:xfrm>
            <a:off x="8424655" y="2326767"/>
            <a:ext cx="496956" cy="327837"/>
          </a:xfrm>
          <a:prstGeom prst="rect">
            <a:avLst/>
          </a:prstGeom>
        </p:spPr>
      </p:pic>
      <p:pic>
        <p:nvPicPr>
          <p:cNvPr id="120" name="object 130">
            <a:extLst>
              <a:ext uri="{FF2B5EF4-FFF2-40B4-BE49-F238E27FC236}">
                <a16:creationId xmlns:a16="http://schemas.microsoft.com/office/drawing/2014/main" id="{BED545DB-31D8-99D8-5EC3-EEB3764513C4}"/>
              </a:ext>
            </a:extLst>
          </p:cNvPr>
          <p:cNvPicPr/>
          <p:nvPr/>
        </p:nvPicPr>
        <p:blipFill>
          <a:blip r:embed="rId95" cstate="print"/>
          <a:stretch>
            <a:fillRect/>
          </a:stretch>
        </p:blipFill>
        <p:spPr>
          <a:xfrm>
            <a:off x="9313518" y="1587247"/>
            <a:ext cx="1085850" cy="283779"/>
          </a:xfrm>
          <a:prstGeom prst="rect">
            <a:avLst/>
          </a:prstGeom>
        </p:spPr>
      </p:pic>
    </p:spTree>
    <p:extLst>
      <p:ext uri="{BB962C8B-B14F-4D97-AF65-F5344CB8AC3E}">
        <p14:creationId xmlns:p14="http://schemas.microsoft.com/office/powerpoint/2010/main" val="1362086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BEBD54-7EF2-27A3-1DFD-F5DE6291397E}"/>
              </a:ext>
            </a:extLst>
          </p:cNvPr>
          <p:cNvSpPr>
            <a:spLocks noGrp="1"/>
          </p:cNvSpPr>
          <p:nvPr>
            <p:ph type="sldNum" sz="quarter" idx="4"/>
          </p:nvPr>
        </p:nvSpPr>
        <p:spPr/>
        <p:txBody>
          <a:bodyPr/>
          <a:lstStyle/>
          <a:p>
            <a:pPr algn="ctr"/>
            <a:fld id="{1875A764-3B06-454E-8ABA-2F6ED0EB58E9}" type="slidenum">
              <a:rPr lang="en-US" smtClean="0"/>
              <a:t>4</a:t>
            </a:fld>
            <a:endParaRPr lang="en-US"/>
          </a:p>
        </p:txBody>
      </p:sp>
      <p:sp>
        <p:nvSpPr>
          <p:cNvPr id="3" name="Title 2">
            <a:extLst>
              <a:ext uri="{FF2B5EF4-FFF2-40B4-BE49-F238E27FC236}">
                <a16:creationId xmlns:a16="http://schemas.microsoft.com/office/drawing/2014/main" id="{EC4B4854-304A-4338-858C-462667ED5D5E}"/>
              </a:ext>
            </a:extLst>
          </p:cNvPr>
          <p:cNvSpPr>
            <a:spLocks noGrp="1"/>
          </p:cNvSpPr>
          <p:nvPr>
            <p:ph type="title"/>
          </p:nvPr>
        </p:nvSpPr>
        <p:spPr/>
        <p:txBody>
          <a:bodyPr/>
          <a:lstStyle/>
          <a:p>
            <a:r>
              <a:rPr lang="en-US" spc="-25" dirty="0"/>
              <a:t>Historically, Transformations Have Low Success Rates</a:t>
            </a:r>
            <a:endParaRPr lang="en-US" dirty="0"/>
          </a:p>
        </p:txBody>
      </p:sp>
      <p:sp>
        <p:nvSpPr>
          <p:cNvPr id="4" name="Rectangle 3">
            <a:extLst>
              <a:ext uri="{FF2B5EF4-FFF2-40B4-BE49-F238E27FC236}">
                <a16:creationId xmlns:a16="http://schemas.microsoft.com/office/drawing/2014/main" id="{12FAB1B5-FD00-6B9F-3080-3C37A167CC3F}"/>
              </a:ext>
            </a:extLst>
          </p:cNvPr>
          <p:cNvSpPr/>
          <p:nvPr/>
        </p:nvSpPr>
        <p:spPr bwMode="auto">
          <a:xfrm>
            <a:off x="687882" y="2192602"/>
            <a:ext cx="5603852" cy="2494349"/>
          </a:xfrm>
          <a:prstGeom prst="rect">
            <a:avLst/>
          </a:prstGeom>
          <a:gradFill>
            <a:gsLst>
              <a:gs pos="12000">
                <a:srgbClr val="E9E4FF"/>
              </a:gs>
              <a:gs pos="50000">
                <a:srgbClr val="281A42"/>
              </a:gs>
            </a:gsLst>
            <a:lin ang="5400000" scaled="1"/>
          </a:gradFill>
          <a:ln w="10795" cap="flat" cmpd="sng" algn="ctr">
            <a:noFill/>
            <a:prstDash val="solid"/>
          </a:ln>
          <a:effectLst/>
        </p:spPr>
        <p:txBody>
          <a:bodyPr lIns="82296" tIns="82296" rIns="82296" bIns="82296"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7AFB8E39-F702-A769-0062-B783270FB834}"/>
              </a:ext>
            </a:extLst>
          </p:cNvPr>
          <p:cNvSpPr txBox="1"/>
          <p:nvPr/>
        </p:nvSpPr>
        <p:spPr>
          <a:xfrm>
            <a:off x="2139637" y="3381987"/>
            <a:ext cx="2393312"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00C27A"/>
                </a:solidFill>
              </a14:hiddenFill>
            </a:ext>
          </a:extLst>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40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4 in 5</a:t>
            </a:r>
          </a:p>
        </p:txBody>
      </p:sp>
      <p:sp>
        <p:nvSpPr>
          <p:cNvPr id="6" name="TextBox 5">
            <a:extLst>
              <a:ext uri="{FF2B5EF4-FFF2-40B4-BE49-F238E27FC236}">
                <a16:creationId xmlns:a16="http://schemas.microsoft.com/office/drawing/2014/main" id="{4930D213-DAC7-92FF-2A05-F6E5DB7A2155}"/>
              </a:ext>
            </a:extLst>
          </p:cNvPr>
          <p:cNvSpPr txBox="1"/>
          <p:nvPr/>
        </p:nvSpPr>
        <p:spPr>
          <a:xfrm>
            <a:off x="1252994" y="4024055"/>
            <a:ext cx="4645877" cy="400110"/>
          </a:xfrm>
          <a:prstGeom prst="rect">
            <a:avLst/>
          </a:prstGeom>
          <a:noFill/>
          <a:ln w="9525" cap="rnd" cmpd="sng" algn="ctr">
            <a:noFill/>
            <a:prstDash val="solid"/>
            <a:round/>
          </a:ln>
          <a:effectLst/>
          <a:extLst>
            <a:ext uri="{909E8E84-426E-40DD-AFC4-6F175D3DCCD1}">
              <a14:hiddenFill xmlns:a14="http://schemas.microsoft.com/office/drawing/2010/main">
                <a:solidFill>
                  <a:srgbClr val="00C27A"/>
                </a:solidFill>
              </a14:hiddenFill>
            </a:ext>
          </a:extLst>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2000" b="0" i="0" u="none" strike="noStrike" kern="0" cap="none" spc="-10" normalizeH="0" baseline="0" noProof="0" dirty="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rPr>
              <a:t>Corporate transformations fail*</a:t>
            </a:r>
          </a:p>
        </p:txBody>
      </p:sp>
      <p:sp>
        <p:nvSpPr>
          <p:cNvPr id="7" name="Text Placeholder 1">
            <a:extLst>
              <a:ext uri="{FF2B5EF4-FFF2-40B4-BE49-F238E27FC236}">
                <a16:creationId xmlns:a16="http://schemas.microsoft.com/office/drawing/2014/main" id="{66AAA454-F7CE-435F-EB0F-C3EB5EB77817}"/>
              </a:ext>
            </a:extLst>
          </p:cNvPr>
          <p:cNvSpPr txBox="1">
            <a:spLocks/>
          </p:cNvSpPr>
          <p:nvPr/>
        </p:nvSpPr>
        <p:spPr>
          <a:xfrm>
            <a:off x="8018924" y="1167961"/>
            <a:ext cx="3666565" cy="456879"/>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400" b="1" i="0" kern="1200" spc="-25">
                <a:solidFill>
                  <a:srgbClr val="1D1D1D"/>
                </a:solidFill>
                <a:latin typeface="Segoe UI" pitchFamily="34" charset="0"/>
                <a:ea typeface="Helvetica Neue Light" panose="020004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spc="-25">
                <a:solidFill>
                  <a:srgbClr val="1D1D1D"/>
                </a:solidFill>
                <a:latin typeface="Segoe UI"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spc="-25">
                <a:solidFill>
                  <a:srgbClr val="1D1D1D"/>
                </a:solidFill>
                <a:latin typeface="Segoe UI"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spc="-25">
                <a:solidFill>
                  <a:srgbClr val="1D1D1D"/>
                </a:solidFill>
                <a:latin typeface="Segoe UI"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spc="-25">
                <a:solidFill>
                  <a:srgbClr val="1D1D1D"/>
                </a:solidFill>
                <a:latin typeface="Segoe UI"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9pPr>
          </a:lstStyle>
          <a:p>
            <a:pPr algn="ctr" defTabSz="914377" fontAlgn="auto">
              <a:spcAft>
                <a:spcPts val="0"/>
              </a:spcAft>
              <a:defRPr b="1" spc="-25">
                <a:latin typeface="Segoe UI" pitchFamily="34" charset="0"/>
              </a:defRPr>
            </a:pPr>
            <a:r>
              <a:rPr lang="en-US" sz="1600" b="1" spc="-25" dirty="0">
                <a:solidFill>
                  <a:srgbClr val="00C27A">
                    <a:lumMod val="25000"/>
                  </a:srgbClr>
                </a:solidFill>
                <a:latin typeface="Segoe UI" pitchFamily="34" charset="0"/>
                <a:ea typeface="Helvetica Neue" panose="02000503000000020004" pitchFamily="2" charset="0"/>
              </a:rPr>
              <a:t>Due to 3 Key Derailers…</a:t>
            </a:r>
          </a:p>
        </p:txBody>
      </p:sp>
      <p:sp>
        <p:nvSpPr>
          <p:cNvPr id="8" name="Rectangle: Rounded Corners 47">
            <a:extLst>
              <a:ext uri="{FF2B5EF4-FFF2-40B4-BE49-F238E27FC236}">
                <a16:creationId xmlns:a16="http://schemas.microsoft.com/office/drawing/2014/main" id="{9383DF62-03EB-E367-9A56-970A47CB675B}"/>
              </a:ext>
            </a:extLst>
          </p:cNvPr>
          <p:cNvSpPr/>
          <p:nvPr/>
        </p:nvSpPr>
        <p:spPr>
          <a:xfrm>
            <a:off x="7879975" y="1649508"/>
            <a:ext cx="3944471" cy="1344536"/>
          </a:xfrm>
          <a:prstGeom prst="roundRect">
            <a:avLst/>
          </a:prstGeom>
          <a:solidFill>
            <a:schemeClr val="bg1"/>
          </a:solidFill>
          <a:ln w="10795" cap="flat" cmpd="sng" algn="ctr">
            <a:solidFill>
              <a:srgbClr val="3B3B3B">
                <a:shade val="15000"/>
              </a:srgbClr>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Rectangle: Rounded Corners 48">
            <a:extLst>
              <a:ext uri="{FF2B5EF4-FFF2-40B4-BE49-F238E27FC236}">
                <a16:creationId xmlns:a16="http://schemas.microsoft.com/office/drawing/2014/main" id="{1D124C9B-225C-7715-E954-988DBECD91A7}"/>
              </a:ext>
            </a:extLst>
          </p:cNvPr>
          <p:cNvSpPr/>
          <p:nvPr/>
        </p:nvSpPr>
        <p:spPr>
          <a:xfrm>
            <a:off x="7879974" y="3159307"/>
            <a:ext cx="3944471" cy="1344536"/>
          </a:xfrm>
          <a:prstGeom prst="roundRect">
            <a:avLst/>
          </a:prstGeom>
          <a:solidFill>
            <a:schemeClr val="bg1"/>
          </a:solidFill>
          <a:ln w="10795" cap="flat" cmpd="sng" algn="ctr">
            <a:solidFill>
              <a:srgbClr val="3B3B3B">
                <a:shade val="15000"/>
              </a:srgbClr>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49">
            <a:extLst>
              <a:ext uri="{FF2B5EF4-FFF2-40B4-BE49-F238E27FC236}">
                <a16:creationId xmlns:a16="http://schemas.microsoft.com/office/drawing/2014/main" id="{3F7BF04B-EB3F-5055-FEE8-295B012F3F51}"/>
              </a:ext>
            </a:extLst>
          </p:cNvPr>
          <p:cNvSpPr/>
          <p:nvPr/>
        </p:nvSpPr>
        <p:spPr>
          <a:xfrm>
            <a:off x="7879974" y="4694212"/>
            <a:ext cx="3944471" cy="1344536"/>
          </a:xfrm>
          <a:prstGeom prst="roundRect">
            <a:avLst/>
          </a:prstGeom>
          <a:solidFill>
            <a:schemeClr val="bg1"/>
          </a:solidFill>
          <a:ln w="10795" cap="flat" cmpd="sng" algn="ctr">
            <a:solidFill>
              <a:srgbClr val="3B3B3B">
                <a:shade val="15000"/>
              </a:srgbClr>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Oval 10">
            <a:extLst>
              <a:ext uri="{FF2B5EF4-FFF2-40B4-BE49-F238E27FC236}">
                <a16:creationId xmlns:a16="http://schemas.microsoft.com/office/drawing/2014/main" id="{5CB3A251-B5D5-7A3C-6755-B81EF6C57D6A}"/>
              </a:ext>
            </a:extLst>
          </p:cNvPr>
          <p:cNvSpPr/>
          <p:nvPr/>
        </p:nvSpPr>
        <p:spPr>
          <a:xfrm>
            <a:off x="7829771" y="1588704"/>
            <a:ext cx="243840" cy="243840"/>
          </a:xfrm>
          <a:prstGeom prst="ellipse">
            <a:avLst/>
          </a:prstGeom>
          <a:solidFill>
            <a:srgbClr val="281A42"/>
          </a:solidFill>
          <a:ln w="10795" cap="flat" cmpd="sng" algn="ctr">
            <a:solidFill>
              <a:srgbClr val="281A42"/>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b="0" i="0" u="none" strike="noStrike" kern="0" cap="none" spc="-10" normalizeH="0" baseline="0" noProof="0" dirty="0">
                <a:ln>
                  <a:noFill/>
                </a:ln>
                <a:solidFill>
                  <a:prstClr val="white"/>
                </a:solidFill>
                <a:effectLst/>
                <a:uLnTx/>
                <a:uFillTx/>
                <a:latin typeface="Arial" pitchFamily="34" charset="0"/>
                <a:ea typeface="Helvetica Neue" panose="02000503000000020004" pitchFamily="2" charset="0"/>
                <a:cs typeface="Helvetica Neue" panose="02000503000000020004" pitchFamily="2" charset="0"/>
              </a:rPr>
              <a:t>1</a:t>
            </a:r>
          </a:p>
        </p:txBody>
      </p:sp>
      <p:sp>
        <p:nvSpPr>
          <p:cNvPr id="12" name="Oval 11">
            <a:extLst>
              <a:ext uri="{FF2B5EF4-FFF2-40B4-BE49-F238E27FC236}">
                <a16:creationId xmlns:a16="http://schemas.microsoft.com/office/drawing/2014/main" id="{D918E94A-58A5-79CA-1671-573E738F8F2C}"/>
              </a:ext>
            </a:extLst>
          </p:cNvPr>
          <p:cNvSpPr/>
          <p:nvPr/>
        </p:nvSpPr>
        <p:spPr>
          <a:xfrm>
            <a:off x="7829771" y="3085447"/>
            <a:ext cx="243840" cy="243840"/>
          </a:xfrm>
          <a:prstGeom prst="ellipse">
            <a:avLst/>
          </a:prstGeom>
          <a:solidFill>
            <a:srgbClr val="281A42"/>
          </a:solidFill>
          <a:ln w="10795" cap="flat" cmpd="sng" algn="ctr">
            <a:solidFill>
              <a:srgbClr val="281A42"/>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b="0" i="0" u="none" strike="noStrike" kern="0" cap="none" spc="-10" normalizeH="0" baseline="0" noProof="0">
                <a:ln>
                  <a:noFill/>
                </a:ln>
                <a:solidFill>
                  <a:prstClr val="white"/>
                </a:solidFill>
                <a:effectLst/>
                <a:uLnTx/>
                <a:uFillTx/>
                <a:latin typeface="Arial" pitchFamily="34" charset="0"/>
                <a:ea typeface="Helvetica Neue" panose="02000503000000020004" pitchFamily="2" charset="0"/>
                <a:cs typeface="Helvetica Neue" panose="02000503000000020004" pitchFamily="2" charset="0"/>
              </a:rPr>
              <a:t>2</a:t>
            </a:r>
          </a:p>
        </p:txBody>
      </p:sp>
      <p:sp>
        <p:nvSpPr>
          <p:cNvPr id="13" name="Oval 12">
            <a:extLst>
              <a:ext uri="{FF2B5EF4-FFF2-40B4-BE49-F238E27FC236}">
                <a16:creationId xmlns:a16="http://schemas.microsoft.com/office/drawing/2014/main" id="{14C3A938-117B-E62A-76E2-5805BC4DE31A}"/>
              </a:ext>
            </a:extLst>
          </p:cNvPr>
          <p:cNvSpPr/>
          <p:nvPr/>
        </p:nvSpPr>
        <p:spPr>
          <a:xfrm>
            <a:off x="7829771" y="4615471"/>
            <a:ext cx="243840" cy="243840"/>
          </a:xfrm>
          <a:prstGeom prst="ellipse">
            <a:avLst/>
          </a:prstGeom>
          <a:solidFill>
            <a:srgbClr val="281A42"/>
          </a:solidFill>
          <a:ln w="10795" cap="flat" cmpd="sng" algn="ctr">
            <a:solidFill>
              <a:srgbClr val="281A42"/>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b="0" i="0" u="none" strike="noStrike" kern="0" cap="none" spc="-10" normalizeH="0" baseline="0" noProof="0">
                <a:ln>
                  <a:noFill/>
                </a:ln>
                <a:solidFill>
                  <a:srgbClr val="F2F2F2"/>
                </a:solidFill>
                <a:effectLst/>
                <a:uLnTx/>
                <a:uFillTx/>
                <a:latin typeface="Arial" pitchFamily="34" charset="0"/>
                <a:ea typeface="Helvetica Neue" panose="02000503000000020004" pitchFamily="2" charset="0"/>
                <a:cs typeface="Helvetica Neue" panose="02000503000000020004" pitchFamily="2" charset="0"/>
              </a:rPr>
              <a:t>3</a:t>
            </a:r>
          </a:p>
        </p:txBody>
      </p:sp>
      <p:sp>
        <p:nvSpPr>
          <p:cNvPr id="14" name="Text Placeholder 1">
            <a:extLst>
              <a:ext uri="{FF2B5EF4-FFF2-40B4-BE49-F238E27FC236}">
                <a16:creationId xmlns:a16="http://schemas.microsoft.com/office/drawing/2014/main" id="{6FD89E04-0170-F407-9F53-8E7F1CD22067}"/>
              </a:ext>
            </a:extLst>
          </p:cNvPr>
          <p:cNvSpPr txBox="1">
            <a:spLocks/>
          </p:cNvSpPr>
          <p:nvPr/>
        </p:nvSpPr>
        <p:spPr>
          <a:xfrm>
            <a:off x="8479322" y="1699610"/>
            <a:ext cx="2754745" cy="456879"/>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400" i="0" kern="1200" spc="-10">
                <a:solidFill>
                  <a:srgbClr val="1D1D1D"/>
                </a:solidFill>
                <a:latin typeface="Arial" pitchFamily="34" charset="0"/>
                <a:ea typeface="Helvetica Neue Light" panose="020004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rgbClr val="1D1D1D"/>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rgbClr val="1D1D1D"/>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rgbClr val="1D1D1D"/>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rgbClr val="1D1D1D"/>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9pPr>
          </a:lstStyle>
          <a:p>
            <a:pPr algn="ctr" defTabSz="914377" fontAlgn="auto">
              <a:spcAft>
                <a:spcPts val="0"/>
              </a:spcAft>
              <a:defRPr/>
            </a:pPr>
            <a:r>
              <a:rPr lang="en-US" sz="1333" b="1" spc="-10" dirty="0">
                <a:solidFill>
                  <a:srgbClr val="765FFF"/>
                </a:solidFill>
                <a:latin typeface="Segoe UI" pitchFamily="34" charset="0"/>
                <a:ea typeface="Helvetica Neue" panose="02000503000000020004" pitchFamily="2" charset="0"/>
              </a:rPr>
              <a:t>Initiative Overload</a:t>
            </a:r>
          </a:p>
        </p:txBody>
      </p:sp>
      <p:sp>
        <p:nvSpPr>
          <p:cNvPr id="15" name="Text Placeholder 1">
            <a:extLst>
              <a:ext uri="{FF2B5EF4-FFF2-40B4-BE49-F238E27FC236}">
                <a16:creationId xmlns:a16="http://schemas.microsoft.com/office/drawing/2014/main" id="{A16F0621-86E1-1A9E-26B2-AB8425276EDC}"/>
              </a:ext>
            </a:extLst>
          </p:cNvPr>
          <p:cNvSpPr txBox="1">
            <a:spLocks/>
          </p:cNvSpPr>
          <p:nvPr/>
        </p:nvSpPr>
        <p:spPr>
          <a:xfrm>
            <a:off x="8479322" y="3185053"/>
            <a:ext cx="2754745" cy="456879"/>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400" i="0" kern="1200" spc="-10">
                <a:solidFill>
                  <a:srgbClr val="1D1D1D"/>
                </a:solidFill>
                <a:latin typeface="Arial" pitchFamily="34" charset="0"/>
                <a:ea typeface="Helvetica Neue Light" panose="020004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rgbClr val="1D1D1D"/>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rgbClr val="1D1D1D"/>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rgbClr val="1D1D1D"/>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rgbClr val="1D1D1D"/>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9pPr>
          </a:lstStyle>
          <a:p>
            <a:pPr algn="ctr" defTabSz="914377" fontAlgn="auto">
              <a:spcAft>
                <a:spcPts val="0"/>
              </a:spcAft>
              <a:defRPr/>
            </a:pPr>
            <a:r>
              <a:rPr lang="en-US" sz="1333" b="1" spc="-10" dirty="0">
                <a:solidFill>
                  <a:srgbClr val="765FFF"/>
                </a:solidFill>
                <a:latin typeface="Segoe UI" pitchFamily="34" charset="0"/>
                <a:ea typeface="Helvetica Neue" panose="02000503000000020004" pitchFamily="2" charset="0"/>
              </a:rPr>
              <a:t>Poor Talent Decisions</a:t>
            </a:r>
          </a:p>
        </p:txBody>
      </p:sp>
      <p:pic>
        <p:nvPicPr>
          <p:cNvPr id="16" name="Picture 15">
            <a:extLst>
              <a:ext uri="{FF2B5EF4-FFF2-40B4-BE49-F238E27FC236}">
                <a16:creationId xmlns:a16="http://schemas.microsoft.com/office/drawing/2014/main" id="{9A135C42-9B7D-6790-61B3-96A4CE7CD06F}"/>
              </a:ext>
            </a:extLst>
          </p:cNvPr>
          <p:cNvPicPr>
            <a:picLocks noChangeAspect="1"/>
          </p:cNvPicPr>
          <p:nvPr/>
        </p:nvPicPr>
        <p:blipFill rotWithShape="1">
          <a:blip r:embed="rId2">
            <a:biLevel thresh="75000"/>
            <a:duotone>
              <a:srgbClr val="765FFF"/>
              <a:srgbClr val="FFFFFF"/>
            </a:duotone>
          </a:blip>
          <a:srcRect l="69773" t="24332" r="1270" b="38066"/>
          <a:stretch/>
        </p:blipFill>
        <p:spPr>
          <a:xfrm>
            <a:off x="8688809" y="4903375"/>
            <a:ext cx="2448995" cy="1125527"/>
          </a:xfrm>
          <a:prstGeom prst="rect">
            <a:avLst/>
          </a:prstGeom>
        </p:spPr>
      </p:pic>
      <p:sp>
        <p:nvSpPr>
          <p:cNvPr id="17" name="Text Placeholder 1">
            <a:extLst>
              <a:ext uri="{FF2B5EF4-FFF2-40B4-BE49-F238E27FC236}">
                <a16:creationId xmlns:a16="http://schemas.microsoft.com/office/drawing/2014/main" id="{B54D3D18-77FB-D33C-5473-346CD3B3B2DA}"/>
              </a:ext>
            </a:extLst>
          </p:cNvPr>
          <p:cNvSpPr txBox="1">
            <a:spLocks/>
          </p:cNvSpPr>
          <p:nvPr/>
        </p:nvSpPr>
        <p:spPr>
          <a:xfrm>
            <a:off x="8337098" y="4716609"/>
            <a:ext cx="3030220" cy="456879"/>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400" i="0" kern="1200" spc="-10">
                <a:solidFill>
                  <a:srgbClr val="1D1D1D"/>
                </a:solidFill>
                <a:latin typeface="Arial" pitchFamily="34" charset="0"/>
                <a:ea typeface="Helvetica Neue Light" panose="020004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rgbClr val="1D1D1D"/>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rgbClr val="1D1D1D"/>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rgbClr val="1D1D1D"/>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rgbClr val="1D1D1D"/>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9pPr>
          </a:lstStyle>
          <a:p>
            <a:pPr algn="ctr" defTabSz="914377" fontAlgn="auto">
              <a:spcAft>
                <a:spcPts val="0"/>
              </a:spcAft>
              <a:defRPr/>
            </a:pPr>
            <a:r>
              <a:rPr lang="en-US" sz="1333" b="1" spc="-10" dirty="0">
                <a:solidFill>
                  <a:srgbClr val="765FFF"/>
                </a:solidFill>
                <a:latin typeface="Segoe UI" pitchFamily="34" charset="0"/>
                <a:ea typeface="Helvetica Neue" panose="02000503000000020004" pitchFamily="2" charset="0"/>
              </a:rPr>
              <a:t>Not Enough Talent at the Problem</a:t>
            </a:r>
          </a:p>
        </p:txBody>
      </p:sp>
      <p:sp>
        <p:nvSpPr>
          <p:cNvPr id="18" name="Text Placeholder 1">
            <a:extLst>
              <a:ext uri="{FF2B5EF4-FFF2-40B4-BE49-F238E27FC236}">
                <a16:creationId xmlns:a16="http://schemas.microsoft.com/office/drawing/2014/main" id="{FC587443-0C07-5887-7677-87FD75BDC9A5}"/>
              </a:ext>
            </a:extLst>
          </p:cNvPr>
          <p:cNvSpPr txBox="1">
            <a:spLocks/>
          </p:cNvSpPr>
          <p:nvPr/>
        </p:nvSpPr>
        <p:spPr>
          <a:xfrm>
            <a:off x="824682" y="4758696"/>
            <a:ext cx="5516876" cy="456879"/>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400" i="0" kern="1200" spc="-10">
                <a:solidFill>
                  <a:srgbClr val="1D1D1D"/>
                </a:solidFill>
                <a:latin typeface="Arial" pitchFamily="34" charset="0"/>
                <a:ea typeface="Helvetica Neue Light" panose="020004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rgbClr val="1D1D1D"/>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rgbClr val="1D1D1D"/>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rgbClr val="1D1D1D"/>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rgbClr val="1D1D1D"/>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9pPr>
          </a:lstStyle>
          <a:p>
            <a:pPr defTabSz="914377" fontAlgn="auto">
              <a:spcAft>
                <a:spcPts val="0"/>
              </a:spcAft>
              <a:defRPr/>
            </a:pPr>
            <a:r>
              <a:rPr lang="en-US" sz="1000" i="1" spc="-10" dirty="0">
                <a:solidFill>
                  <a:srgbClr val="281A42"/>
                </a:solidFill>
                <a:latin typeface="Arial" pitchFamily="34" charset="0"/>
                <a:ea typeface="Helvetica Neue" panose="02000503000000020004" pitchFamily="2" charset="0"/>
              </a:rPr>
              <a:t>*Statistic source: Harvard Business Review</a:t>
            </a:r>
          </a:p>
        </p:txBody>
      </p:sp>
      <p:grpSp>
        <p:nvGrpSpPr>
          <p:cNvPr id="19" name="Group 18">
            <a:extLst>
              <a:ext uri="{FF2B5EF4-FFF2-40B4-BE49-F238E27FC236}">
                <a16:creationId xmlns:a16="http://schemas.microsoft.com/office/drawing/2014/main" id="{2071A3C7-6016-6441-3722-02704722EC94}"/>
              </a:ext>
            </a:extLst>
          </p:cNvPr>
          <p:cNvGrpSpPr/>
          <p:nvPr/>
        </p:nvGrpSpPr>
        <p:grpSpPr>
          <a:xfrm>
            <a:off x="289659" y="2022574"/>
            <a:ext cx="5251661" cy="1941124"/>
            <a:chOff x="76954" y="2529330"/>
            <a:chExt cx="3982655" cy="1591669"/>
          </a:xfrm>
        </p:grpSpPr>
        <p:grpSp>
          <p:nvGrpSpPr>
            <p:cNvPr id="20" name="Group 19">
              <a:extLst>
                <a:ext uri="{FF2B5EF4-FFF2-40B4-BE49-F238E27FC236}">
                  <a16:creationId xmlns:a16="http://schemas.microsoft.com/office/drawing/2014/main" id="{FDB1A04E-FB68-6694-9D0E-D81FE5D5E29B}"/>
                </a:ext>
              </a:extLst>
            </p:cNvPr>
            <p:cNvGrpSpPr/>
            <p:nvPr/>
          </p:nvGrpSpPr>
          <p:grpSpPr>
            <a:xfrm>
              <a:off x="1144357" y="2990672"/>
              <a:ext cx="1754892" cy="675919"/>
              <a:chOff x="1573639" y="3061990"/>
              <a:chExt cx="1448392" cy="675919"/>
            </a:xfrm>
          </p:grpSpPr>
          <p:sp>
            <p:nvSpPr>
              <p:cNvPr id="31" name="Arrow: Pentagon 20491">
                <a:extLst>
                  <a:ext uri="{FF2B5EF4-FFF2-40B4-BE49-F238E27FC236}">
                    <a16:creationId xmlns:a16="http://schemas.microsoft.com/office/drawing/2014/main" id="{6A14943F-FA11-7EDA-9423-D59C50DF5ACB}"/>
                  </a:ext>
                </a:extLst>
              </p:cNvPr>
              <p:cNvSpPr/>
              <p:nvPr/>
            </p:nvSpPr>
            <p:spPr>
              <a:xfrm>
                <a:off x="1573639" y="3061990"/>
                <a:ext cx="1448392" cy="675919"/>
              </a:xfrm>
              <a:prstGeom prst="homePlate">
                <a:avLst/>
              </a:prstGeom>
              <a:solidFill>
                <a:sysClr val="window" lastClr="FFFFFF"/>
              </a:solidFill>
              <a:ln w="10795" cap="flat" cmpd="sng" algn="ctr">
                <a:solidFill>
                  <a:sysClr val="window" lastClr="FFFFFF"/>
                </a:solidFill>
                <a:prstDash val="solid"/>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2400" b="0" i="0" u="none" strike="noStrike" kern="0" cap="none" spc="-10" normalizeH="0" baseline="0" noProof="0">
                  <a:ln>
                    <a:noFill/>
                  </a:ln>
                  <a:solidFill>
                    <a:prstClr val="white"/>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609C585E-9A97-EFDA-F2B3-FB7819C4AA86}"/>
                  </a:ext>
                </a:extLst>
              </p:cNvPr>
              <p:cNvSpPr txBox="1"/>
              <p:nvPr/>
            </p:nvSpPr>
            <p:spPr>
              <a:xfrm>
                <a:off x="1901897" y="3166652"/>
                <a:ext cx="999516" cy="286070"/>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1467" b="1" i="0" u="none" strike="noStrike" kern="0" cap="none" spc="-10" normalizeH="0" baseline="0" noProof="0" dirty="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VALUE</a:t>
                </a:r>
              </a:p>
            </p:txBody>
          </p:sp>
          <p:sp>
            <p:nvSpPr>
              <p:cNvPr id="33" name="TextBox 32">
                <a:extLst>
                  <a:ext uri="{FF2B5EF4-FFF2-40B4-BE49-F238E27FC236}">
                    <a16:creationId xmlns:a16="http://schemas.microsoft.com/office/drawing/2014/main" id="{50825B80-09BE-AC25-96DC-CF347E991426}"/>
                  </a:ext>
                </a:extLst>
              </p:cNvPr>
              <p:cNvSpPr txBox="1"/>
              <p:nvPr/>
            </p:nvSpPr>
            <p:spPr>
              <a:xfrm>
                <a:off x="1896240" y="3359486"/>
                <a:ext cx="999516" cy="3028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1600" b="0" i="1" u="none" strike="noStrike" kern="0" cap="none" spc="-10" normalizeH="0" baseline="0" noProof="0" dirty="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rPr>
                  <a:t>shifts</a:t>
                </a:r>
              </a:p>
            </p:txBody>
          </p:sp>
        </p:grpSp>
        <p:grpSp>
          <p:nvGrpSpPr>
            <p:cNvPr id="21" name="Group 20">
              <a:extLst>
                <a:ext uri="{FF2B5EF4-FFF2-40B4-BE49-F238E27FC236}">
                  <a16:creationId xmlns:a16="http://schemas.microsoft.com/office/drawing/2014/main" id="{0029F585-66D2-80F8-C445-3E8CCC275B53}"/>
                </a:ext>
              </a:extLst>
            </p:cNvPr>
            <p:cNvGrpSpPr/>
            <p:nvPr/>
          </p:nvGrpSpPr>
          <p:grpSpPr>
            <a:xfrm>
              <a:off x="76954" y="2529330"/>
              <a:ext cx="1748444" cy="1591669"/>
              <a:chOff x="571887" y="2426724"/>
              <a:chExt cx="1753172" cy="1346063"/>
            </a:xfrm>
          </p:grpSpPr>
          <p:sp>
            <p:nvSpPr>
              <p:cNvPr id="26" name="Explosion: 14 Points 20485">
                <a:extLst>
                  <a:ext uri="{FF2B5EF4-FFF2-40B4-BE49-F238E27FC236}">
                    <a16:creationId xmlns:a16="http://schemas.microsoft.com/office/drawing/2014/main" id="{2D1F3F65-A7AF-BF80-2D61-BE0557AAA468}"/>
                  </a:ext>
                </a:extLst>
              </p:cNvPr>
              <p:cNvSpPr/>
              <p:nvPr/>
            </p:nvSpPr>
            <p:spPr>
              <a:xfrm rot="3268494">
                <a:off x="775441" y="2223170"/>
                <a:ext cx="1346063" cy="1753172"/>
              </a:xfrm>
              <a:prstGeom prst="irregularSeal2">
                <a:avLst/>
              </a:prstGeom>
              <a:solidFill>
                <a:sysClr val="window" lastClr="FFFFFF"/>
              </a:solidFill>
              <a:ln w="10795" cap="flat" cmpd="sng" algn="ctr">
                <a:solidFill>
                  <a:sysClr val="window" lastClr="FFFFFF"/>
                </a:solidFill>
                <a:prstDash val="solid"/>
              </a:ln>
              <a:effectLst>
                <a:outerShdw blurRad="63500" dist="38100" dir="2700000">
                  <a:srgbClr val="1D1D1D">
                    <a:alpha val="39000"/>
                  </a:srgb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2400" b="0" i="0" u="none" strike="noStrike" kern="0" cap="none" spc="-10" normalizeH="0" baseline="0" noProof="0">
                  <a:ln>
                    <a:noFill/>
                  </a:ln>
                  <a:solidFill>
                    <a:prstClr val="white"/>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Isosceles Triangle 20486">
                <a:extLst>
                  <a:ext uri="{FF2B5EF4-FFF2-40B4-BE49-F238E27FC236}">
                    <a16:creationId xmlns:a16="http://schemas.microsoft.com/office/drawing/2014/main" id="{CB4BA354-98F8-8D9B-5CF5-A46F3484DAE8}"/>
                  </a:ext>
                </a:extLst>
              </p:cNvPr>
              <p:cNvSpPr/>
              <p:nvPr/>
            </p:nvSpPr>
            <p:spPr>
              <a:xfrm>
                <a:off x="1184596" y="2679814"/>
                <a:ext cx="419826" cy="356958"/>
              </a:xfrm>
              <a:prstGeom prst="triangle">
                <a:avLst/>
              </a:prstGeom>
              <a:solidFill>
                <a:srgbClr val="281A42"/>
              </a:solidFill>
              <a:ln w="10795" cap="flat" cmpd="sng" algn="ctr">
                <a:solidFill>
                  <a:srgbClr val="281A42"/>
                </a:solidFill>
                <a:prstDash val="solid"/>
              </a:ln>
              <a:effectLst>
                <a:outerShdw blurRad="63500" dist="38100" dir="2700000">
                  <a:srgbClr val="1D1D1D">
                    <a:alpha val="17000"/>
                  </a:srgb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2400" b="0" i="0" u="none" strike="noStrike" kern="0" cap="none" spc="-10" normalizeH="0" baseline="0" noProof="0" dirty="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TextBox 27">
                <a:extLst>
                  <a:ext uri="{FF2B5EF4-FFF2-40B4-BE49-F238E27FC236}">
                    <a16:creationId xmlns:a16="http://schemas.microsoft.com/office/drawing/2014/main" id="{D7805797-062D-F92F-6B6D-2B2CA4ABF387}"/>
                  </a:ext>
                </a:extLst>
              </p:cNvPr>
              <p:cNvSpPr txBox="1"/>
              <p:nvPr/>
            </p:nvSpPr>
            <p:spPr>
              <a:xfrm>
                <a:off x="1229890" y="2700169"/>
                <a:ext cx="326097" cy="39835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2933" b="1" i="0" u="none" strike="noStrike" kern="0" cap="none" spc="-10" normalizeH="0" baseline="0" noProof="0" dirty="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a:t>
                </a:r>
              </a:p>
            </p:txBody>
          </p:sp>
          <p:sp>
            <p:nvSpPr>
              <p:cNvPr id="29" name="TextBox 28">
                <a:extLst>
                  <a:ext uri="{FF2B5EF4-FFF2-40B4-BE49-F238E27FC236}">
                    <a16:creationId xmlns:a16="http://schemas.microsoft.com/office/drawing/2014/main" id="{89951D6F-23A4-7EDD-CF9E-20682B745DEF}"/>
                  </a:ext>
                </a:extLst>
              </p:cNvPr>
              <p:cNvSpPr txBox="1"/>
              <p:nvPr/>
            </p:nvSpPr>
            <p:spPr>
              <a:xfrm>
                <a:off x="883633" y="3061606"/>
                <a:ext cx="999516" cy="241928"/>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1467" b="1" i="0" u="none" strike="noStrike" kern="0" cap="none" spc="-10" normalizeH="0" baseline="0" noProof="0" dirty="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CHANGE</a:t>
                </a:r>
              </a:p>
            </p:txBody>
          </p:sp>
          <p:sp>
            <p:nvSpPr>
              <p:cNvPr id="30" name="TextBox 29">
                <a:extLst>
                  <a:ext uri="{FF2B5EF4-FFF2-40B4-BE49-F238E27FC236}">
                    <a16:creationId xmlns:a16="http://schemas.microsoft.com/office/drawing/2014/main" id="{3B6D1448-218D-9193-9D2A-101A7A76588B}"/>
                  </a:ext>
                </a:extLst>
              </p:cNvPr>
              <p:cNvSpPr txBox="1"/>
              <p:nvPr/>
            </p:nvSpPr>
            <p:spPr>
              <a:xfrm>
                <a:off x="895885" y="3212840"/>
                <a:ext cx="999516" cy="256111"/>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1600" b="0" i="1" u="none" strike="noStrike" kern="0" cap="none" spc="-10" normalizeH="0" baseline="0" noProof="0" dirty="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rPr>
                  <a:t>hits</a:t>
                </a:r>
              </a:p>
            </p:txBody>
          </p:sp>
        </p:grpSp>
        <p:grpSp>
          <p:nvGrpSpPr>
            <p:cNvPr id="22" name="Group 21">
              <a:extLst>
                <a:ext uri="{FF2B5EF4-FFF2-40B4-BE49-F238E27FC236}">
                  <a16:creationId xmlns:a16="http://schemas.microsoft.com/office/drawing/2014/main" id="{2383F50E-A200-670C-10B7-C1DD533917D3}"/>
                </a:ext>
              </a:extLst>
            </p:cNvPr>
            <p:cNvGrpSpPr/>
            <p:nvPr/>
          </p:nvGrpSpPr>
          <p:grpSpPr>
            <a:xfrm>
              <a:off x="2663843" y="2983739"/>
              <a:ext cx="1395766" cy="682852"/>
              <a:chOff x="2721670" y="2990672"/>
              <a:chExt cx="1395766" cy="682852"/>
            </a:xfrm>
          </p:grpSpPr>
          <p:sp>
            <p:nvSpPr>
              <p:cNvPr id="23" name="Arrow: Chevron 20481">
                <a:extLst>
                  <a:ext uri="{FF2B5EF4-FFF2-40B4-BE49-F238E27FC236}">
                    <a16:creationId xmlns:a16="http://schemas.microsoft.com/office/drawing/2014/main" id="{4E27D8F0-1A30-A3F7-D2DF-7DBD9A8E35EF}"/>
                  </a:ext>
                </a:extLst>
              </p:cNvPr>
              <p:cNvSpPr/>
              <p:nvPr/>
            </p:nvSpPr>
            <p:spPr>
              <a:xfrm>
                <a:off x="2721670" y="2990672"/>
                <a:ext cx="1395766" cy="682852"/>
              </a:xfrm>
              <a:prstGeom prst="chevron">
                <a:avLst/>
              </a:prstGeom>
              <a:solidFill>
                <a:sysClr val="window" lastClr="FFFFFF"/>
              </a:solidFill>
              <a:ln w="10795" cap="flat" cmpd="sng" algn="ctr">
                <a:solidFill>
                  <a:sysClr val="window" lastClr="FFFFFF"/>
                </a:solidFill>
                <a:prstDash val="solid"/>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2400" b="0" i="0" u="none" strike="noStrike" kern="0" cap="none" spc="-10" normalizeH="0" baseline="0" noProof="0">
                  <a:ln>
                    <a:noFill/>
                  </a:ln>
                  <a:solidFill>
                    <a:prstClr val="white"/>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TextBox 23">
                <a:extLst>
                  <a:ext uri="{FF2B5EF4-FFF2-40B4-BE49-F238E27FC236}">
                    <a16:creationId xmlns:a16="http://schemas.microsoft.com/office/drawing/2014/main" id="{F19B61CD-8B44-2F22-FFAF-95B43BD3FFDA}"/>
                  </a:ext>
                </a:extLst>
              </p:cNvPr>
              <p:cNvSpPr txBox="1"/>
              <p:nvPr/>
            </p:nvSpPr>
            <p:spPr>
              <a:xfrm>
                <a:off x="2822116" y="3095335"/>
                <a:ext cx="1211028" cy="286070"/>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1467" b="1" i="0" u="none" strike="noStrike" kern="0" cap="none" spc="-10" normalizeH="0" baseline="0" noProof="0" dirty="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MONEY</a:t>
                </a:r>
              </a:p>
            </p:txBody>
          </p:sp>
          <p:sp>
            <p:nvSpPr>
              <p:cNvPr id="25" name="TextBox 24">
                <a:extLst>
                  <a:ext uri="{FF2B5EF4-FFF2-40B4-BE49-F238E27FC236}">
                    <a16:creationId xmlns:a16="http://schemas.microsoft.com/office/drawing/2014/main" id="{A157CD99-BB01-EB59-C8C6-C0007EBA3FA1}"/>
                  </a:ext>
                </a:extLst>
              </p:cNvPr>
              <p:cNvSpPr txBox="1"/>
              <p:nvPr/>
            </p:nvSpPr>
            <p:spPr>
              <a:xfrm>
                <a:off x="2815262" y="3288168"/>
                <a:ext cx="1211028" cy="3028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1600" b="0" i="1" u="none" strike="noStrike" kern="0" cap="none" spc="-10" normalizeH="0" baseline="0" noProof="0" dirty="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rPr>
                  <a:t>moves</a:t>
                </a:r>
              </a:p>
            </p:txBody>
          </p:sp>
        </p:grpSp>
      </p:grpSp>
      <p:grpSp>
        <p:nvGrpSpPr>
          <p:cNvPr id="34" name="Group 33">
            <a:extLst>
              <a:ext uri="{FF2B5EF4-FFF2-40B4-BE49-F238E27FC236}">
                <a16:creationId xmlns:a16="http://schemas.microsoft.com/office/drawing/2014/main" id="{05F693D1-EA2C-42D5-6BF5-EC1A015F5B31}"/>
              </a:ext>
            </a:extLst>
          </p:cNvPr>
          <p:cNvGrpSpPr/>
          <p:nvPr/>
        </p:nvGrpSpPr>
        <p:grpSpPr>
          <a:xfrm>
            <a:off x="5312880" y="2911314"/>
            <a:ext cx="2217217" cy="1217111"/>
            <a:chOff x="3965024" y="1294526"/>
            <a:chExt cx="1662913" cy="912833"/>
          </a:xfrm>
        </p:grpSpPr>
        <p:grpSp>
          <p:nvGrpSpPr>
            <p:cNvPr id="35" name="Group 34">
              <a:extLst>
                <a:ext uri="{FF2B5EF4-FFF2-40B4-BE49-F238E27FC236}">
                  <a16:creationId xmlns:a16="http://schemas.microsoft.com/office/drawing/2014/main" id="{686860EB-F0D1-4173-BDDD-B4EF60B41190}"/>
                </a:ext>
              </a:extLst>
            </p:cNvPr>
            <p:cNvGrpSpPr/>
            <p:nvPr/>
          </p:nvGrpSpPr>
          <p:grpSpPr>
            <a:xfrm rot="21370148">
              <a:off x="3965024" y="1294526"/>
              <a:ext cx="1330426" cy="624581"/>
              <a:chOff x="4005510" y="1301746"/>
              <a:chExt cx="1330426" cy="624581"/>
            </a:xfrm>
          </p:grpSpPr>
          <p:sp>
            <p:nvSpPr>
              <p:cNvPr id="38" name="Arrow: Chevron 20498">
                <a:extLst>
                  <a:ext uri="{FF2B5EF4-FFF2-40B4-BE49-F238E27FC236}">
                    <a16:creationId xmlns:a16="http://schemas.microsoft.com/office/drawing/2014/main" id="{382020F3-2F63-1772-F08B-40AA2586F77F}"/>
                  </a:ext>
                </a:extLst>
              </p:cNvPr>
              <p:cNvSpPr/>
              <p:nvPr/>
            </p:nvSpPr>
            <p:spPr>
              <a:xfrm rot="1325274">
                <a:off x="4005510" y="1301746"/>
                <a:ext cx="1318265" cy="624581"/>
              </a:xfrm>
              <a:prstGeom prst="chevron">
                <a:avLst/>
              </a:prstGeom>
              <a:solidFill>
                <a:sysClr val="window" lastClr="FFFFFF"/>
              </a:solidFill>
              <a:ln w="10795" cap="flat" cmpd="sng" algn="ctr">
                <a:solidFill>
                  <a:sysClr val="window" lastClr="FFFFFF"/>
                </a:solidFill>
                <a:prstDash val="solid"/>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2400" b="1" i="0" u="none" strike="noStrike" kern="0" cap="none" spc="-25"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01D9C332-5151-7B94-D0AE-9571F32E01C6}"/>
                  </a:ext>
                </a:extLst>
              </p:cNvPr>
              <p:cNvSpPr txBox="1"/>
              <p:nvPr/>
            </p:nvSpPr>
            <p:spPr>
              <a:xfrm rot="1330582">
                <a:off x="4138260" y="1415800"/>
                <a:ext cx="1197676" cy="261658"/>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67" b="1" i="0" u="none" strike="noStrike" kern="0" cap="none" spc="-10" normalizeH="0" baseline="0" noProof="0" dirty="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TALENT</a:t>
                </a:r>
              </a:p>
            </p:txBody>
          </p:sp>
          <p:sp>
            <p:nvSpPr>
              <p:cNvPr id="40" name="TextBox 39">
                <a:extLst>
                  <a:ext uri="{FF2B5EF4-FFF2-40B4-BE49-F238E27FC236}">
                    <a16:creationId xmlns:a16="http://schemas.microsoft.com/office/drawing/2014/main" id="{474BCF96-D228-C76F-058B-5A34543CBF48}"/>
                  </a:ext>
                </a:extLst>
              </p:cNvPr>
              <p:cNvSpPr txBox="1"/>
              <p:nvPr/>
            </p:nvSpPr>
            <p:spPr>
              <a:xfrm rot="1340496">
                <a:off x="4098439" y="1561663"/>
                <a:ext cx="1197676" cy="276999"/>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1" u="none" strike="noStrike" kern="0" cap="none" spc="-10" normalizeH="0" baseline="0" noProof="0" dirty="0">
                    <a:ln>
                      <a:noFill/>
                    </a:ln>
                    <a:solidFill>
                      <a:srgbClr val="281A42"/>
                    </a:solidFill>
                    <a:effectLst/>
                    <a:uLnTx/>
                    <a:uFillTx/>
                    <a:latin typeface="Arial" pitchFamily="34" charset="0"/>
                    <a:ea typeface="Helvetica Neue" panose="02000503000000020004" pitchFamily="2" charset="0"/>
                    <a:cs typeface="Helvetica Neue" panose="02000503000000020004" pitchFamily="2" charset="0"/>
                  </a:rPr>
                  <a:t>disconnects</a:t>
                </a:r>
              </a:p>
            </p:txBody>
          </p:sp>
        </p:grpSp>
        <p:sp>
          <p:nvSpPr>
            <p:cNvPr id="36" name="Arrow: Chevron 20496">
              <a:extLst>
                <a:ext uri="{FF2B5EF4-FFF2-40B4-BE49-F238E27FC236}">
                  <a16:creationId xmlns:a16="http://schemas.microsoft.com/office/drawing/2014/main" id="{52F082F8-5C66-8926-DA3F-26CB704465A4}"/>
                </a:ext>
              </a:extLst>
            </p:cNvPr>
            <p:cNvSpPr/>
            <p:nvPr/>
          </p:nvSpPr>
          <p:spPr>
            <a:xfrm rot="1135097">
              <a:off x="5034545" y="1505764"/>
              <a:ext cx="424679" cy="646772"/>
            </a:xfrm>
            <a:prstGeom prst="chevron">
              <a:avLst>
                <a:gd name="adj" fmla="val 73267"/>
              </a:avLst>
            </a:prstGeom>
            <a:solidFill>
              <a:srgbClr val="281A42"/>
            </a:solidFill>
            <a:ln w="10795" cap="flat" cmpd="sng" algn="ctr">
              <a:solidFill>
                <a:srgbClr val="281A42"/>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2400" b="0" i="0" u="none" strike="noStrike" kern="0" cap="none" spc="-10" normalizeH="0" baseline="0" noProof="0" dirty="0">
                <a:ln>
                  <a:solidFill>
                    <a:srgbClr val="281A42"/>
                  </a:solid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Arrow: Chevron 20497">
              <a:extLst>
                <a:ext uri="{FF2B5EF4-FFF2-40B4-BE49-F238E27FC236}">
                  <a16:creationId xmlns:a16="http://schemas.microsoft.com/office/drawing/2014/main" id="{E18349AC-0319-E043-A667-D5F99DAAE3A0}"/>
                </a:ext>
              </a:extLst>
            </p:cNvPr>
            <p:cNvSpPr/>
            <p:nvPr/>
          </p:nvSpPr>
          <p:spPr>
            <a:xfrm rot="1135097">
              <a:off x="5203258" y="1560587"/>
              <a:ext cx="424679" cy="646772"/>
            </a:xfrm>
            <a:prstGeom prst="chevron">
              <a:avLst>
                <a:gd name="adj" fmla="val 73267"/>
              </a:avLst>
            </a:prstGeom>
            <a:solidFill>
              <a:srgbClr val="281A42"/>
            </a:solidFill>
            <a:ln w="10795" cap="flat" cmpd="sng" algn="ctr">
              <a:solidFill>
                <a:srgbClr val="281A42"/>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2400" b="0" i="0" u="none" strike="noStrike" kern="0" cap="none" spc="-10" normalizeH="0" baseline="0" noProof="0">
                <a:ln>
                  <a:solidFill>
                    <a:srgbClr val="281A42"/>
                  </a:solid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1" name="Picture 40">
            <a:extLst>
              <a:ext uri="{FF2B5EF4-FFF2-40B4-BE49-F238E27FC236}">
                <a16:creationId xmlns:a16="http://schemas.microsoft.com/office/drawing/2014/main" id="{7766AEF4-497A-BA58-3061-416240931432}"/>
              </a:ext>
            </a:extLst>
          </p:cNvPr>
          <p:cNvPicPr>
            <a:picLocks noChangeAspect="1"/>
          </p:cNvPicPr>
          <p:nvPr/>
        </p:nvPicPr>
        <p:blipFill>
          <a:blip r:embed="rId3">
            <a:biLevel thresh="75000"/>
            <a:duotone>
              <a:srgbClr val="765FFF"/>
              <a:srgbClr val="FFFFFF"/>
            </a:duotone>
          </a:blip>
          <a:stretch>
            <a:fillRect/>
          </a:stretch>
        </p:blipFill>
        <p:spPr>
          <a:xfrm>
            <a:off x="9097418" y="1945552"/>
            <a:ext cx="1509576" cy="1018077"/>
          </a:xfrm>
          <a:prstGeom prst="rect">
            <a:avLst/>
          </a:prstGeom>
        </p:spPr>
      </p:pic>
      <p:pic>
        <p:nvPicPr>
          <p:cNvPr id="42" name="Picture 41">
            <a:extLst>
              <a:ext uri="{FF2B5EF4-FFF2-40B4-BE49-F238E27FC236}">
                <a16:creationId xmlns:a16="http://schemas.microsoft.com/office/drawing/2014/main" id="{CB26AE8C-2B46-F90B-FF00-594CEAB8441C}"/>
              </a:ext>
            </a:extLst>
          </p:cNvPr>
          <p:cNvPicPr>
            <a:picLocks noChangeAspect="1"/>
          </p:cNvPicPr>
          <p:nvPr/>
        </p:nvPicPr>
        <p:blipFill>
          <a:blip r:embed="rId4">
            <a:biLevel thresh="75000"/>
            <a:duotone>
              <a:srgbClr val="765FFF"/>
              <a:srgbClr val="FFFFFF"/>
            </a:duotone>
          </a:blip>
          <a:stretch>
            <a:fillRect/>
          </a:stretch>
        </p:blipFill>
        <p:spPr>
          <a:xfrm>
            <a:off x="8540861" y="3429000"/>
            <a:ext cx="2622690" cy="1023873"/>
          </a:xfrm>
          <a:prstGeom prst="rect">
            <a:avLst/>
          </a:prstGeom>
        </p:spPr>
      </p:pic>
    </p:spTree>
    <p:extLst>
      <p:ext uri="{BB962C8B-B14F-4D97-AF65-F5344CB8AC3E}">
        <p14:creationId xmlns:p14="http://schemas.microsoft.com/office/powerpoint/2010/main" val="1796771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itle 71">
            <a:extLst>
              <a:ext uri="{FF2B5EF4-FFF2-40B4-BE49-F238E27FC236}">
                <a16:creationId xmlns:a16="http://schemas.microsoft.com/office/drawing/2014/main" id="{2078BD13-99D7-065C-3BFC-7BC501574847}"/>
              </a:ext>
            </a:extLst>
          </p:cNvPr>
          <p:cNvSpPr>
            <a:spLocks noGrp="1"/>
          </p:cNvSpPr>
          <p:nvPr>
            <p:ph type="title"/>
          </p:nvPr>
        </p:nvSpPr>
        <p:spPr/>
        <p:txBody>
          <a:bodyPr/>
          <a:lstStyle/>
          <a:p>
            <a:r>
              <a:rPr lang="en-US" spc="-25" dirty="0">
                <a:solidFill>
                  <a:schemeClr val="accent1"/>
                </a:solidFill>
              </a:rPr>
              <a:t>Talent to Value</a:t>
            </a:r>
            <a:endParaRPr lang="en-US" dirty="0"/>
          </a:p>
        </p:txBody>
      </p:sp>
      <p:sp>
        <p:nvSpPr>
          <p:cNvPr id="74" name="Text Placeholder 73">
            <a:extLst>
              <a:ext uri="{FF2B5EF4-FFF2-40B4-BE49-F238E27FC236}">
                <a16:creationId xmlns:a16="http://schemas.microsoft.com/office/drawing/2014/main" id="{E00D7E27-ED6F-86C8-B4BB-C4E9F0EEF8FD}"/>
              </a:ext>
            </a:extLst>
          </p:cNvPr>
          <p:cNvSpPr>
            <a:spLocks noGrp="1"/>
          </p:cNvSpPr>
          <p:nvPr>
            <p:ph type="body" sz="quarter" idx="12"/>
          </p:nvPr>
        </p:nvSpPr>
        <p:spPr/>
        <p:txBody>
          <a:bodyPr/>
          <a:lstStyle/>
          <a:p>
            <a:pPr fontAlgn="auto">
              <a:spcAft>
                <a:spcPts val="0"/>
              </a:spcAft>
            </a:pPr>
            <a:r>
              <a:rPr lang="en-US" spc="-10" dirty="0"/>
              <a:t>Why IT is important?</a:t>
            </a:r>
          </a:p>
          <a:p>
            <a:endParaRPr lang="en-US" dirty="0"/>
          </a:p>
        </p:txBody>
      </p:sp>
      <p:sp>
        <p:nvSpPr>
          <p:cNvPr id="4" name="Slide Number Placeholder 3">
            <a:extLst>
              <a:ext uri="{FF2B5EF4-FFF2-40B4-BE49-F238E27FC236}">
                <a16:creationId xmlns:a16="http://schemas.microsoft.com/office/drawing/2014/main" id="{3E5EC980-C489-B21A-9DF1-4A57C1962183}"/>
              </a:ext>
            </a:extLst>
          </p:cNvPr>
          <p:cNvSpPr>
            <a:spLocks noGrp="1"/>
          </p:cNvSpPr>
          <p:nvPr>
            <p:ph type="sldNum" sz="quarter" idx="4"/>
          </p:nvPr>
        </p:nvSpPr>
        <p:spPr>
          <a:xfrm>
            <a:off x="0" y="6554852"/>
            <a:ext cx="12192000" cy="215444"/>
          </a:xfrm>
        </p:spPr>
        <p:txBody>
          <a:bodyPr/>
          <a:lstStyle/>
          <a:p>
            <a:fld id="{7DA59B58-B945-4B36-BC6B-9C26C933A008}" type="slidenum">
              <a:rPr lang="en-US" smtClean="0"/>
              <a:pPr/>
              <a:t>5</a:t>
            </a:fld>
            <a:endParaRPr lang="en-US"/>
          </a:p>
        </p:txBody>
      </p:sp>
      <p:sp>
        <p:nvSpPr>
          <p:cNvPr id="6" name="Oval 5">
            <a:extLst>
              <a:ext uri="{FF2B5EF4-FFF2-40B4-BE49-F238E27FC236}">
                <a16:creationId xmlns:a16="http://schemas.microsoft.com/office/drawing/2014/main" id="{231DA6E0-AEA4-0185-E913-F43AA0682E4B}"/>
              </a:ext>
            </a:extLst>
          </p:cNvPr>
          <p:cNvSpPr/>
          <p:nvPr/>
        </p:nvSpPr>
        <p:spPr>
          <a:xfrm rot="10800000">
            <a:off x="5647208" y="5249699"/>
            <a:ext cx="1826507" cy="384530"/>
          </a:xfrm>
          <a:prstGeom prst="ellipse">
            <a:avLst/>
          </a:prstGeom>
          <a:gradFill>
            <a:gsLst>
              <a:gs pos="27000">
                <a:srgbClr val="C8BFFF">
                  <a:alpha val="25985"/>
                </a:srgbClr>
              </a:gs>
              <a:gs pos="0">
                <a:srgbClr val="917FFF">
                  <a:alpha val="71080"/>
                </a:srgbClr>
              </a:gs>
              <a:gs pos="100000">
                <a:srgbClr val="F2F2F2"/>
              </a:gs>
              <a:gs pos="48000">
                <a:srgbClr val="F2F2F2"/>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pic>
        <p:nvPicPr>
          <p:cNvPr id="7" name="Picture 6" descr="A white and orange balance&#10;&#10;AI-generated content may be incorrect.">
            <a:extLst>
              <a:ext uri="{FF2B5EF4-FFF2-40B4-BE49-F238E27FC236}">
                <a16:creationId xmlns:a16="http://schemas.microsoft.com/office/drawing/2014/main" id="{FD38933B-3B49-9DED-557B-3CD6A7C0067B}"/>
              </a:ext>
            </a:extLst>
          </p:cNvPr>
          <p:cNvPicPr>
            <a:picLocks noChangeAspect="1"/>
          </p:cNvPicPr>
          <p:nvPr/>
        </p:nvPicPr>
        <p:blipFill rotWithShape="1">
          <a:blip r:embed="rId2">
            <a:duotone>
              <a:srgbClr val="765FFF"/>
              <a:srgbClr val="FFFFFF"/>
            </a:duotone>
          </a:blip>
          <a:srcRect l="5869" t="19434" r="16807" b="36731"/>
          <a:stretch>
            <a:fillRect/>
          </a:stretch>
        </p:blipFill>
        <p:spPr>
          <a:xfrm>
            <a:off x="2814139" y="3003441"/>
            <a:ext cx="6668037" cy="2684285"/>
          </a:xfrm>
          <a:prstGeom prst="rect">
            <a:avLst/>
          </a:prstGeom>
        </p:spPr>
      </p:pic>
      <p:grpSp>
        <p:nvGrpSpPr>
          <p:cNvPr id="8" name="Group 7">
            <a:extLst>
              <a:ext uri="{FF2B5EF4-FFF2-40B4-BE49-F238E27FC236}">
                <a16:creationId xmlns:a16="http://schemas.microsoft.com/office/drawing/2014/main" id="{A031B274-BD4F-3027-629E-3093E2A39661}"/>
              </a:ext>
            </a:extLst>
          </p:cNvPr>
          <p:cNvGrpSpPr/>
          <p:nvPr/>
        </p:nvGrpSpPr>
        <p:grpSpPr>
          <a:xfrm>
            <a:off x="1134996" y="2859785"/>
            <a:ext cx="2317582" cy="433051"/>
            <a:chOff x="1134996" y="2797482"/>
            <a:chExt cx="2317582" cy="433051"/>
          </a:xfrm>
        </p:grpSpPr>
        <p:grpSp>
          <p:nvGrpSpPr>
            <p:cNvPr id="9" name="Group 8">
              <a:extLst>
                <a:ext uri="{FF2B5EF4-FFF2-40B4-BE49-F238E27FC236}">
                  <a16:creationId xmlns:a16="http://schemas.microsoft.com/office/drawing/2014/main" id="{F5EFC5DD-8AC7-526D-A196-517A23F8D690}"/>
                </a:ext>
              </a:extLst>
            </p:cNvPr>
            <p:cNvGrpSpPr/>
            <p:nvPr/>
          </p:nvGrpSpPr>
          <p:grpSpPr>
            <a:xfrm>
              <a:off x="1134996" y="2797482"/>
              <a:ext cx="2317582" cy="433051"/>
              <a:chOff x="1134073" y="2437534"/>
              <a:chExt cx="2317582" cy="433051"/>
            </a:xfrm>
          </p:grpSpPr>
          <p:sp>
            <p:nvSpPr>
              <p:cNvPr id="11" name="TextBox 10">
                <a:extLst>
                  <a:ext uri="{FF2B5EF4-FFF2-40B4-BE49-F238E27FC236}">
                    <a16:creationId xmlns:a16="http://schemas.microsoft.com/office/drawing/2014/main" id="{85ACEE3B-9259-9719-16C7-7E02BA821502}"/>
                  </a:ext>
                </a:extLst>
              </p:cNvPr>
              <p:cNvSpPr txBox="1"/>
              <p:nvPr/>
            </p:nvSpPr>
            <p:spPr>
              <a:xfrm>
                <a:off x="1670398" y="2500171"/>
                <a:ext cx="1781257" cy="307777"/>
              </a:xfrm>
              <a:prstGeom prst="rect">
                <a:avLst/>
              </a:prstGeom>
              <a:noFill/>
            </p:spPr>
            <p:txBody>
              <a:bodyPr wrap="non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0" i="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Artificial Intelligence</a:t>
                </a:r>
                <a:endParaRPr kumimoji="0" lang="en-AE"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Oval 11">
                <a:extLst>
                  <a:ext uri="{FF2B5EF4-FFF2-40B4-BE49-F238E27FC236}">
                    <a16:creationId xmlns:a16="http://schemas.microsoft.com/office/drawing/2014/main" id="{CD0E5AAB-FEE0-5D63-C67C-0645E6E4E05E}"/>
                  </a:ext>
                </a:extLst>
              </p:cNvPr>
              <p:cNvSpPr/>
              <p:nvPr/>
            </p:nvSpPr>
            <p:spPr>
              <a:xfrm>
                <a:off x="1134073" y="2437534"/>
                <a:ext cx="433051" cy="433051"/>
              </a:xfrm>
              <a:prstGeom prst="ellipse">
                <a:avLst/>
              </a:prstGeom>
              <a:solidFill>
                <a:srgbClr val="F2F2F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Graphic 7">
              <a:extLst>
                <a:ext uri="{FF2B5EF4-FFF2-40B4-BE49-F238E27FC236}">
                  <a16:creationId xmlns:a16="http://schemas.microsoft.com/office/drawing/2014/main" id="{F2195BE2-487F-5DAF-AFC7-C80491FC151C}"/>
                </a:ext>
              </a:extLst>
            </p:cNvPr>
            <p:cNvPicPr>
              <a:picLocks noChangeAspect="1"/>
            </p:cNvPicPr>
            <p:nvPr/>
          </p:nvPicPr>
          <p:blipFill>
            <a:blip r:embed="rId3">
              <a:duotone>
                <a:srgbClr val="765FFF"/>
                <a:srgbClr val="FFFFFF"/>
              </a:duotone>
            </a:blip>
            <a:srcRect b="16985"/>
            <a:stretch>
              <a:fillRect/>
            </a:stretch>
          </p:blipFill>
          <p:spPr>
            <a:xfrm>
              <a:off x="1193514" y="2827397"/>
              <a:ext cx="346214" cy="354001"/>
            </a:xfrm>
            <a:prstGeom prst="rect">
              <a:avLst/>
            </a:prstGeom>
          </p:spPr>
        </p:pic>
      </p:grpSp>
      <p:sp>
        <p:nvSpPr>
          <p:cNvPr id="13" name="TextBox 12">
            <a:extLst>
              <a:ext uri="{FF2B5EF4-FFF2-40B4-BE49-F238E27FC236}">
                <a16:creationId xmlns:a16="http://schemas.microsoft.com/office/drawing/2014/main" id="{70E9842F-642B-E3C5-F261-761A4299AC18}"/>
              </a:ext>
            </a:extLst>
          </p:cNvPr>
          <p:cNvSpPr txBox="1"/>
          <p:nvPr/>
        </p:nvSpPr>
        <p:spPr>
          <a:xfrm>
            <a:off x="5175738" y="1347263"/>
            <a:ext cx="1719154" cy="461665"/>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AE" sz="2400" b="1" i="0" u="none" strike="noStrike" kern="1200" cap="none" spc="-25"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The Pivot</a:t>
            </a:r>
          </a:p>
        </p:txBody>
      </p:sp>
      <p:sp>
        <p:nvSpPr>
          <p:cNvPr id="14" name="Rounded Rectangle 13">
            <a:extLst>
              <a:ext uri="{FF2B5EF4-FFF2-40B4-BE49-F238E27FC236}">
                <a16:creationId xmlns:a16="http://schemas.microsoft.com/office/drawing/2014/main" id="{BB645E77-7EAC-C65B-7D24-05F468E0664F}"/>
              </a:ext>
            </a:extLst>
          </p:cNvPr>
          <p:cNvSpPr/>
          <p:nvPr/>
        </p:nvSpPr>
        <p:spPr>
          <a:xfrm>
            <a:off x="8872929" y="2314920"/>
            <a:ext cx="2302813" cy="38453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E" sz="1600" b="1" i="0" u="none" strike="noStrike" kern="1200" cap="none" spc="-10"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Strategy Execution</a:t>
            </a:r>
          </a:p>
        </p:txBody>
      </p:sp>
      <p:sp>
        <p:nvSpPr>
          <p:cNvPr id="15" name="Rounded Rectangle 14">
            <a:extLst>
              <a:ext uri="{FF2B5EF4-FFF2-40B4-BE49-F238E27FC236}">
                <a16:creationId xmlns:a16="http://schemas.microsoft.com/office/drawing/2014/main" id="{3F408F7F-9EFA-6344-831F-8EDB72FC3CF0}"/>
              </a:ext>
            </a:extLst>
          </p:cNvPr>
          <p:cNvSpPr/>
          <p:nvPr/>
        </p:nvSpPr>
        <p:spPr>
          <a:xfrm>
            <a:off x="1134996" y="2314920"/>
            <a:ext cx="2302813" cy="38453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E" sz="1600" b="1" i="0" u="none" strike="noStrike" kern="1200" cap="none" spc="-10"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External Forces</a:t>
            </a:r>
          </a:p>
        </p:txBody>
      </p:sp>
      <p:grpSp>
        <p:nvGrpSpPr>
          <p:cNvPr id="16" name="Group 15">
            <a:extLst>
              <a:ext uri="{FF2B5EF4-FFF2-40B4-BE49-F238E27FC236}">
                <a16:creationId xmlns:a16="http://schemas.microsoft.com/office/drawing/2014/main" id="{C9A79AD2-2C04-EF7A-C787-E6727CA9E849}"/>
              </a:ext>
            </a:extLst>
          </p:cNvPr>
          <p:cNvGrpSpPr/>
          <p:nvPr/>
        </p:nvGrpSpPr>
        <p:grpSpPr>
          <a:xfrm>
            <a:off x="1134996" y="3412147"/>
            <a:ext cx="1771760" cy="433050"/>
            <a:chOff x="1134996" y="3288740"/>
            <a:chExt cx="1771760" cy="433050"/>
          </a:xfrm>
        </p:grpSpPr>
        <p:sp>
          <p:nvSpPr>
            <p:cNvPr id="17" name="Oval 16">
              <a:extLst>
                <a:ext uri="{FF2B5EF4-FFF2-40B4-BE49-F238E27FC236}">
                  <a16:creationId xmlns:a16="http://schemas.microsoft.com/office/drawing/2014/main" id="{302AE03A-6774-66B6-9B33-B16A5FDBA822}"/>
                </a:ext>
              </a:extLst>
            </p:cNvPr>
            <p:cNvSpPr/>
            <p:nvPr/>
          </p:nvSpPr>
          <p:spPr>
            <a:xfrm>
              <a:off x="1134996" y="3288740"/>
              <a:ext cx="433050" cy="433050"/>
            </a:xfrm>
            <a:prstGeom prst="ellipse">
              <a:avLst/>
            </a:prstGeom>
            <a:solidFill>
              <a:srgbClr val="F2F2F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FDC91542-2003-F03F-30D4-2E3FDD4469FB}"/>
                </a:ext>
              </a:extLst>
            </p:cNvPr>
            <p:cNvGrpSpPr/>
            <p:nvPr/>
          </p:nvGrpSpPr>
          <p:grpSpPr>
            <a:xfrm>
              <a:off x="1151605" y="3328476"/>
              <a:ext cx="1755151" cy="353578"/>
              <a:chOff x="1151605" y="3466182"/>
              <a:chExt cx="1755151" cy="353578"/>
            </a:xfrm>
          </p:grpSpPr>
          <p:sp>
            <p:nvSpPr>
              <p:cNvPr id="19" name="TextBox 18">
                <a:extLst>
                  <a:ext uri="{FF2B5EF4-FFF2-40B4-BE49-F238E27FC236}">
                    <a16:creationId xmlns:a16="http://schemas.microsoft.com/office/drawing/2014/main" id="{AB85705F-A2F8-8349-9383-8DFEA188C0F3}"/>
                  </a:ext>
                </a:extLst>
              </p:cNvPr>
              <p:cNvSpPr txBox="1"/>
              <p:nvPr/>
            </p:nvSpPr>
            <p:spPr>
              <a:xfrm>
                <a:off x="1670398" y="3486502"/>
                <a:ext cx="1236358"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E"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New Markets</a:t>
                </a:r>
              </a:p>
            </p:txBody>
          </p:sp>
          <p:pic>
            <p:nvPicPr>
              <p:cNvPr id="20" name="Graphic 24">
                <a:extLst>
                  <a:ext uri="{FF2B5EF4-FFF2-40B4-BE49-F238E27FC236}">
                    <a16:creationId xmlns:a16="http://schemas.microsoft.com/office/drawing/2014/main" id="{FCD656B5-4BBD-0C88-EDBE-BB6E7F47326E}"/>
                  </a:ext>
                </a:extLst>
              </p:cNvPr>
              <p:cNvPicPr>
                <a:picLocks noChangeAspect="1"/>
              </p:cNvPicPr>
              <p:nvPr/>
            </p:nvPicPr>
            <p:blipFill>
              <a:blip r:embed="rId4">
                <a:duotone>
                  <a:srgbClr val="765FFF"/>
                  <a:srgbClr val="FFFFFF"/>
                </a:duotone>
              </a:blip>
              <a:srcRect t="8566" b="19637"/>
              <a:stretch>
                <a:fillRect/>
              </a:stretch>
            </p:blipFill>
            <p:spPr>
              <a:xfrm>
                <a:off x="1151605" y="3466182"/>
                <a:ext cx="399833" cy="353578"/>
              </a:xfrm>
              <a:prstGeom prst="rect">
                <a:avLst/>
              </a:prstGeom>
            </p:spPr>
          </p:pic>
        </p:grpSp>
      </p:grpSp>
      <p:grpSp>
        <p:nvGrpSpPr>
          <p:cNvPr id="21" name="Group 20">
            <a:extLst>
              <a:ext uri="{FF2B5EF4-FFF2-40B4-BE49-F238E27FC236}">
                <a16:creationId xmlns:a16="http://schemas.microsoft.com/office/drawing/2014/main" id="{D7D932CD-045A-95BF-3A7E-4D3B420FB70A}"/>
              </a:ext>
            </a:extLst>
          </p:cNvPr>
          <p:cNvGrpSpPr/>
          <p:nvPr/>
        </p:nvGrpSpPr>
        <p:grpSpPr>
          <a:xfrm>
            <a:off x="1134996" y="3964508"/>
            <a:ext cx="2576759" cy="442501"/>
            <a:chOff x="1142147" y="4212502"/>
            <a:chExt cx="2576759" cy="442501"/>
          </a:xfrm>
        </p:grpSpPr>
        <p:grpSp>
          <p:nvGrpSpPr>
            <p:cNvPr id="22" name="Group 21">
              <a:extLst>
                <a:ext uri="{FF2B5EF4-FFF2-40B4-BE49-F238E27FC236}">
                  <a16:creationId xmlns:a16="http://schemas.microsoft.com/office/drawing/2014/main" id="{BE69BED7-E25E-DB97-6737-AC167A5AA068}"/>
                </a:ext>
              </a:extLst>
            </p:cNvPr>
            <p:cNvGrpSpPr/>
            <p:nvPr/>
          </p:nvGrpSpPr>
          <p:grpSpPr>
            <a:xfrm>
              <a:off x="1142147" y="4214349"/>
              <a:ext cx="2576759" cy="433051"/>
              <a:chOff x="1142147" y="4357811"/>
              <a:chExt cx="2576759" cy="433051"/>
            </a:xfrm>
          </p:grpSpPr>
          <p:sp>
            <p:nvSpPr>
              <p:cNvPr id="24" name="TextBox 23">
                <a:extLst>
                  <a:ext uri="{FF2B5EF4-FFF2-40B4-BE49-F238E27FC236}">
                    <a16:creationId xmlns:a16="http://schemas.microsoft.com/office/drawing/2014/main" id="{1EE12739-57D6-A744-3B33-5D73DED45AF9}"/>
                  </a:ext>
                </a:extLst>
              </p:cNvPr>
              <p:cNvSpPr txBox="1"/>
              <p:nvPr/>
            </p:nvSpPr>
            <p:spPr>
              <a:xfrm>
                <a:off x="1678472" y="4421639"/>
                <a:ext cx="2040434"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Mergers &amp; Acquisitions</a:t>
                </a:r>
                <a:endParaRPr kumimoji="0" lang="en-AE"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Oval 24">
                <a:extLst>
                  <a:ext uri="{FF2B5EF4-FFF2-40B4-BE49-F238E27FC236}">
                    <a16:creationId xmlns:a16="http://schemas.microsoft.com/office/drawing/2014/main" id="{9C77FC2E-DCB7-BBED-21A2-69CB3FA88106}"/>
                  </a:ext>
                </a:extLst>
              </p:cNvPr>
              <p:cNvSpPr/>
              <p:nvPr/>
            </p:nvSpPr>
            <p:spPr>
              <a:xfrm>
                <a:off x="1142147" y="4357811"/>
                <a:ext cx="433051" cy="433051"/>
              </a:xfrm>
              <a:prstGeom prst="ellipse">
                <a:avLst/>
              </a:prstGeom>
              <a:solidFill>
                <a:srgbClr val="F2F2F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7">
              <a:extLst>
                <a:ext uri="{FF2B5EF4-FFF2-40B4-BE49-F238E27FC236}">
                  <a16:creationId xmlns:a16="http://schemas.microsoft.com/office/drawing/2014/main" id="{FCC0C645-F39C-D02E-7AFE-25E858C79027}"/>
                </a:ext>
              </a:extLst>
            </p:cNvPr>
            <p:cNvPicPr>
              <a:picLocks noChangeAspect="1"/>
            </p:cNvPicPr>
            <p:nvPr/>
          </p:nvPicPr>
          <p:blipFill>
            <a:blip r:embed="rId5">
              <a:duotone>
                <a:srgbClr val="765FFF"/>
                <a:srgbClr val="FFFFFF"/>
              </a:duotone>
            </a:blip>
            <a:stretch>
              <a:fillRect/>
            </a:stretch>
          </p:blipFill>
          <p:spPr>
            <a:xfrm>
              <a:off x="1174883" y="4212502"/>
              <a:ext cx="356856" cy="442501"/>
            </a:xfrm>
            <a:prstGeom prst="rect">
              <a:avLst/>
            </a:prstGeom>
          </p:spPr>
        </p:pic>
      </p:grpSp>
      <p:grpSp>
        <p:nvGrpSpPr>
          <p:cNvPr id="26" name="Group 25">
            <a:extLst>
              <a:ext uri="{FF2B5EF4-FFF2-40B4-BE49-F238E27FC236}">
                <a16:creationId xmlns:a16="http://schemas.microsoft.com/office/drawing/2014/main" id="{B6C9C995-59CF-9D8D-4180-FC191824EA28}"/>
              </a:ext>
            </a:extLst>
          </p:cNvPr>
          <p:cNvGrpSpPr/>
          <p:nvPr/>
        </p:nvGrpSpPr>
        <p:grpSpPr>
          <a:xfrm>
            <a:off x="8872930" y="2859786"/>
            <a:ext cx="2297240" cy="433050"/>
            <a:chOff x="8872930" y="2447143"/>
            <a:chExt cx="2297240" cy="433050"/>
          </a:xfrm>
        </p:grpSpPr>
        <p:grpSp>
          <p:nvGrpSpPr>
            <p:cNvPr id="27" name="Group 26">
              <a:extLst>
                <a:ext uri="{FF2B5EF4-FFF2-40B4-BE49-F238E27FC236}">
                  <a16:creationId xmlns:a16="http://schemas.microsoft.com/office/drawing/2014/main" id="{F40A089D-91CE-FA83-65CC-78D9D2996539}"/>
                </a:ext>
              </a:extLst>
            </p:cNvPr>
            <p:cNvGrpSpPr/>
            <p:nvPr/>
          </p:nvGrpSpPr>
          <p:grpSpPr>
            <a:xfrm>
              <a:off x="8872930" y="2447143"/>
              <a:ext cx="2297240" cy="433050"/>
              <a:chOff x="8872930" y="2456753"/>
              <a:chExt cx="2297240" cy="433050"/>
            </a:xfrm>
          </p:grpSpPr>
          <p:sp>
            <p:nvSpPr>
              <p:cNvPr id="29" name="TextBox 28">
                <a:extLst>
                  <a:ext uri="{FF2B5EF4-FFF2-40B4-BE49-F238E27FC236}">
                    <a16:creationId xmlns:a16="http://schemas.microsoft.com/office/drawing/2014/main" id="{BE218B93-6D92-13B8-23DE-98B67125DDFB}"/>
                  </a:ext>
                </a:extLst>
              </p:cNvPr>
              <p:cNvSpPr txBox="1"/>
              <p:nvPr/>
            </p:nvSpPr>
            <p:spPr>
              <a:xfrm>
                <a:off x="9414146" y="2501801"/>
                <a:ext cx="1756024"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AE" sz="1400" b="0" i="0" u="none" strike="noStrike" kern="1200" cap="none" spc="-10" normalizeH="0" baseline="0" noProof="0">
                    <a:ln>
                      <a:noFill/>
                    </a:ln>
                    <a:solidFill>
                      <a:srgbClr val="1D1D1D"/>
                    </a:solidFill>
                    <a:effectLst/>
                    <a:uLnTx/>
                    <a:uFillTx/>
                    <a:ea typeface="Helvetica Neue" panose="02000503000000020004" pitchFamily="2" charset="0"/>
                  </a:rPr>
                  <a:t>Clarity &amp; Alignment</a:t>
                </a:r>
              </a:p>
            </p:txBody>
          </p:sp>
          <p:sp>
            <p:nvSpPr>
              <p:cNvPr id="30" name="Oval 29">
                <a:extLst>
                  <a:ext uri="{FF2B5EF4-FFF2-40B4-BE49-F238E27FC236}">
                    <a16:creationId xmlns:a16="http://schemas.microsoft.com/office/drawing/2014/main" id="{738B0435-30D6-3D00-260C-9144C9A21A5A}"/>
                  </a:ext>
                </a:extLst>
              </p:cNvPr>
              <p:cNvSpPr/>
              <p:nvPr/>
            </p:nvSpPr>
            <p:spPr>
              <a:xfrm>
                <a:off x="8872930" y="2456753"/>
                <a:ext cx="433051" cy="433050"/>
              </a:xfrm>
              <a:prstGeom prst="ellipse">
                <a:avLst/>
              </a:prstGeom>
              <a:solidFill>
                <a:srgbClr val="F2F2F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10" normalizeH="0" baseline="0" noProof="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grpSp>
        <p:pic>
          <p:nvPicPr>
            <p:cNvPr id="28" name="Graphic 32">
              <a:extLst>
                <a:ext uri="{FF2B5EF4-FFF2-40B4-BE49-F238E27FC236}">
                  <a16:creationId xmlns:a16="http://schemas.microsoft.com/office/drawing/2014/main" id="{417FB2ED-7AE6-CE8B-EBA9-03218785EB20}"/>
                </a:ext>
              </a:extLst>
            </p:cNvPr>
            <p:cNvPicPr>
              <a:picLocks noChangeAspect="1"/>
            </p:cNvPicPr>
            <p:nvPr/>
          </p:nvPicPr>
          <p:blipFill>
            <a:blip r:embed="rId6">
              <a:duotone>
                <a:srgbClr val="765FFF"/>
                <a:srgbClr val="FFFFFF"/>
              </a:duotone>
            </a:blip>
            <a:srcRect t="23089" b="31347"/>
            <a:stretch>
              <a:fillRect/>
            </a:stretch>
          </p:blipFill>
          <p:spPr>
            <a:xfrm>
              <a:off x="8909387" y="2555023"/>
              <a:ext cx="380634" cy="212936"/>
            </a:xfrm>
            <a:prstGeom prst="rect">
              <a:avLst/>
            </a:prstGeom>
          </p:spPr>
        </p:pic>
      </p:grpSp>
      <p:grpSp>
        <p:nvGrpSpPr>
          <p:cNvPr id="31" name="Group 30">
            <a:extLst>
              <a:ext uri="{FF2B5EF4-FFF2-40B4-BE49-F238E27FC236}">
                <a16:creationId xmlns:a16="http://schemas.microsoft.com/office/drawing/2014/main" id="{67C06174-C5C7-7D8C-04BA-C66B57E33604}"/>
              </a:ext>
            </a:extLst>
          </p:cNvPr>
          <p:cNvGrpSpPr/>
          <p:nvPr/>
        </p:nvGrpSpPr>
        <p:grpSpPr>
          <a:xfrm>
            <a:off x="8872930" y="3412147"/>
            <a:ext cx="1463263" cy="433050"/>
            <a:chOff x="8872930" y="3409581"/>
            <a:chExt cx="1463263" cy="433050"/>
          </a:xfrm>
        </p:grpSpPr>
        <p:grpSp>
          <p:nvGrpSpPr>
            <p:cNvPr id="32" name="Group 31">
              <a:extLst>
                <a:ext uri="{FF2B5EF4-FFF2-40B4-BE49-F238E27FC236}">
                  <a16:creationId xmlns:a16="http://schemas.microsoft.com/office/drawing/2014/main" id="{0E243AAD-1B1B-DCA4-0CA0-4B8592BE24DE}"/>
                </a:ext>
              </a:extLst>
            </p:cNvPr>
            <p:cNvGrpSpPr/>
            <p:nvPr/>
          </p:nvGrpSpPr>
          <p:grpSpPr>
            <a:xfrm>
              <a:off x="8872930" y="3409581"/>
              <a:ext cx="1463263" cy="433050"/>
              <a:chOff x="8872930" y="3401303"/>
              <a:chExt cx="1463263" cy="433050"/>
            </a:xfrm>
          </p:grpSpPr>
          <p:sp>
            <p:nvSpPr>
              <p:cNvPr id="34" name="TextBox 33">
                <a:extLst>
                  <a:ext uri="{FF2B5EF4-FFF2-40B4-BE49-F238E27FC236}">
                    <a16:creationId xmlns:a16="http://schemas.microsoft.com/office/drawing/2014/main" id="{D682D97E-6CB9-1845-F70A-396B56FDAF27}"/>
                  </a:ext>
                </a:extLst>
              </p:cNvPr>
              <p:cNvSpPr txBox="1"/>
              <p:nvPr/>
            </p:nvSpPr>
            <p:spPr>
              <a:xfrm>
                <a:off x="9414146" y="3479875"/>
                <a:ext cx="922047" cy="307777"/>
              </a:xfrm>
              <a:prstGeom prst="rect">
                <a:avLst/>
              </a:prstGeom>
              <a:noFill/>
            </p:spPr>
            <p:txBody>
              <a:bodyPr wrap="non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AE" sz="1400" b="0" i="0" u="none" strike="noStrike" kern="1200" cap="none" spc="-10" normalizeH="0" baseline="0" noProof="0">
                    <a:ln>
                      <a:noFill/>
                    </a:ln>
                    <a:solidFill>
                      <a:srgbClr val="1D1D1D"/>
                    </a:solidFill>
                    <a:effectLst/>
                    <a:uLnTx/>
                    <a:uFillTx/>
                    <a:ea typeface="Helvetica Neue" panose="02000503000000020004" pitchFamily="2" charset="0"/>
                  </a:rPr>
                  <a:t>Precision</a:t>
                </a:r>
              </a:p>
            </p:txBody>
          </p:sp>
          <p:sp>
            <p:nvSpPr>
              <p:cNvPr id="35" name="Oval 34">
                <a:extLst>
                  <a:ext uri="{FF2B5EF4-FFF2-40B4-BE49-F238E27FC236}">
                    <a16:creationId xmlns:a16="http://schemas.microsoft.com/office/drawing/2014/main" id="{4D29F192-BDF6-C601-433F-41E5FA5FC738}"/>
                  </a:ext>
                </a:extLst>
              </p:cNvPr>
              <p:cNvSpPr/>
              <p:nvPr/>
            </p:nvSpPr>
            <p:spPr>
              <a:xfrm>
                <a:off x="8872930" y="3401303"/>
                <a:ext cx="433050" cy="433050"/>
              </a:xfrm>
              <a:prstGeom prst="ellipse">
                <a:avLst/>
              </a:prstGeom>
              <a:solidFill>
                <a:srgbClr val="F2F2F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10" normalizeH="0" baseline="0" noProof="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grpSp>
        <p:pic>
          <p:nvPicPr>
            <p:cNvPr id="33" name="Graphic 37">
              <a:extLst>
                <a:ext uri="{FF2B5EF4-FFF2-40B4-BE49-F238E27FC236}">
                  <a16:creationId xmlns:a16="http://schemas.microsoft.com/office/drawing/2014/main" id="{8D05C23B-8296-4C86-4F30-29D269DA0AF8}"/>
                </a:ext>
              </a:extLst>
            </p:cNvPr>
            <p:cNvPicPr>
              <a:picLocks noChangeAspect="1"/>
            </p:cNvPicPr>
            <p:nvPr/>
          </p:nvPicPr>
          <p:blipFill>
            <a:blip r:embed="rId7">
              <a:duotone>
                <a:srgbClr val="765FFF"/>
                <a:srgbClr val="FFFFFF"/>
              </a:duotone>
            </a:blip>
            <a:srcRect b="17960"/>
            <a:stretch>
              <a:fillRect/>
            </a:stretch>
          </p:blipFill>
          <p:spPr>
            <a:xfrm>
              <a:off x="8950825" y="3465860"/>
              <a:ext cx="305574" cy="310857"/>
            </a:xfrm>
            <a:prstGeom prst="rect">
              <a:avLst/>
            </a:prstGeom>
          </p:spPr>
        </p:pic>
      </p:grpSp>
      <p:grpSp>
        <p:nvGrpSpPr>
          <p:cNvPr id="36" name="Group 35">
            <a:extLst>
              <a:ext uri="{FF2B5EF4-FFF2-40B4-BE49-F238E27FC236}">
                <a16:creationId xmlns:a16="http://schemas.microsoft.com/office/drawing/2014/main" id="{28BF98EC-AAAD-391B-2C26-8B389A4AA058}"/>
              </a:ext>
            </a:extLst>
          </p:cNvPr>
          <p:cNvGrpSpPr/>
          <p:nvPr/>
        </p:nvGrpSpPr>
        <p:grpSpPr>
          <a:xfrm>
            <a:off x="8872930" y="3964508"/>
            <a:ext cx="2297240" cy="433051"/>
            <a:chOff x="8872930" y="4368389"/>
            <a:chExt cx="2297240" cy="433051"/>
          </a:xfrm>
        </p:grpSpPr>
        <p:grpSp>
          <p:nvGrpSpPr>
            <p:cNvPr id="37" name="Group 36">
              <a:extLst>
                <a:ext uri="{FF2B5EF4-FFF2-40B4-BE49-F238E27FC236}">
                  <a16:creationId xmlns:a16="http://schemas.microsoft.com/office/drawing/2014/main" id="{B7025BEF-0F6E-03ED-EA4E-7CA4ACF8689D}"/>
                </a:ext>
              </a:extLst>
            </p:cNvPr>
            <p:cNvGrpSpPr/>
            <p:nvPr/>
          </p:nvGrpSpPr>
          <p:grpSpPr>
            <a:xfrm>
              <a:off x="8872930" y="4368389"/>
              <a:ext cx="2297240" cy="433051"/>
              <a:chOff x="8872930" y="4378966"/>
              <a:chExt cx="2297240" cy="433051"/>
            </a:xfrm>
          </p:grpSpPr>
          <p:sp>
            <p:nvSpPr>
              <p:cNvPr id="39" name="TextBox 38">
                <a:extLst>
                  <a:ext uri="{FF2B5EF4-FFF2-40B4-BE49-F238E27FC236}">
                    <a16:creationId xmlns:a16="http://schemas.microsoft.com/office/drawing/2014/main" id="{83EAAF15-9F29-A3FB-82FC-F5FAA7803E2F}"/>
                  </a:ext>
                </a:extLst>
              </p:cNvPr>
              <p:cNvSpPr txBox="1"/>
              <p:nvPr/>
            </p:nvSpPr>
            <p:spPr>
              <a:xfrm>
                <a:off x="9414146" y="4441603"/>
                <a:ext cx="1756024"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AE" sz="1400" b="0" i="0" u="none" strike="noStrike" kern="1200" cap="none" spc="-10" normalizeH="0" baseline="0" noProof="0">
                    <a:ln>
                      <a:noFill/>
                    </a:ln>
                    <a:solidFill>
                      <a:srgbClr val="1D1D1D"/>
                    </a:solidFill>
                    <a:effectLst/>
                    <a:uLnTx/>
                    <a:uFillTx/>
                    <a:ea typeface="Helvetica Neue" panose="02000503000000020004" pitchFamily="2" charset="0"/>
                  </a:rPr>
                  <a:t>Risk Mitigation</a:t>
                </a:r>
              </a:p>
            </p:txBody>
          </p:sp>
          <p:sp>
            <p:nvSpPr>
              <p:cNvPr id="40" name="Oval 39">
                <a:extLst>
                  <a:ext uri="{FF2B5EF4-FFF2-40B4-BE49-F238E27FC236}">
                    <a16:creationId xmlns:a16="http://schemas.microsoft.com/office/drawing/2014/main" id="{EC3FF159-BD07-A7E4-5B94-DBDBB6C3B0F9}"/>
                  </a:ext>
                </a:extLst>
              </p:cNvPr>
              <p:cNvSpPr/>
              <p:nvPr/>
            </p:nvSpPr>
            <p:spPr>
              <a:xfrm>
                <a:off x="8872930" y="4378966"/>
                <a:ext cx="433051" cy="433051"/>
              </a:xfrm>
              <a:prstGeom prst="ellipse">
                <a:avLst/>
              </a:prstGeom>
              <a:solidFill>
                <a:srgbClr val="F2F2F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10" normalizeH="0" baseline="0" noProof="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grpSp>
        <p:pic>
          <p:nvPicPr>
            <p:cNvPr id="38" name="Graphic 42">
              <a:extLst>
                <a:ext uri="{FF2B5EF4-FFF2-40B4-BE49-F238E27FC236}">
                  <a16:creationId xmlns:a16="http://schemas.microsoft.com/office/drawing/2014/main" id="{DED65429-10CF-D8EE-8961-063BA991936D}"/>
                </a:ext>
              </a:extLst>
            </p:cNvPr>
            <p:cNvPicPr>
              <a:picLocks noChangeAspect="1"/>
            </p:cNvPicPr>
            <p:nvPr/>
          </p:nvPicPr>
          <p:blipFill>
            <a:blip r:embed="rId8">
              <a:duotone>
                <a:srgbClr val="765FFF"/>
                <a:srgbClr val="FFFFFF"/>
              </a:duotone>
            </a:blip>
            <a:srcRect b="40441"/>
            <a:stretch>
              <a:fillRect/>
            </a:stretch>
          </p:blipFill>
          <p:spPr>
            <a:xfrm>
              <a:off x="8935973" y="4461822"/>
              <a:ext cx="306964" cy="225186"/>
            </a:xfrm>
            <a:prstGeom prst="rect">
              <a:avLst/>
            </a:prstGeom>
          </p:spPr>
        </p:pic>
      </p:grpSp>
      <p:sp>
        <p:nvSpPr>
          <p:cNvPr id="41" name="TextBox 40">
            <a:extLst>
              <a:ext uri="{FF2B5EF4-FFF2-40B4-BE49-F238E27FC236}">
                <a16:creationId xmlns:a16="http://schemas.microsoft.com/office/drawing/2014/main" id="{3562311D-E6B3-0083-D9BD-C0C4650D0479}"/>
              </a:ext>
            </a:extLst>
          </p:cNvPr>
          <p:cNvSpPr txBox="1"/>
          <p:nvPr/>
        </p:nvSpPr>
        <p:spPr>
          <a:xfrm>
            <a:off x="7225008" y="2467106"/>
            <a:ext cx="1070294" cy="584775"/>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E" sz="1600"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Talent </a:t>
            </a:r>
            <a:r>
              <a:rPr kumimoji="0" lang="en-US" sz="1600"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t</a:t>
            </a:r>
            <a:r>
              <a:rPr kumimoji="0" lang="en-AE" sz="1600"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E" sz="1600"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Value</a:t>
            </a:r>
          </a:p>
        </p:txBody>
      </p:sp>
      <p:sp>
        <p:nvSpPr>
          <p:cNvPr id="42" name="TextBox 41">
            <a:extLst>
              <a:ext uri="{FF2B5EF4-FFF2-40B4-BE49-F238E27FC236}">
                <a16:creationId xmlns:a16="http://schemas.microsoft.com/office/drawing/2014/main" id="{1762A758-47D3-3324-A612-342421E2185E}"/>
              </a:ext>
            </a:extLst>
          </p:cNvPr>
          <p:cNvSpPr txBox="1"/>
          <p:nvPr/>
        </p:nvSpPr>
        <p:spPr>
          <a:xfrm>
            <a:off x="3720375" y="3393720"/>
            <a:ext cx="1593385" cy="584775"/>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E"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Organizational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E"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Drag</a:t>
            </a:r>
          </a:p>
        </p:txBody>
      </p:sp>
      <p:pic>
        <p:nvPicPr>
          <p:cNvPr id="43" name="Picture 42">
            <a:extLst>
              <a:ext uri="{FF2B5EF4-FFF2-40B4-BE49-F238E27FC236}">
                <a16:creationId xmlns:a16="http://schemas.microsoft.com/office/drawing/2014/main" id="{AFAE2135-C8E1-DB16-8EAD-FB4451C87127}"/>
              </a:ext>
            </a:extLst>
          </p:cNvPr>
          <p:cNvPicPr>
            <a:picLocks noChangeAspect="1"/>
          </p:cNvPicPr>
          <p:nvPr/>
        </p:nvPicPr>
        <p:blipFill>
          <a:blip r:embed="rId9">
            <a:duotone>
              <a:srgbClr val="765FFF"/>
              <a:srgbClr val="FFFFFF"/>
            </a:duotone>
          </a:blip>
          <a:stretch>
            <a:fillRect/>
          </a:stretch>
        </p:blipFill>
        <p:spPr>
          <a:xfrm rot="740210">
            <a:off x="7402858" y="3101855"/>
            <a:ext cx="331555" cy="388268"/>
          </a:xfrm>
          <a:prstGeom prst="rect">
            <a:avLst/>
          </a:prstGeom>
        </p:spPr>
      </p:pic>
      <p:grpSp>
        <p:nvGrpSpPr>
          <p:cNvPr id="44" name="Group 43">
            <a:extLst>
              <a:ext uri="{FF2B5EF4-FFF2-40B4-BE49-F238E27FC236}">
                <a16:creationId xmlns:a16="http://schemas.microsoft.com/office/drawing/2014/main" id="{8F0E6E80-24B2-1400-87AB-C4511170A3CA}"/>
              </a:ext>
            </a:extLst>
          </p:cNvPr>
          <p:cNvGrpSpPr/>
          <p:nvPr/>
        </p:nvGrpSpPr>
        <p:grpSpPr>
          <a:xfrm>
            <a:off x="4029002" y="3989357"/>
            <a:ext cx="976131" cy="976131"/>
            <a:chOff x="4263603" y="3293097"/>
            <a:chExt cx="707499" cy="707499"/>
          </a:xfrm>
        </p:grpSpPr>
        <p:sp>
          <p:nvSpPr>
            <p:cNvPr id="45" name="Oval 44">
              <a:extLst>
                <a:ext uri="{FF2B5EF4-FFF2-40B4-BE49-F238E27FC236}">
                  <a16:creationId xmlns:a16="http://schemas.microsoft.com/office/drawing/2014/main" id="{CF7AB8D0-9A1F-84C9-BF28-8123FE44494F}"/>
                </a:ext>
              </a:extLst>
            </p:cNvPr>
            <p:cNvSpPr/>
            <p:nvPr/>
          </p:nvSpPr>
          <p:spPr>
            <a:xfrm>
              <a:off x="4263603" y="3293097"/>
              <a:ext cx="707499" cy="707499"/>
            </a:xfrm>
            <a:prstGeom prst="ellipse">
              <a:avLst/>
            </a:prstGeom>
            <a:solidFill>
              <a:srgbClr val="7A828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pic>
          <p:nvPicPr>
            <p:cNvPr id="46" name="Graphic 66">
              <a:extLst>
                <a:ext uri="{FF2B5EF4-FFF2-40B4-BE49-F238E27FC236}">
                  <a16:creationId xmlns:a16="http://schemas.microsoft.com/office/drawing/2014/main" id="{F0EA25A8-EE89-EE07-F20C-CFF8F074CD96}"/>
                </a:ext>
              </a:extLst>
            </p:cNvPr>
            <p:cNvPicPr>
              <a:picLocks noChangeAspect="1"/>
            </p:cNvPicPr>
            <p:nvPr/>
          </p:nvPicPr>
          <p:blipFill>
            <a:blip r:embed="rId10">
              <a:duotone>
                <a:srgbClr val="765FFF"/>
                <a:srgbClr val="FFFFFF"/>
              </a:duotone>
            </a:blip>
            <a:srcRect t="11454" b="20607"/>
            <a:stretch>
              <a:fillRect/>
            </a:stretch>
          </p:blipFill>
          <p:spPr>
            <a:xfrm>
              <a:off x="4277794" y="3377641"/>
              <a:ext cx="660626" cy="552816"/>
            </a:xfrm>
            <a:prstGeom prst="rect">
              <a:avLst/>
            </a:prstGeom>
          </p:spPr>
        </p:pic>
      </p:grpSp>
      <p:pic>
        <p:nvPicPr>
          <p:cNvPr id="47" name="Picture 46">
            <a:extLst>
              <a:ext uri="{FF2B5EF4-FFF2-40B4-BE49-F238E27FC236}">
                <a16:creationId xmlns:a16="http://schemas.microsoft.com/office/drawing/2014/main" id="{F2878B5F-81B3-830E-F033-5F6BD93045DF}"/>
              </a:ext>
            </a:extLst>
          </p:cNvPr>
          <p:cNvPicPr>
            <a:picLocks noChangeAspect="1"/>
          </p:cNvPicPr>
          <p:nvPr/>
        </p:nvPicPr>
        <p:blipFill>
          <a:blip r:embed="rId9">
            <a:alphaModFix/>
            <a:duotone>
              <a:srgbClr val="765FFF"/>
              <a:srgbClr val="FFFFFF"/>
            </a:duotone>
          </a:blip>
          <a:stretch>
            <a:fillRect/>
          </a:stretch>
        </p:blipFill>
        <p:spPr>
          <a:xfrm rot="740210">
            <a:off x="7655743" y="3075431"/>
            <a:ext cx="331555" cy="388268"/>
          </a:xfrm>
          <a:prstGeom prst="rect">
            <a:avLst/>
          </a:prstGeom>
        </p:spPr>
      </p:pic>
      <p:pic>
        <p:nvPicPr>
          <p:cNvPr id="48" name="Picture 47">
            <a:extLst>
              <a:ext uri="{FF2B5EF4-FFF2-40B4-BE49-F238E27FC236}">
                <a16:creationId xmlns:a16="http://schemas.microsoft.com/office/drawing/2014/main" id="{32AFBEED-1CF8-827E-F8B9-2D0EB6F2B61B}"/>
              </a:ext>
            </a:extLst>
          </p:cNvPr>
          <p:cNvPicPr>
            <a:picLocks noChangeAspect="1"/>
          </p:cNvPicPr>
          <p:nvPr/>
        </p:nvPicPr>
        <p:blipFill>
          <a:blip r:embed="rId9">
            <a:alphaModFix/>
            <a:duotone>
              <a:srgbClr val="765FFF"/>
              <a:srgbClr val="FFFFFF"/>
            </a:duotone>
          </a:blip>
          <a:stretch>
            <a:fillRect/>
          </a:stretch>
        </p:blipFill>
        <p:spPr>
          <a:xfrm rot="740210">
            <a:off x="7897532" y="3054464"/>
            <a:ext cx="331555" cy="388268"/>
          </a:xfrm>
          <a:prstGeom prst="rect">
            <a:avLst/>
          </a:prstGeom>
        </p:spPr>
      </p:pic>
      <p:sp>
        <p:nvSpPr>
          <p:cNvPr id="50" name="Text Placeholder 5">
            <a:extLst>
              <a:ext uri="{FF2B5EF4-FFF2-40B4-BE49-F238E27FC236}">
                <a16:creationId xmlns:a16="http://schemas.microsoft.com/office/drawing/2014/main" id="{EB139AEB-B6FE-8B83-9D28-597AEEA05827}"/>
              </a:ext>
            </a:extLst>
          </p:cNvPr>
          <p:cNvSpPr txBox="1">
            <a:spLocks/>
          </p:cNvSpPr>
          <p:nvPr/>
        </p:nvSpPr>
        <p:spPr>
          <a:xfrm>
            <a:off x="572400" y="826441"/>
            <a:ext cx="11338560" cy="343702"/>
          </a:xfrm>
          <a:prstGeom prst="rect">
            <a:avLst/>
          </a:prstGeom>
        </p:spPr>
        <p:txBody>
          <a:bodyPr/>
          <a:lstStyle>
            <a:lvl1pPr marL="228600" indent="-228600" algn="l" defTabSz="914400" rtl="0" eaLnBrk="1" latinLnBrk="0" hangingPunct="1">
              <a:lnSpc>
                <a:spcPct val="90000"/>
              </a:lnSpc>
              <a:spcBef>
                <a:spcPts val="1000"/>
              </a:spcBef>
              <a:buFont typeface="Arial" panose="020B0706020202030204" pitchFamily="34" charset="0"/>
              <a:buNone/>
              <a:defRPr lang="en-US" sz="2000" b="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fontAlgn="auto">
              <a:spcAft>
                <a:spcPts val="0"/>
              </a:spcAft>
            </a:pPr>
            <a:endParaRPr lang="en-US" spc="-10" dirty="0">
              <a:latin typeface="Segoe UI" pitchFamily="34" charset="0"/>
            </a:endParaRPr>
          </a:p>
        </p:txBody>
      </p:sp>
    </p:spTree>
    <p:extLst>
      <p:ext uri="{BB962C8B-B14F-4D97-AF65-F5344CB8AC3E}">
        <p14:creationId xmlns:p14="http://schemas.microsoft.com/office/powerpoint/2010/main" val="1158862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4FA321-13E5-39F2-C325-3F407FE93037}"/>
              </a:ext>
            </a:extLst>
          </p:cNvPr>
          <p:cNvSpPr>
            <a:spLocks noGrp="1"/>
          </p:cNvSpPr>
          <p:nvPr>
            <p:ph type="sldNum" sz="quarter" idx="4"/>
          </p:nvPr>
        </p:nvSpPr>
        <p:spPr/>
        <p:txBody>
          <a:bodyPr/>
          <a:lstStyle/>
          <a:p>
            <a:pPr algn="ctr"/>
            <a:fld id="{7DA59B58-B945-4B36-BC6B-9C26C933A008}" type="slidenum">
              <a:rPr lang="en-US" smtClean="0"/>
              <a:t>6</a:t>
            </a:fld>
            <a:endParaRPr lang="en-US"/>
          </a:p>
        </p:txBody>
      </p:sp>
      <p:sp>
        <p:nvSpPr>
          <p:cNvPr id="33" name="Title 32">
            <a:extLst>
              <a:ext uri="{FF2B5EF4-FFF2-40B4-BE49-F238E27FC236}">
                <a16:creationId xmlns:a16="http://schemas.microsoft.com/office/drawing/2014/main" id="{8358F4E9-5E5A-AAFC-C94F-2A0CB514815C}"/>
              </a:ext>
            </a:extLst>
          </p:cNvPr>
          <p:cNvSpPr>
            <a:spLocks noGrp="1"/>
          </p:cNvSpPr>
          <p:nvPr>
            <p:ph type="title"/>
          </p:nvPr>
        </p:nvSpPr>
        <p:spPr/>
        <p:txBody>
          <a:bodyPr/>
          <a:lstStyle/>
          <a:p>
            <a:r>
              <a:rPr lang="en-US" spc="-25" dirty="0">
                <a:solidFill>
                  <a:schemeClr val="accent1"/>
                </a:solidFill>
                <a:sym typeface="Helvetica Neue Light"/>
              </a:rPr>
              <a:t>Talent to Value </a:t>
            </a:r>
            <a:r>
              <a:rPr lang="en-US" spc="-25" dirty="0">
                <a:sym typeface="Helvetica Neue Light"/>
              </a:rPr>
              <a:t>Helps Answer</a:t>
            </a:r>
            <a:endParaRPr lang="en-US" dirty="0"/>
          </a:p>
        </p:txBody>
      </p:sp>
      <p:sp>
        <p:nvSpPr>
          <p:cNvPr id="6" name="TextBox 5">
            <a:extLst>
              <a:ext uri="{FF2B5EF4-FFF2-40B4-BE49-F238E27FC236}">
                <a16:creationId xmlns:a16="http://schemas.microsoft.com/office/drawing/2014/main" id="{8EC4AA64-0267-9BE3-B0FF-D7BBD7CDF91F}"/>
              </a:ext>
            </a:extLst>
          </p:cNvPr>
          <p:cNvSpPr txBox="1"/>
          <p:nvPr/>
        </p:nvSpPr>
        <p:spPr>
          <a:xfrm>
            <a:off x="516935" y="1656251"/>
            <a:ext cx="2072639"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Where is the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dirty="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money? </a:t>
            </a:r>
          </a:p>
        </p:txBody>
      </p:sp>
      <p:sp>
        <p:nvSpPr>
          <p:cNvPr id="7" name="TextBox 6">
            <a:extLst>
              <a:ext uri="{FF2B5EF4-FFF2-40B4-BE49-F238E27FC236}">
                <a16:creationId xmlns:a16="http://schemas.microsoft.com/office/drawing/2014/main" id="{6A78CF30-25B4-3DD8-64A3-D26FBA2576C4}"/>
              </a:ext>
            </a:extLst>
          </p:cNvPr>
          <p:cNvSpPr txBox="1"/>
          <p:nvPr/>
        </p:nvSpPr>
        <p:spPr>
          <a:xfrm>
            <a:off x="2864689"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How do I want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to</a:t>
            </a:r>
            <a:r>
              <a:rPr kumimoji="0" lang="en-US" sz="1600" b="1" i="0" u="none" strike="noStrike" kern="1200" cap="none" spc="-10" normalizeH="0" baseline="0" noProof="0" dirty="0">
                <a:ln>
                  <a:noFill/>
                </a:ln>
                <a:solidFill>
                  <a:srgbClr val="3B3B3B"/>
                </a:solidFill>
                <a:effectLst/>
                <a:uLnTx/>
                <a:uFillTx/>
                <a:latin typeface="Segoe UI" pitchFamily="34" charset="0"/>
                <a:ea typeface="Helvetica Neue" panose="02000503000000020004" pitchFamily="2" charset="0"/>
                <a:cs typeface="Helvetica Neue" panose="02000503000000020004" pitchFamily="2" charset="0"/>
              </a:rPr>
              <a:t> </a:t>
            </a:r>
            <a:r>
              <a:rPr kumimoji="0" lang="en-US" sz="1600" b="1" i="0" u="none" strike="noStrike" kern="1200" cap="none" spc="-10" normalizeH="0" baseline="0" noProof="0" dirty="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run the place? </a:t>
            </a:r>
          </a:p>
        </p:txBody>
      </p:sp>
      <p:sp>
        <p:nvSpPr>
          <p:cNvPr id="8" name="TextBox 7">
            <a:extLst>
              <a:ext uri="{FF2B5EF4-FFF2-40B4-BE49-F238E27FC236}">
                <a16:creationId xmlns:a16="http://schemas.microsoft.com/office/drawing/2014/main" id="{1EE12DDE-CBDA-18ED-D508-337E311272B0}"/>
              </a:ext>
            </a:extLst>
          </p:cNvPr>
          <p:cNvSpPr txBox="1"/>
          <p:nvPr/>
        </p:nvSpPr>
        <p:spPr>
          <a:xfrm>
            <a:off x="7560201"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Do we have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enough talent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at our critical roles?</a:t>
            </a:r>
          </a:p>
        </p:txBody>
      </p:sp>
      <p:sp>
        <p:nvSpPr>
          <p:cNvPr id="9" name="TextBox 8">
            <a:extLst>
              <a:ext uri="{FF2B5EF4-FFF2-40B4-BE49-F238E27FC236}">
                <a16:creationId xmlns:a16="http://schemas.microsoft.com/office/drawing/2014/main" id="{CFA2421F-5081-77DC-3597-5E8036736EC7}"/>
              </a:ext>
            </a:extLst>
          </p:cNvPr>
          <p:cNvSpPr txBox="1"/>
          <p:nvPr/>
        </p:nvSpPr>
        <p:spPr>
          <a:xfrm>
            <a:off x="9907956"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Are we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 </a:t>
            </a:r>
            <a:r>
              <a:rPr kumimoji="0" lang="en-US" sz="1600"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enabling success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at our critical roles?</a:t>
            </a:r>
          </a:p>
        </p:txBody>
      </p:sp>
      <p:sp>
        <p:nvSpPr>
          <p:cNvPr id="10" name="Rectangle: Rounded Corners 35">
            <a:extLst>
              <a:ext uri="{FF2B5EF4-FFF2-40B4-BE49-F238E27FC236}">
                <a16:creationId xmlns:a16="http://schemas.microsoft.com/office/drawing/2014/main" id="{D3178195-F197-770D-E7AF-E47E5C74F917}"/>
              </a:ext>
            </a:extLst>
          </p:cNvPr>
          <p:cNvSpPr/>
          <p:nvPr/>
        </p:nvSpPr>
        <p:spPr>
          <a:xfrm>
            <a:off x="516936" y="2834342"/>
            <a:ext cx="2072640" cy="2166257"/>
          </a:xfrm>
          <a:prstGeom prst="roundRect">
            <a:avLst>
              <a:gd name="adj" fmla="val 11707"/>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1200" cap="none" spc="-10" normalizeH="0" baseline="0" noProof="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66DD630E-15D2-359C-7B75-046CCE9E443C}"/>
              </a:ext>
            </a:extLst>
          </p:cNvPr>
          <p:cNvSpPr txBox="1"/>
          <p:nvPr/>
        </p:nvSpPr>
        <p:spPr>
          <a:xfrm>
            <a:off x="638856" y="5064627"/>
            <a:ext cx="1828800" cy="498369"/>
          </a:xfrm>
          <a:prstGeom prst="roundRect">
            <a:avLst/>
          </a:prstGeom>
          <a:solidFill>
            <a:srgbClr val="7A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Value Agenda</a:t>
            </a:r>
          </a:p>
        </p:txBody>
      </p:sp>
      <p:sp>
        <p:nvSpPr>
          <p:cNvPr id="12" name="Rectangle: Rounded Corners 37">
            <a:extLst>
              <a:ext uri="{FF2B5EF4-FFF2-40B4-BE49-F238E27FC236}">
                <a16:creationId xmlns:a16="http://schemas.microsoft.com/office/drawing/2014/main" id="{E9F8E649-CDAF-95EC-9E21-22303CEC30B5}"/>
              </a:ext>
            </a:extLst>
          </p:cNvPr>
          <p:cNvSpPr/>
          <p:nvPr/>
        </p:nvSpPr>
        <p:spPr>
          <a:xfrm>
            <a:off x="7560200" y="2834341"/>
            <a:ext cx="2072640" cy="2166257"/>
          </a:xfrm>
          <a:prstGeom prst="roundRect">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1200" cap="none" spc="-10" normalizeH="0" baseline="0" noProof="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98670E51-B870-2FF6-7681-BC4A3698DDDF}"/>
              </a:ext>
            </a:extLst>
          </p:cNvPr>
          <p:cNvSpPr txBox="1"/>
          <p:nvPr/>
        </p:nvSpPr>
        <p:spPr>
          <a:xfrm>
            <a:off x="7682120" y="5064628"/>
            <a:ext cx="1828800" cy="498369"/>
          </a:xfrm>
          <a:prstGeom prst="roundRect">
            <a:avLst/>
          </a:prstGeom>
          <a:solidFill>
            <a:srgbClr val="7A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Talent Capital</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Balance Sheet</a:t>
            </a:r>
          </a:p>
        </p:txBody>
      </p:sp>
      <p:sp>
        <p:nvSpPr>
          <p:cNvPr id="14" name="Rectangle: Rounded Corners 39">
            <a:extLst>
              <a:ext uri="{FF2B5EF4-FFF2-40B4-BE49-F238E27FC236}">
                <a16:creationId xmlns:a16="http://schemas.microsoft.com/office/drawing/2014/main" id="{A24F907B-A27E-59F3-22CD-4F8B5E25EE58}"/>
              </a:ext>
            </a:extLst>
          </p:cNvPr>
          <p:cNvSpPr/>
          <p:nvPr/>
        </p:nvSpPr>
        <p:spPr>
          <a:xfrm>
            <a:off x="9907956" y="2834340"/>
            <a:ext cx="2072640" cy="2166257"/>
          </a:xfrm>
          <a:prstGeom prst="roundRect">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1200" cap="none" spc="-10" normalizeH="0" baseline="0" noProof="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TextBox 14">
            <a:extLst>
              <a:ext uri="{FF2B5EF4-FFF2-40B4-BE49-F238E27FC236}">
                <a16:creationId xmlns:a16="http://schemas.microsoft.com/office/drawing/2014/main" id="{B3A5EEFE-CE71-A863-C453-CF21D113D111}"/>
              </a:ext>
            </a:extLst>
          </p:cNvPr>
          <p:cNvSpPr txBox="1"/>
          <p:nvPr/>
        </p:nvSpPr>
        <p:spPr>
          <a:xfrm>
            <a:off x="10029876" y="5064627"/>
            <a:ext cx="1828800" cy="498369"/>
          </a:xfrm>
          <a:prstGeom prst="roundRect">
            <a:avLst/>
          </a:prstGeom>
          <a:solidFill>
            <a:srgbClr val="7A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Mobilize the Value</a:t>
            </a:r>
          </a:p>
        </p:txBody>
      </p:sp>
      <p:sp>
        <p:nvSpPr>
          <p:cNvPr id="16" name="TextBox 15">
            <a:extLst>
              <a:ext uri="{FF2B5EF4-FFF2-40B4-BE49-F238E27FC236}">
                <a16:creationId xmlns:a16="http://schemas.microsoft.com/office/drawing/2014/main" id="{A1479A02-83F6-2543-56E4-D563266B5CA7}"/>
              </a:ext>
            </a:extLst>
          </p:cNvPr>
          <p:cNvSpPr txBox="1"/>
          <p:nvPr/>
        </p:nvSpPr>
        <p:spPr>
          <a:xfrm>
            <a:off x="5212445"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Is my leadership </a:t>
            </a:r>
            <a:r>
              <a:rPr kumimoji="0" lang="en-US" sz="1600" b="1" i="0" u="none" strike="noStrike" kern="1200" cap="none" spc="-10" normalizeH="0" baseline="0" noProof="0" dirty="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team ready?</a:t>
            </a:r>
          </a:p>
        </p:txBody>
      </p:sp>
      <p:grpSp>
        <p:nvGrpSpPr>
          <p:cNvPr id="17" name="Group 16">
            <a:extLst>
              <a:ext uri="{FF2B5EF4-FFF2-40B4-BE49-F238E27FC236}">
                <a16:creationId xmlns:a16="http://schemas.microsoft.com/office/drawing/2014/main" id="{8AD87375-DD0B-3ED9-7ACE-BB4E39703D72}"/>
              </a:ext>
            </a:extLst>
          </p:cNvPr>
          <p:cNvGrpSpPr/>
          <p:nvPr/>
        </p:nvGrpSpPr>
        <p:grpSpPr>
          <a:xfrm>
            <a:off x="2727133" y="1648523"/>
            <a:ext cx="7043264" cy="3931920"/>
            <a:chOff x="2045350" y="1200150"/>
            <a:chExt cx="5282448" cy="2743201"/>
          </a:xfrm>
        </p:grpSpPr>
        <p:cxnSp>
          <p:nvCxnSpPr>
            <p:cNvPr id="18" name="Straight Connector 17">
              <a:extLst>
                <a:ext uri="{FF2B5EF4-FFF2-40B4-BE49-F238E27FC236}">
                  <a16:creationId xmlns:a16="http://schemas.microsoft.com/office/drawing/2014/main" id="{83B98B84-0ED4-FF7A-D936-E1FA15179297}"/>
                </a:ext>
              </a:extLst>
            </p:cNvPr>
            <p:cNvCxnSpPr>
              <a:cxnSpLocks/>
            </p:cNvCxnSpPr>
            <p:nvPr/>
          </p:nvCxnSpPr>
          <p:spPr>
            <a:xfrm>
              <a:off x="2045350" y="1200150"/>
              <a:ext cx="0" cy="2743201"/>
            </a:xfrm>
            <a:prstGeom prst="line">
              <a:avLst/>
            </a:prstGeom>
            <a:ln w="6350">
              <a:headEnd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CE49096-D887-0134-A66F-61FB832F3231}"/>
                </a:ext>
              </a:extLst>
            </p:cNvPr>
            <p:cNvCxnSpPr>
              <a:cxnSpLocks/>
            </p:cNvCxnSpPr>
            <p:nvPr/>
          </p:nvCxnSpPr>
          <p:spPr>
            <a:xfrm>
              <a:off x="3806166" y="1200150"/>
              <a:ext cx="0" cy="2743201"/>
            </a:xfrm>
            <a:prstGeom prst="line">
              <a:avLst/>
            </a:prstGeom>
            <a:ln w="6350">
              <a:headEnd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AA93DCE-9A87-5A2B-D325-C1C74503E9BA}"/>
                </a:ext>
              </a:extLst>
            </p:cNvPr>
            <p:cNvCxnSpPr>
              <a:cxnSpLocks/>
            </p:cNvCxnSpPr>
            <p:nvPr/>
          </p:nvCxnSpPr>
          <p:spPr>
            <a:xfrm>
              <a:off x="7327798" y="1200150"/>
              <a:ext cx="0" cy="2743201"/>
            </a:xfrm>
            <a:prstGeom prst="line">
              <a:avLst/>
            </a:prstGeom>
            <a:ln w="6350">
              <a:headEnd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1A45B8D-4B7D-19E5-0222-2297502C71D0}"/>
                </a:ext>
              </a:extLst>
            </p:cNvPr>
            <p:cNvCxnSpPr>
              <a:cxnSpLocks/>
            </p:cNvCxnSpPr>
            <p:nvPr/>
          </p:nvCxnSpPr>
          <p:spPr>
            <a:xfrm>
              <a:off x="5566982" y="1200150"/>
              <a:ext cx="0" cy="2743201"/>
            </a:xfrm>
            <a:prstGeom prst="line">
              <a:avLst/>
            </a:prstGeom>
            <a:ln w="6350">
              <a:headEnd w="med" len="sm"/>
              <a:tailEnd type="none" w="med" len="sm"/>
            </a:ln>
          </p:spPr>
          <p:style>
            <a:lnRef idx="1">
              <a:schemeClr val="accent1"/>
            </a:lnRef>
            <a:fillRef idx="0">
              <a:schemeClr val="accent1"/>
            </a:fillRef>
            <a:effectRef idx="0">
              <a:schemeClr val="accent1"/>
            </a:effectRef>
            <a:fontRef idx="minor">
              <a:schemeClr val="tx1"/>
            </a:fontRef>
          </p:style>
        </p:cxnSp>
      </p:grpSp>
      <p:sp>
        <p:nvSpPr>
          <p:cNvPr id="22" name="Rectangle: Rounded Corners 36">
            <a:extLst>
              <a:ext uri="{FF2B5EF4-FFF2-40B4-BE49-F238E27FC236}">
                <a16:creationId xmlns:a16="http://schemas.microsoft.com/office/drawing/2014/main" id="{1A20464A-B919-08BF-E631-9D00A3317FE1}"/>
              </a:ext>
            </a:extLst>
          </p:cNvPr>
          <p:cNvSpPr/>
          <p:nvPr/>
        </p:nvSpPr>
        <p:spPr>
          <a:xfrm>
            <a:off x="2864691" y="2834341"/>
            <a:ext cx="2072640" cy="2166257"/>
          </a:xfrm>
          <a:prstGeom prst="roundRect">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1200" cap="none" spc="-10" normalizeH="0" baseline="0" noProof="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TextBox 22">
            <a:extLst>
              <a:ext uri="{FF2B5EF4-FFF2-40B4-BE49-F238E27FC236}">
                <a16:creationId xmlns:a16="http://schemas.microsoft.com/office/drawing/2014/main" id="{99DF6563-B925-3316-5CDE-9BFB0EE3695B}"/>
              </a:ext>
            </a:extLst>
          </p:cNvPr>
          <p:cNvSpPr txBox="1"/>
          <p:nvPr/>
        </p:nvSpPr>
        <p:spPr>
          <a:xfrm>
            <a:off x="2986611" y="5064628"/>
            <a:ext cx="1828800" cy="498369"/>
          </a:xfrm>
          <a:prstGeom prst="roundRect">
            <a:avLst/>
          </a:prstGeom>
          <a:solidFill>
            <a:srgbClr val="7A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Operating Model</a:t>
            </a:r>
          </a:p>
        </p:txBody>
      </p:sp>
      <p:grpSp>
        <p:nvGrpSpPr>
          <p:cNvPr id="24" name="Group 23">
            <a:extLst>
              <a:ext uri="{FF2B5EF4-FFF2-40B4-BE49-F238E27FC236}">
                <a16:creationId xmlns:a16="http://schemas.microsoft.com/office/drawing/2014/main" id="{B12A2146-A7B5-CA4A-444F-ADCBDC1A525E}"/>
              </a:ext>
            </a:extLst>
          </p:cNvPr>
          <p:cNvGrpSpPr/>
          <p:nvPr/>
        </p:nvGrpSpPr>
        <p:grpSpPr>
          <a:xfrm>
            <a:off x="3321074" y="3106484"/>
            <a:ext cx="1159875" cy="1226470"/>
            <a:chOff x="2447627" y="2571750"/>
            <a:chExt cx="869906" cy="919853"/>
          </a:xfrm>
        </p:grpSpPr>
        <p:pic>
          <p:nvPicPr>
            <p:cNvPr id="25" name="Picture 24">
              <a:extLst>
                <a:ext uri="{FF2B5EF4-FFF2-40B4-BE49-F238E27FC236}">
                  <a16:creationId xmlns:a16="http://schemas.microsoft.com/office/drawing/2014/main" id="{DECAF860-F3E5-9FC4-ED1D-147C2A9B4892}"/>
                </a:ext>
              </a:extLst>
            </p:cNvPr>
            <p:cNvPicPr>
              <a:picLocks noChangeAspect="1"/>
            </p:cNvPicPr>
            <p:nvPr/>
          </p:nvPicPr>
          <p:blipFill>
            <a:blip r:embed="rId2">
              <a:clrChange>
                <a:clrFrom>
                  <a:srgbClr val="FFFFFF"/>
                </a:clrFrom>
                <a:clrTo>
                  <a:srgbClr val="FFFFFF">
                    <a:alpha val="0"/>
                  </a:srgbClr>
                </a:clrTo>
              </a:clrChange>
              <a:duotone>
                <a:srgbClr val="765FFF"/>
                <a:srgbClr val="FFFFFF"/>
              </a:duotone>
            </a:blip>
            <a:stretch>
              <a:fillRect/>
            </a:stretch>
          </p:blipFill>
          <p:spPr>
            <a:xfrm>
              <a:off x="2447627" y="2571750"/>
              <a:ext cx="869906" cy="919853"/>
            </a:xfrm>
            <a:prstGeom prst="rect">
              <a:avLst/>
            </a:prstGeom>
          </p:spPr>
        </p:pic>
        <p:sp>
          <p:nvSpPr>
            <p:cNvPr id="26" name="Rectangle: Rounded Corners 19">
              <a:extLst>
                <a:ext uri="{FF2B5EF4-FFF2-40B4-BE49-F238E27FC236}">
                  <a16:creationId xmlns:a16="http://schemas.microsoft.com/office/drawing/2014/main" id="{B671EC38-B766-0356-63C7-DE8559062631}"/>
                </a:ext>
              </a:extLst>
            </p:cNvPr>
            <p:cNvSpPr/>
            <p:nvPr/>
          </p:nvSpPr>
          <p:spPr>
            <a:xfrm>
              <a:off x="2762385" y="2934628"/>
              <a:ext cx="238896" cy="194095"/>
            </a:xfrm>
            <a:prstGeom prst="roundRect">
              <a:avLst>
                <a:gd name="adj" fmla="val 16667"/>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1200" cap="none" spc="-10" normalizeH="0" baseline="0" noProof="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27" name="Rectangle: Rounded Corners 14">
            <a:extLst>
              <a:ext uri="{FF2B5EF4-FFF2-40B4-BE49-F238E27FC236}">
                <a16:creationId xmlns:a16="http://schemas.microsoft.com/office/drawing/2014/main" id="{5D22D900-A911-D220-A764-4B00F551D431}"/>
              </a:ext>
            </a:extLst>
          </p:cNvPr>
          <p:cNvSpPr/>
          <p:nvPr/>
        </p:nvSpPr>
        <p:spPr>
          <a:xfrm>
            <a:off x="5212445" y="2834341"/>
            <a:ext cx="2072640" cy="2166257"/>
          </a:xfrm>
          <a:prstGeom prst="roundRect">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1200" cap="none" spc="-10" normalizeH="0" baseline="0" noProof="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TextBox 27">
            <a:extLst>
              <a:ext uri="{FF2B5EF4-FFF2-40B4-BE49-F238E27FC236}">
                <a16:creationId xmlns:a16="http://schemas.microsoft.com/office/drawing/2014/main" id="{53E27287-DA67-778F-5FCB-050C1DA85C9F}"/>
              </a:ext>
            </a:extLst>
          </p:cNvPr>
          <p:cNvSpPr txBox="1"/>
          <p:nvPr/>
        </p:nvSpPr>
        <p:spPr>
          <a:xfrm>
            <a:off x="5334365" y="5064628"/>
            <a:ext cx="1828800" cy="498369"/>
          </a:xfrm>
          <a:prstGeom prst="roundRect">
            <a:avLst/>
          </a:prstGeom>
          <a:solidFill>
            <a:srgbClr val="7A828D"/>
          </a:solidFill>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chemeClr val="bg1"/>
                </a:solidFill>
                <a:effectLst/>
                <a:uLnTx/>
                <a:uFillTx/>
                <a:latin typeface="Segoe UI" pitchFamily="34" charset="0"/>
                <a:ea typeface="Helvetica Neue" panose="02000503000000020004" pitchFamily="2" charset="0"/>
                <a:cs typeface="Helvetica Neue" panose="02000503000000020004" pitchFamily="2" charset="0"/>
              </a:rPr>
              <a:t>Top Team Mobilization</a:t>
            </a:r>
          </a:p>
        </p:txBody>
      </p:sp>
      <p:pic>
        <p:nvPicPr>
          <p:cNvPr id="29" name="Picture 28">
            <a:extLst>
              <a:ext uri="{FF2B5EF4-FFF2-40B4-BE49-F238E27FC236}">
                <a16:creationId xmlns:a16="http://schemas.microsoft.com/office/drawing/2014/main" id="{DA8D5CD7-5060-A6A0-6885-461EDA8D83D8}"/>
              </a:ext>
            </a:extLst>
          </p:cNvPr>
          <p:cNvPicPr>
            <a:picLocks noChangeAspect="1"/>
          </p:cNvPicPr>
          <p:nvPr/>
        </p:nvPicPr>
        <p:blipFill>
          <a:blip r:embed="rId3">
            <a:duotone>
              <a:srgbClr val="765FFF"/>
              <a:srgbClr val="FFFFFF"/>
            </a:duotone>
          </a:blip>
          <a:srcRect l="27313" r="27827"/>
          <a:stretch/>
        </p:blipFill>
        <p:spPr>
          <a:xfrm>
            <a:off x="5584181" y="2804346"/>
            <a:ext cx="1336454" cy="1591861"/>
          </a:xfrm>
          <a:prstGeom prst="rect">
            <a:avLst/>
          </a:prstGeom>
          <a:effectLst>
            <a:outerShdw blurRad="50800" dist="38100" dir="2700000" algn="tl" rotWithShape="0">
              <a:prstClr val="black">
                <a:alpha val="40000"/>
              </a:prstClr>
            </a:outerShdw>
          </a:effectLst>
        </p:spPr>
      </p:pic>
      <p:pic>
        <p:nvPicPr>
          <p:cNvPr id="30" name="Picture 29" descr="Talent to Value">
            <a:extLst>
              <a:ext uri="{FF2B5EF4-FFF2-40B4-BE49-F238E27FC236}">
                <a16:creationId xmlns:a16="http://schemas.microsoft.com/office/drawing/2014/main" id="{86BAD924-EE3E-849E-BCC3-63ACA9B980B2}"/>
              </a:ext>
            </a:extLst>
          </p:cNvPr>
          <p:cNvPicPr>
            <a:picLocks noChangeAspect="1"/>
          </p:cNvPicPr>
          <p:nvPr/>
        </p:nvPicPr>
        <p:blipFill>
          <a:blip r:embed="rId4">
            <a:duotone>
              <a:srgbClr val="765FFF"/>
              <a:srgbClr val="FFFFFF"/>
            </a:duotone>
          </a:blip>
          <a:stretch>
            <a:fillRect/>
          </a:stretch>
        </p:blipFill>
        <p:spPr>
          <a:xfrm>
            <a:off x="10417248" y="3250999"/>
            <a:ext cx="1081955" cy="1081955"/>
          </a:xfrm>
          <a:prstGeom prst="rect">
            <a:avLst/>
          </a:prstGeom>
        </p:spPr>
      </p:pic>
      <p:pic>
        <p:nvPicPr>
          <p:cNvPr id="31" name="Picture 20" descr="Bend the Curve">
            <a:extLst>
              <a:ext uri="{FF2B5EF4-FFF2-40B4-BE49-F238E27FC236}">
                <a16:creationId xmlns:a16="http://schemas.microsoft.com/office/drawing/2014/main" id="{22D48B1D-BE26-DC17-D285-F4E2E9210A69}"/>
              </a:ext>
            </a:extLst>
          </p:cNvPr>
          <p:cNvPicPr>
            <a:picLocks noChangeAspect="1" noChangeArrowheads="1"/>
          </p:cNvPicPr>
          <p:nvPr/>
        </p:nvPicPr>
        <p:blipFill>
          <a:blip r:embed="rId5">
            <a:duotone>
              <a:srgbClr val="765FFF"/>
              <a:srgbClr val="FFFFFF"/>
            </a:duotone>
          </a:blip>
          <a:srcRect/>
          <a:stretch>
            <a:fillRect/>
          </a:stretch>
        </p:blipFill>
        <p:spPr bwMode="auto">
          <a:xfrm>
            <a:off x="1155675" y="3206098"/>
            <a:ext cx="1115076" cy="1075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1D1D1D"/>
                </a:solidFill>
                <a:miter lim="800000"/>
                <a:headEnd/>
                <a:tailEnd/>
              </a14:hiddenLine>
            </a:ext>
          </a:extLst>
        </p:spPr>
      </p:pic>
      <p:pic>
        <p:nvPicPr>
          <p:cNvPr id="32" name="Picture 25" descr="The Code">
            <a:extLst>
              <a:ext uri="{FF2B5EF4-FFF2-40B4-BE49-F238E27FC236}">
                <a16:creationId xmlns:a16="http://schemas.microsoft.com/office/drawing/2014/main" id="{593F2C49-2F72-DF88-8C40-65AED5A69F55}"/>
              </a:ext>
            </a:extLst>
          </p:cNvPr>
          <p:cNvPicPr>
            <a:picLocks noChangeAspect="1" noChangeArrowheads="1"/>
          </p:cNvPicPr>
          <p:nvPr/>
        </p:nvPicPr>
        <p:blipFill>
          <a:blip r:embed="rId6">
            <a:duotone>
              <a:srgbClr val="765FFF"/>
              <a:srgbClr val="FFFFFF"/>
            </a:duotone>
          </a:blip>
          <a:srcRect/>
          <a:stretch>
            <a:fillRect/>
          </a:stretch>
        </p:blipFill>
        <p:spPr bwMode="auto">
          <a:xfrm>
            <a:off x="7995217" y="3221454"/>
            <a:ext cx="1183454" cy="114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1D1D1D"/>
                </a:solidFill>
                <a:miter lim="800000"/>
                <a:headEnd/>
                <a:tailEnd/>
              </a14:hiddenLine>
            </a:ext>
          </a:extLst>
        </p:spPr>
      </p:pic>
    </p:spTree>
    <p:extLst>
      <p:ext uri="{BB962C8B-B14F-4D97-AF65-F5344CB8AC3E}">
        <p14:creationId xmlns:p14="http://schemas.microsoft.com/office/powerpoint/2010/main" val="1739745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794484-508E-81D1-F7C0-D0FAC3B372F9}"/>
              </a:ext>
            </a:extLst>
          </p:cNvPr>
          <p:cNvSpPr>
            <a:spLocks noGrp="1"/>
          </p:cNvSpPr>
          <p:nvPr>
            <p:ph type="sldNum" sz="quarter" idx="4"/>
          </p:nvPr>
        </p:nvSpPr>
        <p:spPr/>
        <p:txBody>
          <a:bodyPr/>
          <a:lstStyle/>
          <a:p>
            <a:pPr algn="ctr"/>
            <a:fld id="{1875A764-3B06-454E-8ABA-2F6ED0EB58E9}" type="slidenum">
              <a:rPr lang="en-US" smtClean="0"/>
              <a:t>7</a:t>
            </a:fld>
            <a:endParaRPr lang="en-US"/>
          </a:p>
        </p:txBody>
      </p:sp>
      <p:sp>
        <p:nvSpPr>
          <p:cNvPr id="3" name="Title 2">
            <a:extLst>
              <a:ext uri="{FF2B5EF4-FFF2-40B4-BE49-F238E27FC236}">
                <a16:creationId xmlns:a16="http://schemas.microsoft.com/office/drawing/2014/main" id="{EE17312D-6FA3-0776-B9F8-3EFCC78E6F6D}"/>
              </a:ext>
            </a:extLst>
          </p:cNvPr>
          <p:cNvSpPr>
            <a:spLocks noGrp="1"/>
          </p:cNvSpPr>
          <p:nvPr>
            <p:ph type="title"/>
          </p:nvPr>
        </p:nvSpPr>
        <p:spPr/>
        <p:txBody>
          <a:bodyPr/>
          <a:lstStyle/>
          <a:p>
            <a:r>
              <a:rPr lang="en-US" spc="-25" dirty="0">
                <a:sym typeface="Helvetica Neue Light"/>
              </a:rPr>
              <a:t>The “magic” of </a:t>
            </a:r>
            <a:r>
              <a:rPr lang="en-US" spc="-25" dirty="0" err="1">
                <a:sym typeface="Helvetica Neue Light"/>
              </a:rPr>
              <a:t>FulcrumQ</a:t>
            </a:r>
            <a:r>
              <a:rPr lang="en-US" spc="-25" dirty="0">
                <a:sym typeface="Helvetica Neue Light"/>
              </a:rPr>
              <a:t> and How They Set Themselves Apart</a:t>
            </a:r>
            <a:endParaRPr lang="en-US" dirty="0"/>
          </a:p>
        </p:txBody>
      </p:sp>
      <p:grpSp>
        <p:nvGrpSpPr>
          <p:cNvPr id="4" name="object 6">
            <a:extLst>
              <a:ext uri="{FF2B5EF4-FFF2-40B4-BE49-F238E27FC236}">
                <a16:creationId xmlns:a16="http://schemas.microsoft.com/office/drawing/2014/main" id="{D83D8588-5FD4-C23D-1F7A-58E6434C544C}"/>
              </a:ext>
            </a:extLst>
          </p:cNvPr>
          <p:cNvGrpSpPr/>
          <p:nvPr/>
        </p:nvGrpSpPr>
        <p:grpSpPr>
          <a:xfrm>
            <a:off x="6096000" y="4447433"/>
            <a:ext cx="5019675" cy="1619250"/>
            <a:chOff x="6096000" y="4162425"/>
            <a:chExt cx="5019675" cy="1619250"/>
          </a:xfrm>
        </p:grpSpPr>
        <p:sp>
          <p:nvSpPr>
            <p:cNvPr id="5" name="object 7">
              <a:extLst>
                <a:ext uri="{FF2B5EF4-FFF2-40B4-BE49-F238E27FC236}">
                  <a16:creationId xmlns:a16="http://schemas.microsoft.com/office/drawing/2014/main" id="{7C6AC1E8-8972-D8D3-483E-5E7419D1A250}"/>
                </a:ext>
              </a:extLst>
            </p:cNvPr>
            <p:cNvSpPr/>
            <p:nvPr/>
          </p:nvSpPr>
          <p:spPr>
            <a:xfrm>
              <a:off x="6191250" y="4267200"/>
              <a:ext cx="4914900" cy="1504950"/>
            </a:xfrm>
            <a:custGeom>
              <a:avLst/>
              <a:gdLst/>
              <a:ahLst/>
              <a:cxnLst/>
              <a:rect l="l" t="t" r="r" b="b"/>
              <a:pathLst>
                <a:path w="4914900" h="1504950">
                  <a:moveTo>
                    <a:pt x="4914900" y="0"/>
                  </a:moveTo>
                  <a:lnTo>
                    <a:pt x="0" y="0"/>
                  </a:lnTo>
                  <a:lnTo>
                    <a:pt x="0" y="1504950"/>
                  </a:lnTo>
                  <a:lnTo>
                    <a:pt x="4914900" y="1504950"/>
                  </a:lnTo>
                  <a:lnTo>
                    <a:pt x="4914900" y="0"/>
                  </a:lnTo>
                  <a:close/>
                </a:path>
              </a:pathLst>
            </a:custGeom>
            <a:solidFill>
              <a:srgbClr val="765FFF"/>
            </a:solidFill>
          </p:spPr>
          <p:txBody>
            <a:bodyPr wrap="square" lIns="0" tIns="0" rIns="0" bIns="0" rtlCol="0"/>
            <a:lstStyle/>
            <a:p>
              <a:endParaRPr>
                <a:solidFill>
                  <a:srgbClr val="FFFFFF"/>
                </a:solidFill>
              </a:endParaRPr>
            </a:p>
          </p:txBody>
        </p:sp>
        <p:sp>
          <p:nvSpPr>
            <p:cNvPr id="6" name="object 8">
              <a:extLst>
                <a:ext uri="{FF2B5EF4-FFF2-40B4-BE49-F238E27FC236}">
                  <a16:creationId xmlns:a16="http://schemas.microsoft.com/office/drawing/2014/main" id="{A7ECC455-68DA-2BED-B22C-A294EF187F2C}"/>
                </a:ext>
              </a:extLst>
            </p:cNvPr>
            <p:cNvSpPr/>
            <p:nvPr/>
          </p:nvSpPr>
          <p:spPr>
            <a:xfrm>
              <a:off x="6191250" y="4267200"/>
              <a:ext cx="4914900" cy="1504950"/>
            </a:xfrm>
            <a:custGeom>
              <a:avLst/>
              <a:gdLst/>
              <a:ahLst/>
              <a:cxnLst/>
              <a:rect l="l" t="t" r="r" b="b"/>
              <a:pathLst>
                <a:path w="4914900" h="1504950">
                  <a:moveTo>
                    <a:pt x="0" y="1504950"/>
                  </a:moveTo>
                  <a:lnTo>
                    <a:pt x="4914900" y="1504950"/>
                  </a:lnTo>
                  <a:lnTo>
                    <a:pt x="4914900" y="0"/>
                  </a:lnTo>
                  <a:lnTo>
                    <a:pt x="0" y="0"/>
                  </a:lnTo>
                  <a:lnTo>
                    <a:pt x="0" y="1504950"/>
                  </a:lnTo>
                  <a:close/>
                </a:path>
              </a:pathLst>
            </a:custGeom>
            <a:solidFill>
              <a:srgbClr val="765FFF"/>
            </a:solidFill>
            <a:ln w="19050">
              <a:solidFill>
                <a:srgbClr val="765FFF"/>
              </a:solidFill>
            </a:ln>
          </p:spPr>
          <p:txBody>
            <a:bodyPr wrap="square" lIns="0" tIns="0" rIns="0" bIns="0" rtlCol="0"/>
            <a:lstStyle/>
            <a:p>
              <a:endParaRPr>
                <a:solidFill>
                  <a:srgbClr val="FFFFFF"/>
                </a:solidFill>
              </a:endParaRPr>
            </a:p>
          </p:txBody>
        </p:sp>
        <p:sp>
          <p:nvSpPr>
            <p:cNvPr id="7" name="object 9">
              <a:extLst>
                <a:ext uri="{FF2B5EF4-FFF2-40B4-BE49-F238E27FC236}">
                  <a16:creationId xmlns:a16="http://schemas.microsoft.com/office/drawing/2014/main" id="{6A221BF4-98BD-740E-FF73-C2A3C7C127BA}"/>
                </a:ext>
              </a:extLst>
            </p:cNvPr>
            <p:cNvSpPr/>
            <p:nvPr/>
          </p:nvSpPr>
          <p:spPr>
            <a:xfrm>
              <a:off x="6096000" y="4162425"/>
              <a:ext cx="4914900" cy="1514475"/>
            </a:xfrm>
            <a:custGeom>
              <a:avLst/>
              <a:gdLst/>
              <a:ahLst/>
              <a:cxnLst/>
              <a:rect l="l" t="t" r="r" b="b"/>
              <a:pathLst>
                <a:path w="4914900" h="1514475">
                  <a:moveTo>
                    <a:pt x="4914900" y="0"/>
                  </a:moveTo>
                  <a:lnTo>
                    <a:pt x="0" y="0"/>
                  </a:lnTo>
                  <a:lnTo>
                    <a:pt x="0" y="1514475"/>
                  </a:lnTo>
                  <a:lnTo>
                    <a:pt x="4914900" y="1514475"/>
                  </a:lnTo>
                  <a:lnTo>
                    <a:pt x="4914900" y="0"/>
                  </a:lnTo>
                  <a:close/>
                </a:path>
              </a:pathLst>
            </a:custGeom>
            <a:solidFill>
              <a:srgbClr val="FFFFFF"/>
            </a:solidFill>
            <a:ln>
              <a:solidFill>
                <a:srgbClr val="765FFF"/>
              </a:solidFill>
            </a:ln>
          </p:spPr>
          <p:txBody>
            <a:bodyPr wrap="square" lIns="0" tIns="0" rIns="0" bIns="0" rtlCol="0"/>
            <a:lstStyle/>
            <a:p>
              <a:endParaRPr/>
            </a:p>
          </p:txBody>
        </p:sp>
      </p:grpSp>
      <p:sp>
        <p:nvSpPr>
          <p:cNvPr id="8" name="object 10">
            <a:extLst>
              <a:ext uri="{FF2B5EF4-FFF2-40B4-BE49-F238E27FC236}">
                <a16:creationId xmlns:a16="http://schemas.microsoft.com/office/drawing/2014/main" id="{22E46076-5293-8E72-C428-8A0D09524572}"/>
              </a:ext>
            </a:extLst>
          </p:cNvPr>
          <p:cNvSpPr txBox="1"/>
          <p:nvPr/>
        </p:nvSpPr>
        <p:spPr>
          <a:xfrm>
            <a:off x="6096000" y="4447433"/>
            <a:ext cx="4914900" cy="1514475"/>
          </a:xfrm>
          <a:prstGeom prst="rect">
            <a:avLst/>
          </a:prstGeom>
          <a:ln w="19050">
            <a:solidFill>
              <a:srgbClr val="765FFF"/>
            </a:solidFill>
          </a:ln>
        </p:spPr>
        <p:txBody>
          <a:bodyPr vert="horz" wrap="square" lIns="0" tIns="172085" rIns="0" bIns="0" rtlCol="0">
            <a:spAutoFit/>
          </a:bodyPr>
          <a:lstStyle/>
          <a:p>
            <a:pPr marL="191135" marR="88265">
              <a:lnSpc>
                <a:spcPct val="104099"/>
              </a:lnSpc>
              <a:spcBef>
                <a:spcPts val="1355"/>
              </a:spcBef>
            </a:pPr>
            <a:r>
              <a:rPr sz="1250" spc="-10" dirty="0">
                <a:latin typeface="Arial" pitchFamily="34" charset="0"/>
                <a:cs typeface="Arial"/>
              </a:rPr>
              <a:t>They can sit in a room of very senior leaders, without being awestruck or nervous, and they can have conversations at that level. They can say to the CEO: 'this is what you're trying to accomplish, do you have the right people to do this?’. </a:t>
            </a:r>
            <a:r>
              <a:rPr sz="1250" b="1" spc="-10" dirty="0">
                <a:latin typeface="Segoe UI" pitchFamily="34" charset="0"/>
                <a:cs typeface="Arial"/>
              </a:rPr>
              <a:t>They can work in the board room. This is where they live. Very few firms can do that.</a:t>
            </a:r>
            <a:endParaRPr sz="1250" spc="-10" dirty="0">
              <a:latin typeface="Arial" pitchFamily="34" charset="0"/>
              <a:cs typeface="Arial"/>
            </a:endParaRPr>
          </a:p>
        </p:txBody>
      </p:sp>
      <p:sp>
        <p:nvSpPr>
          <p:cNvPr id="9" name="object 11">
            <a:extLst>
              <a:ext uri="{FF2B5EF4-FFF2-40B4-BE49-F238E27FC236}">
                <a16:creationId xmlns:a16="http://schemas.microsoft.com/office/drawing/2014/main" id="{D0F52FCF-B3FA-8451-4264-500D455B530B}"/>
              </a:ext>
            </a:extLst>
          </p:cNvPr>
          <p:cNvSpPr txBox="1"/>
          <p:nvPr/>
        </p:nvSpPr>
        <p:spPr>
          <a:xfrm>
            <a:off x="9246489" y="6128595"/>
            <a:ext cx="1736089" cy="162224"/>
          </a:xfrm>
          <a:prstGeom prst="rect">
            <a:avLst/>
          </a:prstGeom>
        </p:spPr>
        <p:txBody>
          <a:bodyPr vert="horz" wrap="square" lIns="0" tIns="15875" rIns="0" bIns="0" rtlCol="0">
            <a:spAutoFit/>
          </a:bodyPr>
          <a:lstStyle/>
          <a:p>
            <a:pPr marL="12700">
              <a:lnSpc>
                <a:spcPct val="100000"/>
              </a:lnSpc>
              <a:spcBef>
                <a:spcPts val="125"/>
              </a:spcBef>
            </a:pPr>
            <a:r>
              <a:rPr lang="en-US" sz="950" i="1" spc="-10" dirty="0">
                <a:latin typeface="Arial" pitchFamily="34" charset="0"/>
                <a:cs typeface="Arial"/>
              </a:rPr>
              <a:t>Client quote</a:t>
            </a:r>
            <a:endParaRPr sz="950" spc="-10" dirty="0">
              <a:latin typeface="Arial" pitchFamily="34" charset="0"/>
              <a:cs typeface="Arial"/>
            </a:endParaRPr>
          </a:p>
        </p:txBody>
      </p:sp>
      <p:grpSp>
        <p:nvGrpSpPr>
          <p:cNvPr id="10" name="object 12">
            <a:extLst>
              <a:ext uri="{FF2B5EF4-FFF2-40B4-BE49-F238E27FC236}">
                <a16:creationId xmlns:a16="http://schemas.microsoft.com/office/drawing/2014/main" id="{6E74ECC3-0FB0-15FE-3FDD-F3B6D515126F}"/>
              </a:ext>
            </a:extLst>
          </p:cNvPr>
          <p:cNvGrpSpPr/>
          <p:nvPr/>
        </p:nvGrpSpPr>
        <p:grpSpPr>
          <a:xfrm>
            <a:off x="6134100" y="2628158"/>
            <a:ext cx="4857750" cy="1447800"/>
            <a:chOff x="6134100" y="2343150"/>
            <a:chExt cx="4857750" cy="1447800"/>
          </a:xfrm>
        </p:grpSpPr>
        <p:sp>
          <p:nvSpPr>
            <p:cNvPr id="11" name="object 13">
              <a:extLst>
                <a:ext uri="{FF2B5EF4-FFF2-40B4-BE49-F238E27FC236}">
                  <a16:creationId xmlns:a16="http://schemas.microsoft.com/office/drawing/2014/main" id="{4415E24B-94F3-C32D-0723-F6D3DB8FCFED}"/>
                </a:ext>
              </a:extLst>
            </p:cNvPr>
            <p:cNvSpPr/>
            <p:nvPr/>
          </p:nvSpPr>
          <p:spPr>
            <a:xfrm>
              <a:off x="6219825" y="2428875"/>
              <a:ext cx="4762500" cy="1352550"/>
            </a:xfrm>
            <a:custGeom>
              <a:avLst/>
              <a:gdLst/>
              <a:ahLst/>
              <a:cxnLst/>
              <a:rect l="l" t="t" r="r" b="b"/>
              <a:pathLst>
                <a:path w="4762500" h="1352550">
                  <a:moveTo>
                    <a:pt x="4762500" y="0"/>
                  </a:moveTo>
                  <a:lnTo>
                    <a:pt x="0" y="0"/>
                  </a:lnTo>
                  <a:lnTo>
                    <a:pt x="0" y="1352550"/>
                  </a:lnTo>
                  <a:lnTo>
                    <a:pt x="4762500" y="1352550"/>
                  </a:lnTo>
                  <a:lnTo>
                    <a:pt x="4762500" y="0"/>
                  </a:lnTo>
                  <a:close/>
                </a:path>
              </a:pathLst>
            </a:custGeom>
            <a:solidFill>
              <a:srgbClr val="765FFF"/>
            </a:solidFill>
          </p:spPr>
          <p:txBody>
            <a:bodyPr wrap="square" lIns="0" tIns="0" rIns="0" bIns="0" rtlCol="0"/>
            <a:lstStyle/>
            <a:p>
              <a:endParaRPr dirty="0">
                <a:solidFill>
                  <a:srgbClr val="FFFFFF"/>
                </a:solidFill>
              </a:endParaRPr>
            </a:p>
          </p:txBody>
        </p:sp>
        <p:sp>
          <p:nvSpPr>
            <p:cNvPr id="12" name="object 14">
              <a:extLst>
                <a:ext uri="{FF2B5EF4-FFF2-40B4-BE49-F238E27FC236}">
                  <a16:creationId xmlns:a16="http://schemas.microsoft.com/office/drawing/2014/main" id="{9D06FC66-302D-B2FD-93C7-B224EAD0638A}"/>
                </a:ext>
              </a:extLst>
            </p:cNvPr>
            <p:cNvSpPr/>
            <p:nvPr/>
          </p:nvSpPr>
          <p:spPr>
            <a:xfrm>
              <a:off x="6219825" y="2428875"/>
              <a:ext cx="4762500" cy="1352550"/>
            </a:xfrm>
            <a:custGeom>
              <a:avLst/>
              <a:gdLst/>
              <a:ahLst/>
              <a:cxnLst/>
              <a:rect l="l" t="t" r="r" b="b"/>
              <a:pathLst>
                <a:path w="4762500" h="1352550">
                  <a:moveTo>
                    <a:pt x="0" y="1352550"/>
                  </a:moveTo>
                  <a:lnTo>
                    <a:pt x="4762500" y="1352550"/>
                  </a:lnTo>
                  <a:lnTo>
                    <a:pt x="4762500" y="0"/>
                  </a:lnTo>
                  <a:lnTo>
                    <a:pt x="0" y="0"/>
                  </a:lnTo>
                  <a:lnTo>
                    <a:pt x="0" y="1352550"/>
                  </a:lnTo>
                  <a:close/>
                </a:path>
              </a:pathLst>
            </a:custGeom>
            <a:ln w="19050">
              <a:solidFill>
                <a:srgbClr val="765FFF"/>
              </a:solidFill>
            </a:ln>
          </p:spPr>
          <p:txBody>
            <a:bodyPr wrap="square" lIns="0" tIns="0" rIns="0" bIns="0" rtlCol="0"/>
            <a:lstStyle/>
            <a:p>
              <a:endParaRPr/>
            </a:p>
          </p:txBody>
        </p:sp>
        <p:sp>
          <p:nvSpPr>
            <p:cNvPr id="13" name="object 15">
              <a:extLst>
                <a:ext uri="{FF2B5EF4-FFF2-40B4-BE49-F238E27FC236}">
                  <a16:creationId xmlns:a16="http://schemas.microsoft.com/office/drawing/2014/main" id="{EB160095-527F-CC0B-858D-3E42076A8FE5}"/>
                </a:ext>
              </a:extLst>
            </p:cNvPr>
            <p:cNvSpPr/>
            <p:nvPr/>
          </p:nvSpPr>
          <p:spPr>
            <a:xfrm>
              <a:off x="6134100" y="2343150"/>
              <a:ext cx="4752975" cy="1343025"/>
            </a:xfrm>
            <a:custGeom>
              <a:avLst/>
              <a:gdLst/>
              <a:ahLst/>
              <a:cxnLst/>
              <a:rect l="l" t="t" r="r" b="b"/>
              <a:pathLst>
                <a:path w="4752975" h="1343025">
                  <a:moveTo>
                    <a:pt x="4752975" y="0"/>
                  </a:moveTo>
                  <a:lnTo>
                    <a:pt x="0" y="0"/>
                  </a:lnTo>
                  <a:lnTo>
                    <a:pt x="0" y="1343025"/>
                  </a:lnTo>
                  <a:lnTo>
                    <a:pt x="4752975" y="1343025"/>
                  </a:lnTo>
                  <a:lnTo>
                    <a:pt x="4752975" y="0"/>
                  </a:lnTo>
                  <a:close/>
                </a:path>
              </a:pathLst>
            </a:custGeom>
            <a:solidFill>
              <a:srgbClr val="FFFFFF"/>
            </a:solidFill>
          </p:spPr>
          <p:txBody>
            <a:bodyPr wrap="square" lIns="0" tIns="0" rIns="0" bIns="0" rtlCol="0"/>
            <a:lstStyle/>
            <a:p>
              <a:endParaRPr/>
            </a:p>
          </p:txBody>
        </p:sp>
      </p:grpSp>
      <p:sp>
        <p:nvSpPr>
          <p:cNvPr id="14" name="object 16">
            <a:extLst>
              <a:ext uri="{FF2B5EF4-FFF2-40B4-BE49-F238E27FC236}">
                <a16:creationId xmlns:a16="http://schemas.microsoft.com/office/drawing/2014/main" id="{48320CD0-F790-9CD7-828F-7BA68C1E5162}"/>
              </a:ext>
            </a:extLst>
          </p:cNvPr>
          <p:cNvSpPr txBox="1"/>
          <p:nvPr/>
        </p:nvSpPr>
        <p:spPr>
          <a:xfrm>
            <a:off x="6134100" y="2628158"/>
            <a:ext cx="4752975" cy="1136721"/>
          </a:xfrm>
          <a:prstGeom prst="rect">
            <a:avLst/>
          </a:prstGeom>
          <a:ln w="19050">
            <a:solidFill>
              <a:srgbClr val="765FFF"/>
            </a:solidFill>
          </a:ln>
        </p:spPr>
        <p:txBody>
          <a:bodyPr vert="horz" wrap="square" lIns="0" tIns="148590" rIns="0" bIns="0" rtlCol="0">
            <a:spAutoFit/>
          </a:bodyPr>
          <a:lstStyle/>
          <a:p>
            <a:pPr marL="184150" marR="189230">
              <a:lnSpc>
                <a:spcPct val="103899"/>
              </a:lnSpc>
              <a:spcBef>
                <a:spcPts val="1170"/>
              </a:spcBef>
            </a:pPr>
            <a:r>
              <a:rPr lang="en-US" sz="1250" spc="-10" dirty="0" err="1">
                <a:latin typeface="Arial" pitchFamily="34" charset="0"/>
                <a:cs typeface="Arial"/>
              </a:rPr>
              <a:t>FulcrumQ</a:t>
            </a:r>
            <a:r>
              <a:rPr lang="en-US" sz="1250" spc="-10" dirty="0">
                <a:latin typeface="Arial" pitchFamily="34" charset="0"/>
                <a:cs typeface="Arial"/>
              </a:rPr>
              <a:t> </a:t>
            </a:r>
            <a:r>
              <a:rPr sz="1250" spc="-10" dirty="0">
                <a:latin typeface="Arial" pitchFamily="34" charset="0"/>
                <a:cs typeface="Arial"/>
              </a:rPr>
              <a:t>doesn’t provide the answers, they walk you through a process of reflection. </a:t>
            </a:r>
            <a:r>
              <a:rPr lang="en-US" sz="1250" b="1" spc="-10" dirty="0" err="1">
                <a:latin typeface="Segoe UI" pitchFamily="34" charset="0"/>
                <a:cs typeface="Arial"/>
              </a:rPr>
              <a:t>FulcrumQ</a:t>
            </a:r>
            <a:r>
              <a:rPr lang="en-US" sz="1250" b="1" spc="-10" dirty="0">
                <a:latin typeface="Segoe UI" pitchFamily="34" charset="0"/>
                <a:cs typeface="Arial"/>
              </a:rPr>
              <a:t> </a:t>
            </a:r>
            <a:r>
              <a:rPr sz="1250" b="1" spc="-10" dirty="0">
                <a:latin typeface="Segoe UI" pitchFamily="34" charset="0"/>
                <a:cs typeface="Arial"/>
              </a:rPr>
              <a:t>is more like therapy than consulting. </a:t>
            </a:r>
            <a:r>
              <a:rPr sz="1250" spc="-10" dirty="0">
                <a:latin typeface="Arial" pitchFamily="34" charset="0"/>
                <a:cs typeface="Arial"/>
              </a:rPr>
              <a:t>It’s implicit that you as a business leader understands your business and can collaborate with them throughout.</a:t>
            </a:r>
          </a:p>
        </p:txBody>
      </p:sp>
      <p:sp>
        <p:nvSpPr>
          <p:cNvPr id="15" name="object 17">
            <a:extLst>
              <a:ext uri="{FF2B5EF4-FFF2-40B4-BE49-F238E27FC236}">
                <a16:creationId xmlns:a16="http://schemas.microsoft.com/office/drawing/2014/main" id="{27B38362-4467-00B0-FE83-612F4250F89E}"/>
              </a:ext>
            </a:extLst>
          </p:cNvPr>
          <p:cNvSpPr txBox="1"/>
          <p:nvPr/>
        </p:nvSpPr>
        <p:spPr>
          <a:xfrm>
            <a:off x="9118218" y="4129043"/>
            <a:ext cx="1736089" cy="162224"/>
          </a:xfrm>
          <a:prstGeom prst="rect">
            <a:avLst/>
          </a:prstGeom>
        </p:spPr>
        <p:txBody>
          <a:bodyPr vert="horz" wrap="square" lIns="0" tIns="15875" rIns="0" bIns="0" rtlCol="0">
            <a:spAutoFit/>
          </a:bodyPr>
          <a:lstStyle/>
          <a:p>
            <a:pPr marL="12700">
              <a:lnSpc>
                <a:spcPct val="100000"/>
              </a:lnSpc>
              <a:spcBef>
                <a:spcPts val="125"/>
              </a:spcBef>
            </a:pPr>
            <a:r>
              <a:rPr lang="en-US" sz="950" i="1" spc="-10" dirty="0">
                <a:latin typeface="Arial" pitchFamily="34" charset="0"/>
                <a:cs typeface="Arial"/>
              </a:rPr>
              <a:t>Client quote</a:t>
            </a:r>
            <a:endParaRPr sz="950" spc="-10" dirty="0">
              <a:latin typeface="Arial" pitchFamily="34" charset="0"/>
              <a:cs typeface="Arial"/>
            </a:endParaRPr>
          </a:p>
        </p:txBody>
      </p:sp>
      <p:grpSp>
        <p:nvGrpSpPr>
          <p:cNvPr id="16" name="object 18">
            <a:extLst>
              <a:ext uri="{FF2B5EF4-FFF2-40B4-BE49-F238E27FC236}">
                <a16:creationId xmlns:a16="http://schemas.microsoft.com/office/drawing/2014/main" id="{51FBA806-792E-2C38-1EF8-23CC4D594049}"/>
              </a:ext>
            </a:extLst>
          </p:cNvPr>
          <p:cNvGrpSpPr/>
          <p:nvPr/>
        </p:nvGrpSpPr>
        <p:grpSpPr>
          <a:xfrm>
            <a:off x="6153150" y="1161308"/>
            <a:ext cx="4857750" cy="1162050"/>
            <a:chOff x="6153150" y="876300"/>
            <a:chExt cx="4857750" cy="1162050"/>
          </a:xfrm>
        </p:grpSpPr>
        <p:sp>
          <p:nvSpPr>
            <p:cNvPr id="17" name="object 19">
              <a:extLst>
                <a:ext uri="{FF2B5EF4-FFF2-40B4-BE49-F238E27FC236}">
                  <a16:creationId xmlns:a16="http://schemas.microsoft.com/office/drawing/2014/main" id="{249799A8-ABD6-E74C-3C09-DCEA073CA48E}"/>
                </a:ext>
              </a:extLst>
            </p:cNvPr>
            <p:cNvSpPr/>
            <p:nvPr/>
          </p:nvSpPr>
          <p:spPr>
            <a:xfrm>
              <a:off x="6238875" y="952500"/>
              <a:ext cx="4762500" cy="1076325"/>
            </a:xfrm>
            <a:custGeom>
              <a:avLst/>
              <a:gdLst/>
              <a:ahLst/>
              <a:cxnLst/>
              <a:rect l="l" t="t" r="r" b="b"/>
              <a:pathLst>
                <a:path w="4762500" h="1076325">
                  <a:moveTo>
                    <a:pt x="4762500" y="0"/>
                  </a:moveTo>
                  <a:lnTo>
                    <a:pt x="0" y="0"/>
                  </a:lnTo>
                  <a:lnTo>
                    <a:pt x="0" y="1076325"/>
                  </a:lnTo>
                  <a:lnTo>
                    <a:pt x="4762500" y="1076325"/>
                  </a:lnTo>
                  <a:lnTo>
                    <a:pt x="4762500" y="0"/>
                  </a:lnTo>
                  <a:close/>
                </a:path>
              </a:pathLst>
            </a:custGeom>
            <a:solidFill>
              <a:srgbClr val="765FFF"/>
            </a:solidFill>
          </p:spPr>
          <p:txBody>
            <a:bodyPr wrap="square" lIns="0" tIns="0" rIns="0" bIns="0" rtlCol="0"/>
            <a:lstStyle/>
            <a:p>
              <a:endParaRPr b="1" spc="-25" dirty="0">
                <a:solidFill>
                  <a:srgbClr val="FFFFFF"/>
                </a:solidFill>
                <a:latin typeface="Segoe UI" pitchFamily="34" charset="0"/>
              </a:endParaRPr>
            </a:p>
          </p:txBody>
        </p:sp>
        <p:sp>
          <p:nvSpPr>
            <p:cNvPr id="18" name="object 20">
              <a:extLst>
                <a:ext uri="{FF2B5EF4-FFF2-40B4-BE49-F238E27FC236}">
                  <a16:creationId xmlns:a16="http://schemas.microsoft.com/office/drawing/2014/main" id="{8274E9D9-30CF-043D-A1CC-0B248AE0C9EC}"/>
                </a:ext>
              </a:extLst>
            </p:cNvPr>
            <p:cNvSpPr/>
            <p:nvPr/>
          </p:nvSpPr>
          <p:spPr>
            <a:xfrm>
              <a:off x="6238875" y="952500"/>
              <a:ext cx="4762500" cy="1076325"/>
            </a:xfrm>
            <a:custGeom>
              <a:avLst/>
              <a:gdLst/>
              <a:ahLst/>
              <a:cxnLst/>
              <a:rect l="l" t="t" r="r" b="b"/>
              <a:pathLst>
                <a:path w="4762500" h="1076325">
                  <a:moveTo>
                    <a:pt x="0" y="1076325"/>
                  </a:moveTo>
                  <a:lnTo>
                    <a:pt x="4762500" y="1076325"/>
                  </a:lnTo>
                  <a:lnTo>
                    <a:pt x="4762500" y="0"/>
                  </a:lnTo>
                  <a:lnTo>
                    <a:pt x="0" y="0"/>
                  </a:lnTo>
                  <a:lnTo>
                    <a:pt x="0" y="1076325"/>
                  </a:lnTo>
                  <a:close/>
                </a:path>
              </a:pathLst>
            </a:custGeom>
            <a:solidFill>
              <a:srgbClr val="765FFF"/>
            </a:solidFill>
            <a:ln w="19050">
              <a:solidFill>
                <a:srgbClr val="765FFF"/>
              </a:solidFill>
            </a:ln>
          </p:spPr>
          <p:txBody>
            <a:bodyPr wrap="square" lIns="0" tIns="0" rIns="0" bIns="0" rtlCol="0"/>
            <a:lstStyle/>
            <a:p>
              <a:endParaRPr b="1" spc="-25" dirty="0">
                <a:solidFill>
                  <a:srgbClr val="FFFFFF"/>
                </a:solidFill>
                <a:latin typeface="Segoe UI" pitchFamily="34" charset="0"/>
              </a:endParaRPr>
            </a:p>
          </p:txBody>
        </p:sp>
        <p:sp>
          <p:nvSpPr>
            <p:cNvPr id="19" name="object 21">
              <a:extLst>
                <a:ext uri="{FF2B5EF4-FFF2-40B4-BE49-F238E27FC236}">
                  <a16:creationId xmlns:a16="http://schemas.microsoft.com/office/drawing/2014/main" id="{FAB014E2-9EE3-6141-EDE2-82D2477EDFC6}"/>
                </a:ext>
              </a:extLst>
            </p:cNvPr>
            <p:cNvSpPr/>
            <p:nvPr/>
          </p:nvSpPr>
          <p:spPr>
            <a:xfrm>
              <a:off x="6153150" y="876300"/>
              <a:ext cx="4752975" cy="1085850"/>
            </a:xfrm>
            <a:custGeom>
              <a:avLst/>
              <a:gdLst/>
              <a:ahLst/>
              <a:cxnLst/>
              <a:rect l="l" t="t" r="r" b="b"/>
              <a:pathLst>
                <a:path w="4752975" h="1085850">
                  <a:moveTo>
                    <a:pt x="4752975" y="0"/>
                  </a:moveTo>
                  <a:lnTo>
                    <a:pt x="0" y="0"/>
                  </a:lnTo>
                  <a:lnTo>
                    <a:pt x="0" y="1085850"/>
                  </a:lnTo>
                  <a:lnTo>
                    <a:pt x="4752975" y="1085850"/>
                  </a:lnTo>
                  <a:lnTo>
                    <a:pt x="4752975" y="0"/>
                  </a:lnTo>
                  <a:close/>
                </a:path>
              </a:pathLst>
            </a:custGeom>
            <a:solidFill>
              <a:srgbClr val="FFFFFF"/>
            </a:solidFill>
          </p:spPr>
          <p:txBody>
            <a:bodyPr wrap="square" lIns="0" tIns="0" rIns="0" bIns="0" rtlCol="0"/>
            <a:lstStyle/>
            <a:p>
              <a:endParaRPr b="1" spc="-25">
                <a:latin typeface="Segoe UI" pitchFamily="34" charset="0"/>
              </a:endParaRPr>
            </a:p>
          </p:txBody>
        </p:sp>
      </p:grpSp>
      <p:sp>
        <p:nvSpPr>
          <p:cNvPr id="20" name="object 22">
            <a:extLst>
              <a:ext uri="{FF2B5EF4-FFF2-40B4-BE49-F238E27FC236}">
                <a16:creationId xmlns:a16="http://schemas.microsoft.com/office/drawing/2014/main" id="{930CB52E-1766-6826-C57A-63038D3C1F59}"/>
              </a:ext>
            </a:extLst>
          </p:cNvPr>
          <p:cNvSpPr txBox="1"/>
          <p:nvPr/>
        </p:nvSpPr>
        <p:spPr>
          <a:xfrm>
            <a:off x="6153150" y="1161308"/>
            <a:ext cx="4752975" cy="1085850"/>
          </a:xfrm>
          <a:prstGeom prst="rect">
            <a:avLst/>
          </a:prstGeom>
          <a:ln w="19050">
            <a:solidFill>
              <a:srgbClr val="765FFF"/>
            </a:solidFill>
          </a:ln>
        </p:spPr>
        <p:txBody>
          <a:bodyPr vert="horz" wrap="square" lIns="0" tIns="131445" rIns="0" bIns="0" rtlCol="0">
            <a:spAutoFit/>
          </a:bodyPr>
          <a:lstStyle/>
          <a:p>
            <a:pPr marL="184150" marR="132080">
              <a:lnSpc>
                <a:spcPct val="103499"/>
              </a:lnSpc>
              <a:spcBef>
                <a:spcPts val="1035"/>
              </a:spcBef>
            </a:pPr>
            <a:r>
              <a:rPr sz="1250" b="1" spc="-25" dirty="0">
                <a:latin typeface="Segoe UI" pitchFamily="34" charset="0"/>
                <a:cs typeface="Arial"/>
              </a:rPr>
              <a:t>They Have the Ability to Smell Where the Problems Are and They Have Credibility (the People That They Bring to the Table Speak with Great Authority and Great Insight) but They Do IT in a Way That Creates Trust.</a:t>
            </a:r>
            <a:endParaRPr sz="1250" b="1" spc="-25">
              <a:latin typeface="Segoe UI" pitchFamily="34" charset="0"/>
              <a:cs typeface="Arial"/>
            </a:endParaRPr>
          </a:p>
        </p:txBody>
      </p:sp>
      <p:sp>
        <p:nvSpPr>
          <p:cNvPr id="21" name="object 23">
            <a:extLst>
              <a:ext uri="{FF2B5EF4-FFF2-40B4-BE49-F238E27FC236}">
                <a16:creationId xmlns:a16="http://schemas.microsoft.com/office/drawing/2014/main" id="{FEC988BA-1A91-72ED-9CC6-242FD790C463}"/>
              </a:ext>
            </a:extLst>
          </p:cNvPr>
          <p:cNvSpPr txBox="1"/>
          <p:nvPr/>
        </p:nvSpPr>
        <p:spPr>
          <a:xfrm>
            <a:off x="9137395" y="2370665"/>
            <a:ext cx="1736089" cy="162224"/>
          </a:xfrm>
          <a:prstGeom prst="rect">
            <a:avLst/>
          </a:prstGeom>
        </p:spPr>
        <p:txBody>
          <a:bodyPr vert="horz" wrap="square" lIns="0" tIns="15875" rIns="0" bIns="0" rtlCol="0">
            <a:spAutoFit/>
          </a:bodyPr>
          <a:lstStyle/>
          <a:p>
            <a:pPr marL="12700">
              <a:lnSpc>
                <a:spcPct val="100000"/>
              </a:lnSpc>
              <a:spcBef>
                <a:spcPts val="125"/>
              </a:spcBef>
            </a:pPr>
            <a:r>
              <a:rPr lang="en-US" sz="950" i="1" spc="-10" dirty="0">
                <a:latin typeface="Arial" pitchFamily="34" charset="0"/>
                <a:cs typeface="Arial"/>
              </a:rPr>
              <a:t>Client quote</a:t>
            </a:r>
            <a:endParaRPr sz="950" spc="-10" dirty="0">
              <a:latin typeface="Arial" pitchFamily="34" charset="0"/>
              <a:cs typeface="Arial"/>
            </a:endParaRPr>
          </a:p>
        </p:txBody>
      </p:sp>
      <p:grpSp>
        <p:nvGrpSpPr>
          <p:cNvPr id="22" name="object 12">
            <a:extLst>
              <a:ext uri="{FF2B5EF4-FFF2-40B4-BE49-F238E27FC236}">
                <a16:creationId xmlns:a16="http://schemas.microsoft.com/office/drawing/2014/main" id="{D2DC4D87-7988-DDE6-6BED-51D7B44BD0FB}"/>
              </a:ext>
            </a:extLst>
          </p:cNvPr>
          <p:cNvGrpSpPr/>
          <p:nvPr/>
        </p:nvGrpSpPr>
        <p:grpSpPr>
          <a:xfrm>
            <a:off x="425706" y="1166019"/>
            <a:ext cx="5257800" cy="1257300"/>
            <a:chOff x="5943600" y="3695700"/>
            <a:chExt cx="5257800" cy="1257300"/>
          </a:xfrm>
        </p:grpSpPr>
        <p:sp>
          <p:nvSpPr>
            <p:cNvPr id="23" name="object 13">
              <a:extLst>
                <a:ext uri="{FF2B5EF4-FFF2-40B4-BE49-F238E27FC236}">
                  <a16:creationId xmlns:a16="http://schemas.microsoft.com/office/drawing/2014/main" id="{99FFB985-1DE1-12FA-1B8B-BE2945258066}"/>
                </a:ext>
              </a:extLst>
            </p:cNvPr>
            <p:cNvSpPr/>
            <p:nvPr/>
          </p:nvSpPr>
          <p:spPr>
            <a:xfrm>
              <a:off x="6048375" y="3781425"/>
              <a:ext cx="5143500" cy="1162050"/>
            </a:xfrm>
            <a:custGeom>
              <a:avLst/>
              <a:gdLst/>
              <a:ahLst/>
              <a:cxnLst/>
              <a:rect l="l" t="t" r="r" b="b"/>
              <a:pathLst>
                <a:path w="5143500" h="1162050">
                  <a:moveTo>
                    <a:pt x="5143500" y="0"/>
                  </a:moveTo>
                  <a:lnTo>
                    <a:pt x="0" y="0"/>
                  </a:lnTo>
                  <a:lnTo>
                    <a:pt x="0" y="1162050"/>
                  </a:lnTo>
                  <a:lnTo>
                    <a:pt x="5143500" y="1162050"/>
                  </a:lnTo>
                  <a:lnTo>
                    <a:pt x="5143500" y="0"/>
                  </a:lnTo>
                  <a:close/>
                </a:path>
              </a:pathLst>
            </a:custGeom>
            <a:solidFill>
              <a:srgbClr val="765FFF"/>
            </a:solidFill>
          </p:spPr>
          <p:txBody>
            <a:bodyPr wrap="square" lIns="0" tIns="0" rIns="0" bIns="0" rtlCol="0"/>
            <a:lstStyle/>
            <a:p>
              <a:endParaRPr>
                <a:solidFill>
                  <a:srgbClr val="FFFFFF"/>
                </a:solidFill>
              </a:endParaRPr>
            </a:p>
          </p:txBody>
        </p:sp>
        <p:sp>
          <p:nvSpPr>
            <p:cNvPr id="24" name="object 14">
              <a:extLst>
                <a:ext uri="{FF2B5EF4-FFF2-40B4-BE49-F238E27FC236}">
                  <a16:creationId xmlns:a16="http://schemas.microsoft.com/office/drawing/2014/main" id="{D3424014-5F0F-A667-1C2C-959B067C161C}"/>
                </a:ext>
              </a:extLst>
            </p:cNvPr>
            <p:cNvSpPr/>
            <p:nvPr/>
          </p:nvSpPr>
          <p:spPr>
            <a:xfrm>
              <a:off x="6048375" y="3781425"/>
              <a:ext cx="5143500" cy="1162050"/>
            </a:xfrm>
            <a:custGeom>
              <a:avLst/>
              <a:gdLst/>
              <a:ahLst/>
              <a:cxnLst/>
              <a:rect l="l" t="t" r="r" b="b"/>
              <a:pathLst>
                <a:path w="5143500" h="1162050">
                  <a:moveTo>
                    <a:pt x="0" y="1162050"/>
                  </a:moveTo>
                  <a:lnTo>
                    <a:pt x="5143500" y="1162050"/>
                  </a:lnTo>
                  <a:lnTo>
                    <a:pt x="5143500" y="0"/>
                  </a:lnTo>
                  <a:lnTo>
                    <a:pt x="0" y="0"/>
                  </a:lnTo>
                  <a:lnTo>
                    <a:pt x="0" y="1162050"/>
                  </a:lnTo>
                  <a:close/>
                </a:path>
              </a:pathLst>
            </a:custGeom>
            <a:solidFill>
              <a:srgbClr val="765FFF"/>
            </a:solidFill>
            <a:ln w="19050">
              <a:solidFill>
                <a:srgbClr val="765FFF"/>
              </a:solidFill>
            </a:ln>
          </p:spPr>
          <p:txBody>
            <a:bodyPr wrap="square" lIns="0" tIns="0" rIns="0" bIns="0" rtlCol="0"/>
            <a:lstStyle/>
            <a:p>
              <a:endParaRPr dirty="0">
                <a:solidFill>
                  <a:srgbClr val="FFFFFF"/>
                </a:solidFill>
              </a:endParaRPr>
            </a:p>
          </p:txBody>
        </p:sp>
        <p:sp>
          <p:nvSpPr>
            <p:cNvPr id="25" name="object 15">
              <a:extLst>
                <a:ext uri="{FF2B5EF4-FFF2-40B4-BE49-F238E27FC236}">
                  <a16:creationId xmlns:a16="http://schemas.microsoft.com/office/drawing/2014/main" id="{BDA5B192-B404-F3EA-43A4-7C02570BD00F}"/>
                </a:ext>
              </a:extLst>
            </p:cNvPr>
            <p:cNvSpPr/>
            <p:nvPr/>
          </p:nvSpPr>
          <p:spPr>
            <a:xfrm>
              <a:off x="5943600" y="3695700"/>
              <a:ext cx="5143500" cy="1171575"/>
            </a:xfrm>
            <a:custGeom>
              <a:avLst/>
              <a:gdLst/>
              <a:ahLst/>
              <a:cxnLst/>
              <a:rect l="l" t="t" r="r" b="b"/>
              <a:pathLst>
                <a:path w="5143500" h="1171575">
                  <a:moveTo>
                    <a:pt x="5143500" y="0"/>
                  </a:moveTo>
                  <a:lnTo>
                    <a:pt x="0" y="0"/>
                  </a:lnTo>
                  <a:lnTo>
                    <a:pt x="0" y="1171575"/>
                  </a:lnTo>
                  <a:lnTo>
                    <a:pt x="5143500" y="1171575"/>
                  </a:lnTo>
                  <a:lnTo>
                    <a:pt x="5143500" y="0"/>
                  </a:lnTo>
                  <a:close/>
                </a:path>
              </a:pathLst>
            </a:custGeom>
            <a:solidFill>
              <a:srgbClr val="FFFFFF"/>
            </a:solidFill>
            <a:ln>
              <a:solidFill>
                <a:srgbClr val="765FFF"/>
              </a:solidFill>
            </a:ln>
          </p:spPr>
          <p:txBody>
            <a:bodyPr wrap="square" lIns="0" tIns="0" rIns="0" bIns="0" rtlCol="0"/>
            <a:lstStyle/>
            <a:p>
              <a:endParaRPr/>
            </a:p>
          </p:txBody>
        </p:sp>
      </p:grpSp>
      <p:sp>
        <p:nvSpPr>
          <p:cNvPr id="26" name="object 16">
            <a:extLst>
              <a:ext uri="{FF2B5EF4-FFF2-40B4-BE49-F238E27FC236}">
                <a16:creationId xmlns:a16="http://schemas.microsoft.com/office/drawing/2014/main" id="{67B663E5-80C0-C42B-5EA1-EF4B88F3C970}"/>
              </a:ext>
            </a:extLst>
          </p:cNvPr>
          <p:cNvSpPr txBox="1"/>
          <p:nvPr/>
        </p:nvSpPr>
        <p:spPr>
          <a:xfrm>
            <a:off x="425706" y="1166019"/>
            <a:ext cx="5143500" cy="1171575"/>
          </a:xfrm>
          <a:prstGeom prst="rect">
            <a:avLst/>
          </a:prstGeom>
          <a:ln w="19050">
            <a:solidFill>
              <a:srgbClr val="765FFF"/>
            </a:solidFill>
          </a:ln>
        </p:spPr>
        <p:txBody>
          <a:bodyPr vert="horz" wrap="square" lIns="0" tIns="143510" rIns="0" bIns="0" rtlCol="0">
            <a:spAutoFit/>
          </a:bodyPr>
          <a:lstStyle/>
          <a:p>
            <a:pPr marL="196850" marR="157480">
              <a:lnSpc>
                <a:spcPct val="103499"/>
              </a:lnSpc>
              <a:spcBef>
                <a:spcPts val="1130"/>
              </a:spcBef>
            </a:pPr>
            <a:r>
              <a:rPr sz="1250" b="1" spc="-25" dirty="0">
                <a:latin typeface="Segoe UI" pitchFamily="34" charset="0"/>
                <a:cs typeface="Arial"/>
              </a:rPr>
              <a:t>Their Work Is Highly Collaborative. Even If We Present Them with a Pivot, They Come Back and Tell US What the Pivot Really Is and What We Need to Do about IT Every Time We Thought the Pivot Was This, They Helped US Realize IT Was That.</a:t>
            </a:r>
          </a:p>
        </p:txBody>
      </p:sp>
      <p:sp>
        <p:nvSpPr>
          <p:cNvPr id="27" name="object 17">
            <a:extLst>
              <a:ext uri="{FF2B5EF4-FFF2-40B4-BE49-F238E27FC236}">
                <a16:creationId xmlns:a16="http://schemas.microsoft.com/office/drawing/2014/main" id="{CD560F55-EB28-FCA0-16D4-D890BAE1C76E}"/>
              </a:ext>
            </a:extLst>
          </p:cNvPr>
          <p:cNvSpPr txBox="1"/>
          <p:nvPr/>
        </p:nvSpPr>
        <p:spPr>
          <a:xfrm>
            <a:off x="3805175" y="2477548"/>
            <a:ext cx="1744345" cy="162224"/>
          </a:xfrm>
          <a:prstGeom prst="rect">
            <a:avLst/>
          </a:prstGeom>
        </p:spPr>
        <p:txBody>
          <a:bodyPr vert="horz" wrap="square" lIns="0" tIns="15875" rIns="0" bIns="0" rtlCol="0">
            <a:spAutoFit/>
          </a:bodyPr>
          <a:lstStyle/>
          <a:p>
            <a:pPr marL="12700">
              <a:lnSpc>
                <a:spcPct val="100000"/>
              </a:lnSpc>
              <a:spcBef>
                <a:spcPts val="125"/>
              </a:spcBef>
            </a:pPr>
            <a:r>
              <a:rPr lang="en-US" sz="950" i="1" spc="-10" dirty="0">
                <a:latin typeface="Arial" pitchFamily="34" charset="0"/>
                <a:cs typeface="Arial"/>
              </a:rPr>
              <a:t>Client quote</a:t>
            </a:r>
            <a:endParaRPr sz="950" spc="-10" dirty="0">
              <a:latin typeface="Arial" pitchFamily="34" charset="0"/>
              <a:cs typeface="Arial"/>
            </a:endParaRPr>
          </a:p>
        </p:txBody>
      </p:sp>
      <p:grpSp>
        <p:nvGrpSpPr>
          <p:cNvPr id="28" name="object 15">
            <a:extLst>
              <a:ext uri="{FF2B5EF4-FFF2-40B4-BE49-F238E27FC236}">
                <a16:creationId xmlns:a16="http://schemas.microsoft.com/office/drawing/2014/main" id="{133E65D2-D998-6EE8-CBE4-EBC60EEAD33F}"/>
              </a:ext>
            </a:extLst>
          </p:cNvPr>
          <p:cNvGrpSpPr/>
          <p:nvPr/>
        </p:nvGrpSpPr>
        <p:grpSpPr>
          <a:xfrm>
            <a:off x="1304925" y="2953748"/>
            <a:ext cx="4359275" cy="1054100"/>
            <a:chOff x="6291326" y="5129212"/>
            <a:chExt cx="4359275" cy="1054100"/>
          </a:xfrm>
        </p:grpSpPr>
        <p:sp>
          <p:nvSpPr>
            <p:cNvPr id="29" name="object 16">
              <a:extLst>
                <a:ext uri="{FF2B5EF4-FFF2-40B4-BE49-F238E27FC236}">
                  <a16:creationId xmlns:a16="http://schemas.microsoft.com/office/drawing/2014/main" id="{28ACF51A-071A-CD00-42A2-626EB3A8506A}"/>
                </a:ext>
              </a:extLst>
            </p:cNvPr>
            <p:cNvSpPr/>
            <p:nvPr/>
          </p:nvSpPr>
          <p:spPr>
            <a:xfrm>
              <a:off x="6367526" y="5195887"/>
              <a:ext cx="4276725" cy="981075"/>
            </a:xfrm>
            <a:custGeom>
              <a:avLst/>
              <a:gdLst/>
              <a:ahLst/>
              <a:cxnLst/>
              <a:rect l="l" t="t" r="r" b="b"/>
              <a:pathLst>
                <a:path w="4276725" h="981075">
                  <a:moveTo>
                    <a:pt x="4276725" y="0"/>
                  </a:moveTo>
                  <a:lnTo>
                    <a:pt x="0" y="0"/>
                  </a:lnTo>
                  <a:lnTo>
                    <a:pt x="0" y="981075"/>
                  </a:lnTo>
                  <a:lnTo>
                    <a:pt x="4276725" y="981075"/>
                  </a:lnTo>
                  <a:lnTo>
                    <a:pt x="4276725" y="0"/>
                  </a:lnTo>
                  <a:close/>
                </a:path>
              </a:pathLst>
            </a:custGeom>
            <a:solidFill>
              <a:srgbClr val="765FFF"/>
            </a:solidFill>
            <a:ln>
              <a:solidFill>
                <a:srgbClr val="765FFF"/>
              </a:solidFill>
            </a:ln>
          </p:spPr>
          <p:txBody>
            <a:bodyPr wrap="square" lIns="0" tIns="0" rIns="0" bIns="0" rtlCol="0"/>
            <a:lstStyle/>
            <a:p>
              <a:endParaRPr>
                <a:solidFill>
                  <a:srgbClr val="FFFFFF"/>
                </a:solidFill>
              </a:endParaRPr>
            </a:p>
          </p:txBody>
        </p:sp>
        <p:sp>
          <p:nvSpPr>
            <p:cNvPr id="30" name="object 17">
              <a:extLst>
                <a:ext uri="{FF2B5EF4-FFF2-40B4-BE49-F238E27FC236}">
                  <a16:creationId xmlns:a16="http://schemas.microsoft.com/office/drawing/2014/main" id="{53D0A80D-C5CB-9AD1-CA87-CC152135538B}"/>
                </a:ext>
              </a:extLst>
            </p:cNvPr>
            <p:cNvSpPr/>
            <p:nvPr/>
          </p:nvSpPr>
          <p:spPr>
            <a:xfrm>
              <a:off x="6367526" y="5195887"/>
              <a:ext cx="4276725" cy="981075"/>
            </a:xfrm>
            <a:custGeom>
              <a:avLst/>
              <a:gdLst/>
              <a:ahLst/>
              <a:cxnLst/>
              <a:rect l="l" t="t" r="r" b="b"/>
              <a:pathLst>
                <a:path w="4276725" h="981075">
                  <a:moveTo>
                    <a:pt x="0" y="981075"/>
                  </a:moveTo>
                  <a:lnTo>
                    <a:pt x="4276725" y="981075"/>
                  </a:lnTo>
                  <a:lnTo>
                    <a:pt x="4276725" y="0"/>
                  </a:lnTo>
                  <a:lnTo>
                    <a:pt x="0" y="0"/>
                  </a:lnTo>
                  <a:lnTo>
                    <a:pt x="0" y="981075"/>
                  </a:lnTo>
                  <a:close/>
                </a:path>
              </a:pathLst>
            </a:custGeom>
            <a:ln w="12700">
              <a:solidFill>
                <a:srgbClr val="765FFF"/>
              </a:solidFill>
            </a:ln>
          </p:spPr>
          <p:txBody>
            <a:bodyPr wrap="square" lIns="0" tIns="0" rIns="0" bIns="0" rtlCol="0"/>
            <a:lstStyle/>
            <a:p>
              <a:endParaRPr/>
            </a:p>
          </p:txBody>
        </p:sp>
        <p:sp>
          <p:nvSpPr>
            <p:cNvPr id="31" name="object 18">
              <a:extLst>
                <a:ext uri="{FF2B5EF4-FFF2-40B4-BE49-F238E27FC236}">
                  <a16:creationId xmlns:a16="http://schemas.microsoft.com/office/drawing/2014/main" id="{A237E8F9-3180-3483-04D2-3F5B2ACFFF1E}"/>
                </a:ext>
              </a:extLst>
            </p:cNvPr>
            <p:cNvSpPr/>
            <p:nvPr/>
          </p:nvSpPr>
          <p:spPr>
            <a:xfrm>
              <a:off x="6291326" y="5129212"/>
              <a:ext cx="4276725" cy="981075"/>
            </a:xfrm>
            <a:custGeom>
              <a:avLst/>
              <a:gdLst/>
              <a:ahLst/>
              <a:cxnLst/>
              <a:rect l="l" t="t" r="r" b="b"/>
              <a:pathLst>
                <a:path w="4276725" h="981075">
                  <a:moveTo>
                    <a:pt x="4276725" y="0"/>
                  </a:moveTo>
                  <a:lnTo>
                    <a:pt x="0" y="0"/>
                  </a:lnTo>
                  <a:lnTo>
                    <a:pt x="0" y="981075"/>
                  </a:lnTo>
                  <a:lnTo>
                    <a:pt x="4276725" y="981075"/>
                  </a:lnTo>
                  <a:lnTo>
                    <a:pt x="4276725" y="0"/>
                  </a:lnTo>
                  <a:close/>
                </a:path>
              </a:pathLst>
            </a:custGeom>
            <a:solidFill>
              <a:srgbClr val="FFFFFF"/>
            </a:solidFill>
          </p:spPr>
          <p:txBody>
            <a:bodyPr wrap="square" lIns="0" tIns="0" rIns="0" bIns="0" rtlCol="0"/>
            <a:lstStyle/>
            <a:p>
              <a:endParaRPr/>
            </a:p>
          </p:txBody>
        </p:sp>
      </p:grpSp>
      <p:sp>
        <p:nvSpPr>
          <p:cNvPr id="32" name="object 20">
            <a:extLst>
              <a:ext uri="{FF2B5EF4-FFF2-40B4-BE49-F238E27FC236}">
                <a16:creationId xmlns:a16="http://schemas.microsoft.com/office/drawing/2014/main" id="{18CAB0B4-8412-77EE-0E4D-B8B5C9D05AAD}"/>
              </a:ext>
            </a:extLst>
          </p:cNvPr>
          <p:cNvSpPr txBox="1"/>
          <p:nvPr/>
        </p:nvSpPr>
        <p:spPr>
          <a:xfrm>
            <a:off x="1304925" y="2972998"/>
            <a:ext cx="4276725" cy="955454"/>
          </a:xfrm>
          <a:prstGeom prst="rect">
            <a:avLst/>
          </a:prstGeom>
          <a:ln w="12700">
            <a:solidFill>
              <a:srgbClr val="765FFF"/>
            </a:solidFill>
          </a:ln>
        </p:spPr>
        <p:txBody>
          <a:bodyPr vert="horz" wrap="square" lIns="0" tIns="160020" rIns="0" bIns="0" rtlCol="0">
            <a:spAutoFit/>
          </a:bodyPr>
          <a:lstStyle/>
          <a:p>
            <a:pPr marL="254635" marR="339725">
              <a:lnSpc>
                <a:spcPct val="105200"/>
              </a:lnSpc>
              <a:spcBef>
                <a:spcPts val="1260"/>
              </a:spcBef>
            </a:pPr>
            <a:r>
              <a:rPr sz="1250" spc="-10" dirty="0">
                <a:latin typeface="Arial" pitchFamily="34" charset="0"/>
                <a:cs typeface="Arial"/>
              </a:rPr>
              <a:t>They’re critical partners. </a:t>
            </a:r>
            <a:r>
              <a:rPr sz="1250" b="1" spc="-10" dirty="0">
                <a:latin typeface="Segoe UI" pitchFamily="34" charset="0"/>
                <a:cs typeface="Arial"/>
              </a:rPr>
              <a:t>They will challenge our assumptions; </a:t>
            </a:r>
            <a:r>
              <a:rPr sz="1250" spc="-10" dirty="0">
                <a:latin typeface="Arial" pitchFamily="34" charset="0"/>
                <a:cs typeface="Arial"/>
              </a:rPr>
              <a:t>they never just tell us what we want to hear.</a:t>
            </a:r>
            <a:br>
              <a:rPr lang="en-US" sz="1250" spc="-10" dirty="0">
                <a:latin typeface="Arial" pitchFamily="34" charset="0"/>
                <a:cs typeface="Arial"/>
              </a:rPr>
            </a:br>
            <a:endParaRPr lang="en-US" sz="1250" spc="-10" dirty="0">
              <a:latin typeface="Arial" pitchFamily="34" charset="0"/>
              <a:cs typeface="Arial"/>
            </a:endParaRPr>
          </a:p>
        </p:txBody>
      </p:sp>
      <p:sp>
        <p:nvSpPr>
          <p:cNvPr id="33" name="object 17">
            <a:extLst>
              <a:ext uri="{FF2B5EF4-FFF2-40B4-BE49-F238E27FC236}">
                <a16:creationId xmlns:a16="http://schemas.microsoft.com/office/drawing/2014/main" id="{DCEDCA81-F224-BF09-DD81-BF0144D9F390}"/>
              </a:ext>
            </a:extLst>
          </p:cNvPr>
          <p:cNvSpPr txBox="1"/>
          <p:nvPr/>
        </p:nvSpPr>
        <p:spPr>
          <a:xfrm>
            <a:off x="3837305" y="4129043"/>
            <a:ext cx="1744345" cy="162224"/>
          </a:xfrm>
          <a:prstGeom prst="rect">
            <a:avLst/>
          </a:prstGeom>
        </p:spPr>
        <p:txBody>
          <a:bodyPr vert="horz" wrap="square" lIns="0" tIns="15875" rIns="0" bIns="0" rtlCol="0">
            <a:spAutoFit/>
          </a:bodyPr>
          <a:lstStyle/>
          <a:p>
            <a:pPr marL="12700">
              <a:lnSpc>
                <a:spcPct val="100000"/>
              </a:lnSpc>
              <a:spcBef>
                <a:spcPts val="125"/>
              </a:spcBef>
            </a:pPr>
            <a:r>
              <a:rPr lang="en-US" sz="950" i="1" spc="-10" dirty="0">
                <a:latin typeface="Arial" pitchFamily="34" charset="0"/>
                <a:cs typeface="Arial"/>
              </a:rPr>
              <a:t>Client quote</a:t>
            </a:r>
            <a:endParaRPr sz="950" spc="-10" dirty="0">
              <a:latin typeface="Arial" pitchFamily="34" charset="0"/>
              <a:cs typeface="Arial"/>
            </a:endParaRPr>
          </a:p>
        </p:txBody>
      </p:sp>
    </p:spTree>
    <p:extLst>
      <p:ext uri="{BB962C8B-B14F-4D97-AF65-F5344CB8AC3E}">
        <p14:creationId xmlns:p14="http://schemas.microsoft.com/office/powerpoint/2010/main" val="2880809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EE18F7-E8FC-5F0C-D432-C136F586CCA9}"/>
              </a:ext>
            </a:extLst>
          </p:cNvPr>
          <p:cNvSpPr>
            <a:spLocks noGrp="1"/>
          </p:cNvSpPr>
          <p:nvPr>
            <p:ph type="sldNum" sz="quarter" idx="4"/>
          </p:nvPr>
        </p:nvSpPr>
        <p:spPr/>
        <p:txBody>
          <a:bodyPr/>
          <a:lstStyle/>
          <a:p>
            <a:pPr algn="ctr"/>
            <a:fld id="{1875A764-3B06-454E-8ABA-2F6ED0EB58E9}" type="slidenum">
              <a:rPr lang="en-US" smtClean="0"/>
              <a:t>8</a:t>
            </a:fld>
            <a:endParaRPr lang="en-US"/>
          </a:p>
        </p:txBody>
      </p:sp>
      <p:sp>
        <p:nvSpPr>
          <p:cNvPr id="3" name="Title 2">
            <a:extLst>
              <a:ext uri="{FF2B5EF4-FFF2-40B4-BE49-F238E27FC236}">
                <a16:creationId xmlns:a16="http://schemas.microsoft.com/office/drawing/2014/main" id="{F151065F-4900-3A70-F08A-A6D7D4CAA8D8}"/>
              </a:ext>
            </a:extLst>
          </p:cNvPr>
          <p:cNvSpPr>
            <a:spLocks noGrp="1"/>
          </p:cNvSpPr>
          <p:nvPr>
            <p:ph type="title"/>
          </p:nvPr>
        </p:nvSpPr>
        <p:spPr/>
        <p:txBody>
          <a:bodyPr/>
          <a:lstStyle/>
          <a:p>
            <a:r>
              <a:rPr lang="en-US" spc="-25" dirty="0"/>
              <a:t>Infusing Talent to Value into Core HR Practices</a:t>
            </a:r>
            <a:endParaRPr lang="en-US" dirty="0"/>
          </a:p>
        </p:txBody>
      </p:sp>
      <p:sp>
        <p:nvSpPr>
          <p:cNvPr id="31" name="Oval 30">
            <a:hlinkClick r:id="" action="ppaction://noaction"/>
            <a:extLst>
              <a:ext uri="{FF2B5EF4-FFF2-40B4-BE49-F238E27FC236}">
                <a16:creationId xmlns:a16="http://schemas.microsoft.com/office/drawing/2014/main" id="{8A7F5C67-48EF-C9E4-82EF-DB00D0EB9F0B}"/>
              </a:ext>
            </a:extLst>
          </p:cNvPr>
          <p:cNvSpPr/>
          <p:nvPr/>
        </p:nvSpPr>
        <p:spPr>
          <a:xfrm>
            <a:off x="9398045" y="3008219"/>
            <a:ext cx="1097280" cy="109728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cxnSp>
        <p:nvCxnSpPr>
          <p:cNvPr id="32" name="Straight Connector 31">
            <a:extLst>
              <a:ext uri="{FF2B5EF4-FFF2-40B4-BE49-F238E27FC236}">
                <a16:creationId xmlns:a16="http://schemas.microsoft.com/office/drawing/2014/main" id="{7B2F8A90-9711-13C5-ABC8-2F328D8476A1}"/>
              </a:ext>
            </a:extLst>
          </p:cNvPr>
          <p:cNvCxnSpPr/>
          <p:nvPr/>
        </p:nvCxnSpPr>
        <p:spPr>
          <a:xfrm>
            <a:off x="3841861" y="1497335"/>
            <a:ext cx="0" cy="4502965"/>
          </a:xfrm>
          <a:prstGeom prst="line">
            <a:avLst/>
          </a:prstGeom>
          <a:ln w="19050">
            <a:solidFill>
              <a:srgbClr val="1D1D1D"/>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D82FB4B4-77B2-D4AD-180C-FC2186187296}"/>
              </a:ext>
            </a:extLst>
          </p:cNvPr>
          <p:cNvSpPr/>
          <p:nvPr/>
        </p:nvSpPr>
        <p:spPr>
          <a:xfrm>
            <a:off x="6972616" y="1194275"/>
            <a:ext cx="1097280" cy="109728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a:ln>
                <a:noFill/>
              </a:ln>
              <a:solidFill>
                <a:srgbClr val="1D1D1D"/>
              </a:solidFill>
              <a:effectLst/>
              <a:uLnTx/>
              <a:uFillTx/>
              <a:latin typeface="Segoe UI" pitchFamily="34" charset="0"/>
              <a:ea typeface="+mn-ea"/>
              <a:cs typeface="+mn-cs"/>
            </a:endParaRPr>
          </a:p>
        </p:txBody>
      </p:sp>
      <p:sp>
        <p:nvSpPr>
          <p:cNvPr id="34" name="TextBox 33">
            <a:hlinkClick r:id="" action="ppaction://noaction"/>
            <a:extLst>
              <a:ext uri="{FF2B5EF4-FFF2-40B4-BE49-F238E27FC236}">
                <a16:creationId xmlns:a16="http://schemas.microsoft.com/office/drawing/2014/main" id="{963ECFA8-A76E-BD6C-192A-8400945BAD02}"/>
              </a:ext>
            </a:extLst>
          </p:cNvPr>
          <p:cNvSpPr txBox="1"/>
          <p:nvPr/>
        </p:nvSpPr>
        <p:spPr>
          <a:xfrm>
            <a:off x="6599236" y="2263302"/>
            <a:ext cx="1844039" cy="318100"/>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67"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Succession Planning</a:t>
            </a:r>
          </a:p>
        </p:txBody>
      </p:sp>
      <p:pic>
        <p:nvPicPr>
          <p:cNvPr id="35" name="Picture 34" descr="Connect roles and talent">
            <a:hlinkClick r:id="" action="ppaction://noaction"/>
            <a:extLst>
              <a:ext uri="{FF2B5EF4-FFF2-40B4-BE49-F238E27FC236}">
                <a16:creationId xmlns:a16="http://schemas.microsoft.com/office/drawing/2014/main" id="{BCDBEC13-EA46-646F-A037-6646CAED9AE9}"/>
              </a:ext>
            </a:extLst>
          </p:cNvPr>
          <p:cNvPicPr>
            <a:picLocks noChangeAspect="1"/>
          </p:cNvPicPr>
          <p:nvPr/>
        </p:nvPicPr>
        <p:blipFill>
          <a:blip r:embed="rId2">
            <a:duotone>
              <a:srgbClr val="765FFF"/>
              <a:srgbClr val="FFFFFF"/>
            </a:duotone>
          </a:blip>
          <a:stretch>
            <a:fillRect/>
          </a:stretch>
        </p:blipFill>
        <p:spPr>
          <a:xfrm>
            <a:off x="6890070" y="1074936"/>
            <a:ext cx="1343999" cy="1343999"/>
          </a:xfrm>
          <a:prstGeom prst="rect">
            <a:avLst/>
          </a:prstGeom>
        </p:spPr>
      </p:pic>
      <p:sp>
        <p:nvSpPr>
          <p:cNvPr id="36" name="Oval 35">
            <a:hlinkClick r:id="" action="ppaction://noaction"/>
            <a:extLst>
              <a:ext uri="{FF2B5EF4-FFF2-40B4-BE49-F238E27FC236}">
                <a16:creationId xmlns:a16="http://schemas.microsoft.com/office/drawing/2014/main" id="{0A65B553-D215-8C7E-BA5A-F9589B126E25}"/>
              </a:ext>
            </a:extLst>
          </p:cNvPr>
          <p:cNvSpPr/>
          <p:nvPr/>
        </p:nvSpPr>
        <p:spPr>
          <a:xfrm>
            <a:off x="7002774" y="3074971"/>
            <a:ext cx="1097280" cy="109728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37" name="TextBox 36">
            <a:extLst>
              <a:ext uri="{FF2B5EF4-FFF2-40B4-BE49-F238E27FC236}">
                <a16:creationId xmlns:a16="http://schemas.microsoft.com/office/drawing/2014/main" id="{86BC967A-8137-1D99-0949-5B35E7338FE5}"/>
              </a:ext>
            </a:extLst>
          </p:cNvPr>
          <p:cNvSpPr txBox="1"/>
          <p:nvPr/>
        </p:nvSpPr>
        <p:spPr>
          <a:xfrm>
            <a:off x="9130479" y="4163046"/>
            <a:ext cx="1676399" cy="54386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67"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M&amp;A Due Diligence</a:t>
            </a:r>
          </a:p>
        </p:txBody>
      </p:sp>
      <p:sp>
        <p:nvSpPr>
          <p:cNvPr id="38" name="Oval 37">
            <a:hlinkClick r:id="" action="ppaction://noaction"/>
            <a:extLst>
              <a:ext uri="{FF2B5EF4-FFF2-40B4-BE49-F238E27FC236}">
                <a16:creationId xmlns:a16="http://schemas.microsoft.com/office/drawing/2014/main" id="{8194997F-A40B-6D38-F38E-9A6E9EC592F6}"/>
              </a:ext>
            </a:extLst>
          </p:cNvPr>
          <p:cNvSpPr/>
          <p:nvPr/>
        </p:nvSpPr>
        <p:spPr>
          <a:xfrm>
            <a:off x="4546278" y="3140228"/>
            <a:ext cx="1097280" cy="109728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39" name="TextBox 38">
            <a:extLst>
              <a:ext uri="{FF2B5EF4-FFF2-40B4-BE49-F238E27FC236}">
                <a16:creationId xmlns:a16="http://schemas.microsoft.com/office/drawing/2014/main" id="{7476E240-B97D-89D7-86C2-F236EF184456}"/>
              </a:ext>
            </a:extLst>
          </p:cNvPr>
          <p:cNvSpPr txBox="1"/>
          <p:nvPr/>
        </p:nvSpPr>
        <p:spPr>
          <a:xfrm>
            <a:off x="4069408" y="4245684"/>
            <a:ext cx="2037016" cy="318100"/>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67"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Assessment</a:t>
            </a:r>
            <a:endParaRPr kumimoji="0" lang="en-US" sz="1467"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Lato" panose="020F0502020204030203" pitchFamily="34" charset="0"/>
            </a:endParaRPr>
          </a:p>
        </p:txBody>
      </p:sp>
      <p:pic>
        <p:nvPicPr>
          <p:cNvPr id="40" name="Picture 39">
            <a:hlinkClick r:id="" action="ppaction://noaction"/>
            <a:extLst>
              <a:ext uri="{FF2B5EF4-FFF2-40B4-BE49-F238E27FC236}">
                <a16:creationId xmlns:a16="http://schemas.microsoft.com/office/drawing/2014/main" id="{189FDC72-204E-9B8E-9074-9688FEB06377}"/>
              </a:ext>
            </a:extLst>
          </p:cNvPr>
          <p:cNvPicPr>
            <a:picLocks noChangeAspect="1"/>
          </p:cNvPicPr>
          <p:nvPr/>
        </p:nvPicPr>
        <p:blipFill>
          <a:blip r:embed="rId3">
            <a:duotone>
              <a:srgbClr val="765FFF"/>
              <a:srgbClr val="FFFFFF"/>
            </a:duotone>
          </a:blip>
          <a:stretch>
            <a:fillRect/>
          </a:stretch>
        </p:blipFill>
        <p:spPr>
          <a:xfrm>
            <a:off x="4660246" y="3260033"/>
            <a:ext cx="869337" cy="865846"/>
          </a:xfrm>
          <a:prstGeom prst="rect">
            <a:avLst/>
          </a:prstGeom>
        </p:spPr>
      </p:pic>
      <p:sp>
        <p:nvSpPr>
          <p:cNvPr id="41" name="Oval 40">
            <a:hlinkClick r:id="" action="ppaction://noaction"/>
            <a:extLst>
              <a:ext uri="{FF2B5EF4-FFF2-40B4-BE49-F238E27FC236}">
                <a16:creationId xmlns:a16="http://schemas.microsoft.com/office/drawing/2014/main" id="{ECA55FC8-3526-F209-2E32-8A32D9F71B56}"/>
              </a:ext>
            </a:extLst>
          </p:cNvPr>
          <p:cNvSpPr/>
          <p:nvPr/>
        </p:nvSpPr>
        <p:spPr>
          <a:xfrm>
            <a:off x="9367201" y="1159409"/>
            <a:ext cx="1097280" cy="1097279"/>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a:ln>
                <a:noFill/>
              </a:ln>
              <a:solidFill>
                <a:srgbClr val="1D1D1D"/>
              </a:solidFill>
              <a:effectLst/>
              <a:uLnTx/>
              <a:uFillTx/>
              <a:latin typeface="Segoe UI" pitchFamily="34" charset="0"/>
              <a:ea typeface="+mn-ea"/>
              <a:cs typeface="+mn-cs"/>
            </a:endParaRPr>
          </a:p>
        </p:txBody>
      </p:sp>
      <p:sp>
        <p:nvSpPr>
          <p:cNvPr id="42" name="TextBox 41">
            <a:extLst>
              <a:ext uri="{FF2B5EF4-FFF2-40B4-BE49-F238E27FC236}">
                <a16:creationId xmlns:a16="http://schemas.microsoft.com/office/drawing/2014/main" id="{E9EA7700-5367-2F59-6848-36638C85666F}"/>
              </a:ext>
            </a:extLst>
          </p:cNvPr>
          <p:cNvSpPr txBox="1"/>
          <p:nvPr/>
        </p:nvSpPr>
        <p:spPr>
          <a:xfrm>
            <a:off x="9077642" y="2262876"/>
            <a:ext cx="1676399" cy="54386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67"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Top Team Mobilization</a:t>
            </a:r>
          </a:p>
        </p:txBody>
      </p:sp>
      <p:pic>
        <p:nvPicPr>
          <p:cNvPr id="43" name="Picture 42" descr="Mobilize">
            <a:hlinkClick r:id="" action="ppaction://noaction"/>
            <a:extLst>
              <a:ext uri="{FF2B5EF4-FFF2-40B4-BE49-F238E27FC236}">
                <a16:creationId xmlns:a16="http://schemas.microsoft.com/office/drawing/2014/main" id="{3EF32FF4-29EF-1023-DBA1-D0041B7FD968}"/>
              </a:ext>
            </a:extLst>
          </p:cNvPr>
          <p:cNvPicPr>
            <a:picLocks noChangeAspect="1"/>
          </p:cNvPicPr>
          <p:nvPr/>
        </p:nvPicPr>
        <p:blipFill>
          <a:blip r:embed="rId4">
            <a:duotone>
              <a:srgbClr val="765FFF"/>
              <a:srgbClr val="FFFFFF"/>
            </a:duotone>
          </a:blip>
          <a:stretch>
            <a:fillRect/>
          </a:stretch>
        </p:blipFill>
        <p:spPr>
          <a:xfrm>
            <a:off x="9435841" y="1197261"/>
            <a:ext cx="960000" cy="959999"/>
          </a:xfrm>
          <a:prstGeom prst="rect">
            <a:avLst/>
          </a:prstGeom>
        </p:spPr>
      </p:pic>
      <p:pic>
        <p:nvPicPr>
          <p:cNvPr id="44" name="Picture 43">
            <a:extLst>
              <a:ext uri="{FF2B5EF4-FFF2-40B4-BE49-F238E27FC236}">
                <a16:creationId xmlns:a16="http://schemas.microsoft.com/office/drawing/2014/main" id="{F55020F0-E535-C0FE-04F5-33215161F4BB}"/>
              </a:ext>
            </a:extLst>
          </p:cNvPr>
          <p:cNvPicPr>
            <a:picLocks noChangeAspect="1"/>
          </p:cNvPicPr>
          <p:nvPr/>
        </p:nvPicPr>
        <p:blipFill>
          <a:blip r:embed="rId5">
            <a:duotone>
              <a:srgbClr val="765FFF"/>
              <a:srgbClr val="FFFFFF"/>
            </a:duotone>
          </a:blip>
          <a:srcRect l="101" r="101"/>
          <a:stretch/>
        </p:blipFill>
        <p:spPr>
          <a:xfrm>
            <a:off x="1443634" y="2429230"/>
            <a:ext cx="1161600" cy="1056000"/>
          </a:xfrm>
          <a:prstGeom prst="rect">
            <a:avLst/>
          </a:prstGeom>
        </p:spPr>
      </p:pic>
      <p:sp>
        <p:nvSpPr>
          <p:cNvPr id="45" name="TextBox 44">
            <a:extLst>
              <a:ext uri="{FF2B5EF4-FFF2-40B4-BE49-F238E27FC236}">
                <a16:creationId xmlns:a16="http://schemas.microsoft.com/office/drawing/2014/main" id="{C067EEAC-C80E-13EE-1049-D00F5AD4B822}"/>
              </a:ext>
            </a:extLst>
          </p:cNvPr>
          <p:cNvSpPr txBox="1"/>
          <p:nvPr/>
        </p:nvSpPr>
        <p:spPr>
          <a:xfrm>
            <a:off x="695798" y="3697042"/>
            <a:ext cx="2918517" cy="646331"/>
          </a:xfrm>
          <a:prstGeom prst="rect">
            <a:avLst/>
          </a:prstGeom>
          <a:noFill/>
        </p:spPr>
        <p:txBody>
          <a:bodyPr wrap="square" lIns="91440" tIns="45720" rIns="91440" bIns="45720"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“Talent to Value significantly progresses…. </a:t>
            </a:r>
          </a:p>
        </p:txBody>
      </p:sp>
      <p:sp>
        <p:nvSpPr>
          <p:cNvPr id="46" name="TextBox 45">
            <a:extLst>
              <a:ext uri="{FF2B5EF4-FFF2-40B4-BE49-F238E27FC236}">
                <a16:creationId xmlns:a16="http://schemas.microsoft.com/office/drawing/2014/main" id="{FC70F19B-989C-E54B-13E5-984853EC287D}"/>
              </a:ext>
            </a:extLst>
          </p:cNvPr>
          <p:cNvSpPr txBox="1"/>
          <p:nvPr/>
        </p:nvSpPr>
        <p:spPr>
          <a:xfrm>
            <a:off x="6859138" y="4125879"/>
            <a:ext cx="1514088" cy="543867"/>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a:solidFill>
                  <a:srgbClr val="1D1D1D"/>
                </a:solidFill>
                <a:latin typeface="Arial" pitchFamily="34" charset="0"/>
                <a:ea typeface="Lato Light" panose="020F0502020204030203" pitchFamily="34" charset="0"/>
                <a:cs typeface="Lato Light" panose="020F0502020204030203" pitchFamily="34" charset="0"/>
              </a:rPr>
              <a:t>Organization Cost-Out</a:t>
            </a:r>
          </a:p>
        </p:txBody>
      </p:sp>
      <p:sp>
        <p:nvSpPr>
          <p:cNvPr id="47" name="Oval 46">
            <a:hlinkClick r:id="" action="ppaction://noaction"/>
            <a:extLst>
              <a:ext uri="{FF2B5EF4-FFF2-40B4-BE49-F238E27FC236}">
                <a16:creationId xmlns:a16="http://schemas.microsoft.com/office/drawing/2014/main" id="{58885FA5-B135-FD96-957F-1AD9CD3B1261}"/>
              </a:ext>
            </a:extLst>
          </p:cNvPr>
          <p:cNvSpPr/>
          <p:nvPr/>
        </p:nvSpPr>
        <p:spPr>
          <a:xfrm>
            <a:off x="4495485" y="1254333"/>
            <a:ext cx="1097280" cy="109728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a:ln>
                <a:noFill/>
              </a:ln>
              <a:solidFill>
                <a:srgbClr val="1D1D1D"/>
              </a:solidFill>
              <a:effectLst/>
              <a:uLnTx/>
              <a:uFillTx/>
              <a:latin typeface="Segoe UI" pitchFamily="34" charset="0"/>
              <a:ea typeface="+mn-ea"/>
              <a:cs typeface="+mn-cs"/>
            </a:endParaRPr>
          </a:p>
        </p:txBody>
      </p:sp>
      <p:sp>
        <p:nvSpPr>
          <p:cNvPr id="48" name="TextBox 47">
            <a:extLst>
              <a:ext uri="{FF2B5EF4-FFF2-40B4-BE49-F238E27FC236}">
                <a16:creationId xmlns:a16="http://schemas.microsoft.com/office/drawing/2014/main" id="{B3C65FAC-7556-4CCC-F673-C79A3733D16D}"/>
              </a:ext>
            </a:extLst>
          </p:cNvPr>
          <p:cNvSpPr txBox="1"/>
          <p:nvPr/>
        </p:nvSpPr>
        <p:spPr>
          <a:xfrm>
            <a:off x="4391198" y="2318085"/>
            <a:ext cx="1514088" cy="318100"/>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dirty="0">
                <a:solidFill>
                  <a:srgbClr val="1D1D1D"/>
                </a:solidFill>
                <a:latin typeface="Arial" pitchFamily="34" charset="0"/>
                <a:ea typeface="Lato Light" panose="020F0502020204030203" pitchFamily="34" charset="0"/>
                <a:cs typeface="Lato Light" panose="020F0502020204030203" pitchFamily="34" charset="0"/>
              </a:rPr>
              <a:t>CEO Success</a:t>
            </a:r>
          </a:p>
        </p:txBody>
      </p:sp>
      <p:pic>
        <p:nvPicPr>
          <p:cNvPr id="49" name="Graphic 39" descr="Male profile with solid fill">
            <a:extLst>
              <a:ext uri="{FF2B5EF4-FFF2-40B4-BE49-F238E27FC236}">
                <a16:creationId xmlns:a16="http://schemas.microsoft.com/office/drawing/2014/main" id="{FC953E23-1ED0-AFC8-5A2E-972089BC1789}"/>
              </a:ext>
            </a:extLst>
          </p:cNvPr>
          <p:cNvPicPr>
            <a:picLocks noChangeAspect="1"/>
          </p:cNvPicPr>
          <p:nvPr/>
        </p:nvPicPr>
        <p:blipFill>
          <a:blip r:embed="rId6">
            <a:duotone>
              <a:srgbClr val="765FFF"/>
              <a:srgbClr val="FFFFFF"/>
            </a:duotone>
          </a:blip>
          <a:stretch>
            <a:fillRect/>
          </a:stretch>
        </p:blipFill>
        <p:spPr>
          <a:xfrm>
            <a:off x="4746333" y="1479241"/>
            <a:ext cx="608275" cy="608275"/>
          </a:xfrm>
          <a:prstGeom prst="rect">
            <a:avLst/>
          </a:prstGeom>
        </p:spPr>
      </p:pic>
      <p:pic>
        <p:nvPicPr>
          <p:cNvPr id="50" name="Picture 49">
            <a:hlinkClick r:id="" action="ppaction://noaction"/>
            <a:extLst>
              <a:ext uri="{FF2B5EF4-FFF2-40B4-BE49-F238E27FC236}">
                <a16:creationId xmlns:a16="http://schemas.microsoft.com/office/drawing/2014/main" id="{4341042C-3F3C-3212-5590-B0FE6DDBFCE0}"/>
              </a:ext>
            </a:extLst>
          </p:cNvPr>
          <p:cNvPicPr>
            <a:picLocks noChangeAspect="1"/>
          </p:cNvPicPr>
          <p:nvPr/>
        </p:nvPicPr>
        <p:blipFill>
          <a:blip r:embed="rId7">
            <a:duotone>
              <a:srgbClr val="765FFF"/>
              <a:srgbClr val="FFFFFF"/>
            </a:duotone>
          </a:blip>
          <a:stretch>
            <a:fillRect/>
          </a:stretch>
        </p:blipFill>
        <p:spPr>
          <a:xfrm rot="635590">
            <a:off x="9631344" y="3209547"/>
            <a:ext cx="630679" cy="630679"/>
          </a:xfrm>
          <a:prstGeom prst="rect">
            <a:avLst/>
          </a:prstGeom>
        </p:spPr>
      </p:pic>
      <p:pic>
        <p:nvPicPr>
          <p:cNvPr id="51" name="Graphic 42" descr="Search Inventory outline">
            <a:extLst>
              <a:ext uri="{FF2B5EF4-FFF2-40B4-BE49-F238E27FC236}">
                <a16:creationId xmlns:a16="http://schemas.microsoft.com/office/drawing/2014/main" id="{2D159C74-40E2-2561-AF51-CB7145771F38}"/>
              </a:ext>
            </a:extLst>
          </p:cNvPr>
          <p:cNvPicPr>
            <a:picLocks noChangeAspect="1"/>
          </p:cNvPicPr>
          <p:nvPr/>
        </p:nvPicPr>
        <p:blipFill>
          <a:blip r:embed="rId8">
            <a:duotone>
              <a:srgbClr val="765FFF"/>
              <a:srgbClr val="FFFFFF"/>
            </a:duotone>
          </a:blip>
          <a:stretch>
            <a:fillRect/>
          </a:stretch>
        </p:blipFill>
        <p:spPr>
          <a:xfrm>
            <a:off x="7194482" y="3265009"/>
            <a:ext cx="707402" cy="707402"/>
          </a:xfrm>
          <a:prstGeom prst="rect">
            <a:avLst/>
          </a:prstGeom>
        </p:spPr>
      </p:pic>
      <p:sp>
        <p:nvSpPr>
          <p:cNvPr id="52" name="TextBox 51">
            <a:extLst>
              <a:ext uri="{FF2B5EF4-FFF2-40B4-BE49-F238E27FC236}">
                <a16:creationId xmlns:a16="http://schemas.microsoft.com/office/drawing/2014/main" id="{129EC4EE-96DA-F658-27DE-B7AFA4DC1E39}"/>
              </a:ext>
            </a:extLst>
          </p:cNvPr>
          <p:cNvSpPr txBox="1"/>
          <p:nvPr/>
        </p:nvSpPr>
        <p:spPr>
          <a:xfrm>
            <a:off x="5680927" y="5958995"/>
            <a:ext cx="1513555" cy="543867"/>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dirty="0">
                <a:solidFill>
                  <a:srgbClr val="1D1D1D"/>
                </a:solidFill>
                <a:latin typeface="Arial" pitchFamily="34" charset="0"/>
                <a:ea typeface="Lato Light" panose="020F0502020204030203" pitchFamily="34" charset="0"/>
                <a:cs typeface="Lato Light" panose="020F0502020204030203" pitchFamily="34" charset="0"/>
              </a:rPr>
              <a:t>Capability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dirty="0">
                <a:solidFill>
                  <a:srgbClr val="1D1D1D"/>
                </a:solidFill>
                <a:latin typeface="Arial" pitchFamily="34" charset="0"/>
                <a:ea typeface="Lato Light" panose="020F0502020204030203" pitchFamily="34" charset="0"/>
                <a:cs typeface="Lato Light" panose="020F0502020204030203" pitchFamily="34" charset="0"/>
              </a:rPr>
              <a:t>Beyond Training</a:t>
            </a:r>
          </a:p>
        </p:txBody>
      </p:sp>
      <p:grpSp>
        <p:nvGrpSpPr>
          <p:cNvPr id="53" name="Group 52">
            <a:extLst>
              <a:ext uri="{FF2B5EF4-FFF2-40B4-BE49-F238E27FC236}">
                <a16:creationId xmlns:a16="http://schemas.microsoft.com/office/drawing/2014/main" id="{5C29898A-3296-3E71-0BA4-3C12A86DCACF}"/>
              </a:ext>
            </a:extLst>
          </p:cNvPr>
          <p:cNvGrpSpPr/>
          <p:nvPr/>
        </p:nvGrpSpPr>
        <p:grpSpPr>
          <a:xfrm>
            <a:off x="5889065" y="4835306"/>
            <a:ext cx="1097280" cy="1097280"/>
            <a:chOff x="5889065" y="4692584"/>
            <a:chExt cx="1097280" cy="1097280"/>
          </a:xfrm>
          <a:solidFill>
            <a:srgbClr val="F2F2F2"/>
          </a:solidFill>
        </p:grpSpPr>
        <p:sp>
          <p:nvSpPr>
            <p:cNvPr id="54" name="Oval 53">
              <a:hlinkClick r:id="" action="ppaction://noaction"/>
              <a:extLst>
                <a:ext uri="{FF2B5EF4-FFF2-40B4-BE49-F238E27FC236}">
                  <a16:creationId xmlns:a16="http://schemas.microsoft.com/office/drawing/2014/main" id="{12D7B059-5CB5-AA02-6B1A-C8927F4DFBCC}"/>
                </a:ext>
              </a:extLst>
            </p:cNvPr>
            <p:cNvSpPr/>
            <p:nvPr/>
          </p:nvSpPr>
          <p:spPr>
            <a:xfrm>
              <a:off x="5889065" y="4692584"/>
              <a:ext cx="1097280" cy="10972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pic>
          <p:nvPicPr>
            <p:cNvPr id="55" name="Picture 54" descr="Talent to Value">
              <a:hlinkClick r:id="" action="ppaction://noaction"/>
              <a:extLst>
                <a:ext uri="{FF2B5EF4-FFF2-40B4-BE49-F238E27FC236}">
                  <a16:creationId xmlns:a16="http://schemas.microsoft.com/office/drawing/2014/main" id="{AF9C4D6A-4AC9-0859-683D-3FCB091EC347}"/>
                </a:ext>
              </a:extLst>
            </p:cNvPr>
            <p:cNvPicPr>
              <a:picLocks noChangeAspect="1"/>
            </p:cNvPicPr>
            <p:nvPr/>
          </p:nvPicPr>
          <p:blipFill>
            <a:blip r:embed="rId9">
              <a:duotone>
                <a:srgbClr val="765FFF"/>
                <a:srgbClr val="FFFFFF"/>
              </a:duotone>
            </a:blip>
            <a:stretch>
              <a:fillRect/>
            </a:stretch>
          </p:blipFill>
          <p:spPr>
            <a:xfrm>
              <a:off x="6096000" y="4878176"/>
              <a:ext cx="726095" cy="726095"/>
            </a:xfrm>
            <a:prstGeom prst="rect">
              <a:avLst/>
            </a:prstGeom>
            <a:grpFill/>
          </p:spPr>
        </p:pic>
      </p:grpSp>
      <p:sp>
        <p:nvSpPr>
          <p:cNvPr id="56" name="TextBox 55">
            <a:extLst>
              <a:ext uri="{FF2B5EF4-FFF2-40B4-BE49-F238E27FC236}">
                <a16:creationId xmlns:a16="http://schemas.microsoft.com/office/drawing/2014/main" id="{81104383-9EA0-5EC1-C799-679A9BAD6E9A}"/>
              </a:ext>
            </a:extLst>
          </p:cNvPr>
          <p:cNvSpPr txBox="1"/>
          <p:nvPr/>
        </p:nvSpPr>
        <p:spPr>
          <a:xfrm>
            <a:off x="8549668" y="6083127"/>
            <a:ext cx="803426" cy="318100"/>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dirty="0">
                <a:solidFill>
                  <a:srgbClr val="1D1D1D"/>
                </a:solidFill>
                <a:latin typeface="Arial" pitchFamily="34" charset="0"/>
                <a:ea typeface="Lato Light" panose="020F0502020204030203" pitchFamily="34" charset="0"/>
                <a:cs typeface="Lato Light" panose="020F0502020204030203" pitchFamily="34" charset="0"/>
              </a:rPr>
              <a:t>AI tools</a:t>
            </a:r>
          </a:p>
        </p:txBody>
      </p:sp>
      <p:sp>
        <p:nvSpPr>
          <p:cNvPr id="57" name="Oval 56">
            <a:hlinkClick r:id="" action="ppaction://noaction"/>
            <a:extLst>
              <a:ext uri="{FF2B5EF4-FFF2-40B4-BE49-F238E27FC236}">
                <a16:creationId xmlns:a16="http://schemas.microsoft.com/office/drawing/2014/main" id="{8837F6A5-D2E4-59BE-6C80-5BB78B4D49C3}"/>
              </a:ext>
            </a:extLst>
          </p:cNvPr>
          <p:cNvSpPr/>
          <p:nvPr/>
        </p:nvSpPr>
        <p:spPr>
          <a:xfrm>
            <a:off x="8402741" y="4816716"/>
            <a:ext cx="1097280" cy="109728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pic>
        <p:nvPicPr>
          <p:cNvPr id="58" name="Picture 23" descr="Identify critical roles">
            <a:extLst>
              <a:ext uri="{FF2B5EF4-FFF2-40B4-BE49-F238E27FC236}">
                <a16:creationId xmlns:a16="http://schemas.microsoft.com/office/drawing/2014/main" id="{426213D9-F6FC-D062-DD9D-C0D0143FB40F}"/>
              </a:ext>
            </a:extLst>
          </p:cNvPr>
          <p:cNvPicPr>
            <a:picLocks noChangeAspect="1" noChangeArrowheads="1"/>
          </p:cNvPicPr>
          <p:nvPr/>
        </p:nvPicPr>
        <p:blipFill>
          <a:blip r:embed="rId10">
            <a:duotone>
              <a:srgbClr val="765FFF"/>
              <a:srgbClr val="FFFFFF"/>
            </a:duotone>
          </a:blip>
          <a:srcRect/>
          <a:stretch>
            <a:fillRect/>
          </a:stretch>
        </p:blipFill>
        <p:spPr bwMode="auto">
          <a:xfrm>
            <a:off x="8363068" y="4768366"/>
            <a:ext cx="1176625" cy="11344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776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527268-ABC6-3B5A-C64E-020C86B10CEB}"/>
              </a:ext>
            </a:extLst>
          </p:cNvPr>
          <p:cNvSpPr>
            <a:spLocks noGrp="1"/>
          </p:cNvSpPr>
          <p:nvPr>
            <p:ph type="sldNum" sz="quarter" idx="4"/>
          </p:nvPr>
        </p:nvSpPr>
        <p:spPr/>
        <p:txBody>
          <a:bodyPr/>
          <a:lstStyle/>
          <a:p>
            <a:pPr algn="ctr"/>
            <a:fld id="{1875A764-3B06-454E-8ABA-2F6ED0EB58E9}" type="slidenum">
              <a:rPr lang="en-US" smtClean="0"/>
              <a:t>9</a:t>
            </a:fld>
            <a:endParaRPr lang="en-US"/>
          </a:p>
        </p:txBody>
      </p:sp>
      <p:sp>
        <p:nvSpPr>
          <p:cNvPr id="3" name="Title 2">
            <a:extLst>
              <a:ext uri="{FF2B5EF4-FFF2-40B4-BE49-F238E27FC236}">
                <a16:creationId xmlns:a16="http://schemas.microsoft.com/office/drawing/2014/main" id="{A3E889F7-566B-AD9D-AFF4-14B622BB8BBA}"/>
              </a:ext>
            </a:extLst>
          </p:cNvPr>
          <p:cNvSpPr>
            <a:spLocks noGrp="1"/>
          </p:cNvSpPr>
          <p:nvPr>
            <p:ph type="title"/>
          </p:nvPr>
        </p:nvSpPr>
        <p:spPr/>
        <p:txBody>
          <a:bodyPr/>
          <a:lstStyle/>
          <a:p>
            <a:r>
              <a:rPr lang="en-US" spc="-25" dirty="0"/>
              <a:t>Talent to Value AI-enabled Tools</a:t>
            </a:r>
            <a:endParaRPr lang="en-US" dirty="0"/>
          </a:p>
        </p:txBody>
      </p:sp>
      <p:pic>
        <p:nvPicPr>
          <p:cNvPr id="4" name="Picture 3">
            <a:extLst>
              <a:ext uri="{FF2B5EF4-FFF2-40B4-BE49-F238E27FC236}">
                <a16:creationId xmlns:a16="http://schemas.microsoft.com/office/drawing/2014/main" id="{CA889E79-E0DC-8741-281A-AE24649A66CF}"/>
              </a:ext>
            </a:extLst>
          </p:cNvPr>
          <p:cNvPicPr>
            <a:picLocks noChangeAspect="1"/>
          </p:cNvPicPr>
          <p:nvPr/>
        </p:nvPicPr>
        <p:blipFill>
          <a:blip r:embed="rId2"/>
          <a:srcRect l="1702" t="2212" r="2451" b="4373"/>
          <a:stretch>
            <a:fillRect/>
          </a:stretch>
        </p:blipFill>
        <p:spPr>
          <a:xfrm>
            <a:off x="6915152" y="1843132"/>
            <a:ext cx="4992018" cy="3171735"/>
          </a:xfrm>
          <a:prstGeom prst="roundRect">
            <a:avLst>
              <a:gd name="adj" fmla="val 6449"/>
            </a:avLst>
          </a:prstGeom>
        </p:spPr>
      </p:pic>
      <p:pic>
        <p:nvPicPr>
          <p:cNvPr id="5" name="Picture 4">
            <a:extLst>
              <a:ext uri="{FF2B5EF4-FFF2-40B4-BE49-F238E27FC236}">
                <a16:creationId xmlns:a16="http://schemas.microsoft.com/office/drawing/2014/main" id="{4F26D50B-AA3E-BD82-1FD8-203AFD52E5C6}"/>
              </a:ext>
            </a:extLst>
          </p:cNvPr>
          <p:cNvPicPr>
            <a:picLocks noChangeAspect="1"/>
          </p:cNvPicPr>
          <p:nvPr/>
        </p:nvPicPr>
        <p:blipFill>
          <a:blip r:embed="rId3"/>
          <a:srcRect l="2565" t="3572" r="2132"/>
          <a:stretch>
            <a:fillRect/>
          </a:stretch>
        </p:blipFill>
        <p:spPr>
          <a:xfrm>
            <a:off x="776779" y="1167768"/>
            <a:ext cx="5966686" cy="4693911"/>
          </a:xfrm>
          <a:prstGeom prst="roundRect">
            <a:avLst>
              <a:gd name="adj" fmla="val 3608"/>
            </a:avLst>
          </a:prstGeom>
        </p:spPr>
      </p:pic>
    </p:spTree>
    <p:extLst>
      <p:ext uri="{BB962C8B-B14F-4D97-AF65-F5344CB8AC3E}">
        <p14:creationId xmlns:p14="http://schemas.microsoft.com/office/powerpoint/2010/main" val="4046107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D5B10393-0822-73C1-F593-B523B69ED741}"/>
              </a:ext>
            </a:extLst>
          </p:cNvPr>
          <p:cNvSpPr>
            <a:spLocks noGrp="1"/>
          </p:cNvSpPr>
          <p:nvPr>
            <p:ph type="body" sz="quarter" idx="12"/>
          </p:nvPr>
        </p:nvSpPr>
        <p:spPr/>
        <p:txBody>
          <a:bodyPr/>
          <a:lstStyle/>
          <a:p>
            <a:endParaRPr lang="en-US"/>
          </a:p>
        </p:txBody>
      </p:sp>
      <p:sp>
        <p:nvSpPr>
          <p:cNvPr id="10"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69369554-7975-430D-8189-FD5084FA3E54}" type="slidenum">
              <a:rPr/>
              <a:t>10</a:t>
            </a:fld>
            <a:endParaRPr lang="en-US"/>
          </a:p>
        </p:txBody>
      </p:sp>
    </p:spTree>
    <p:extLst>
      <p:ext uri="{BB962C8B-B14F-4D97-AF65-F5344CB8AC3E}">
        <p14:creationId xmlns:p14="http://schemas.microsoft.com/office/powerpoint/2010/main" val="3850420284"/>
      </p:ext>
    </p:extLst>
  </p:cSld>
  <p:clrMapOvr>
    <a:masterClrMapping/>
  </p:clrMapOvr>
</p:sld>
</file>

<file path=ppt/theme/theme1.xml><?xml version="1.0" encoding="utf-8"?>
<a:theme xmlns:a="http://schemas.openxmlformats.org/drawingml/2006/main" name="FQ_Theme">
  <a:themeElements>
    <a:clrScheme name="FQ_Colors">
      <a:dk1>
        <a:srgbClr val="1D1D1D"/>
      </a:dk1>
      <a:lt1>
        <a:srgbClr val="FFFFFF"/>
      </a:lt1>
      <a:dk2>
        <a:srgbClr val="281A42"/>
      </a:dk2>
      <a:lt2>
        <a:srgbClr val="F2F2F2"/>
      </a:lt2>
      <a:accent1>
        <a:srgbClr val="765FFF"/>
      </a:accent1>
      <a:accent2>
        <a:srgbClr val="281A42"/>
      </a:accent2>
      <a:accent3>
        <a:srgbClr val="00C27A"/>
      </a:accent3>
      <a:accent4>
        <a:srgbClr val="60BDBC"/>
      </a:accent4>
      <a:accent5>
        <a:srgbClr val="FFB547"/>
      </a:accent5>
      <a:accent6>
        <a:srgbClr val="FF2E88"/>
      </a:accent6>
      <a:hlink>
        <a:srgbClr val="765FFF"/>
      </a:hlink>
      <a:folHlink>
        <a:srgbClr val="917FFF"/>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D1D1D">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ulcrumQ Default Template" id="{8DA0E5EF-F260-734E-8758-5A5D32FE6210}" vid="{6D9E437C-8548-9346-908E-F626CF510D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81A42"/>
      </a:dk2>
      <a:lt2>
        <a:srgbClr val="D0D7DF"/>
      </a:lt2>
      <a:accent1>
        <a:srgbClr val="7A828D"/>
      </a:accent1>
      <a:accent2>
        <a:srgbClr val="FFB547"/>
      </a:accent2>
      <a:accent3>
        <a:srgbClr val="00C27A"/>
      </a:accent3>
      <a:accent4>
        <a:srgbClr val="60BDBC"/>
      </a:accent4>
      <a:accent5>
        <a:srgbClr val="917FFF"/>
      </a:accent5>
      <a:accent6>
        <a:srgbClr val="00C27A"/>
      </a:accent6>
      <a:hlink>
        <a:srgbClr val="60BDBC"/>
      </a:hlink>
      <a:folHlink>
        <a:srgbClr val="C8B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D1D1D">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A06831B995624F9C6E0FED09A93585" ma:contentTypeVersion="3" ma:contentTypeDescription="Create a new document." ma:contentTypeScope="" ma:versionID="4a0a7ff2c000a215e0fab63f0dc6d36f">
  <xsd:schema xmlns:xsd="http://www.w3.org/2001/XMLSchema" xmlns:xs="http://www.w3.org/2001/XMLSchema" xmlns:p="http://schemas.microsoft.com/office/2006/metadata/properties" xmlns:ns2="080206de-66b3-4484-8fbd-fc89894d3c91" targetNamespace="http://schemas.microsoft.com/office/2006/metadata/properties" ma:root="true" ma:fieldsID="93f2b5308792f4b6a5c7f6d25960978d" ns2:_="">
    <xsd:import namespace="080206de-66b3-4484-8fbd-fc89894d3c9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0206de-66b3-4484-8fbd-fc89894d3c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83F4C0A-D63B-4202-B3A7-8703135A37C8}">
  <ds:schemaRefs>
    <ds:schemaRef ds:uri="080206de-66b3-4484-8fbd-fc89894d3c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4AEF3A6-8B02-4E17-8842-B97287E2F622}">
  <ds:schemaRefs>
    <ds:schemaRef ds:uri="http://www.w3.org/XML/1998/namespace"/>
    <ds:schemaRef ds:uri="http://schemas.microsoft.com/office/2006/metadata/properties"/>
    <ds:schemaRef ds:uri="http://purl.org/dc/elements/1.1/"/>
    <ds:schemaRef ds:uri="http://schemas.openxmlformats.org/package/2006/metadata/core-properties"/>
    <ds:schemaRef ds:uri="http://purl.org/dc/terms/"/>
    <ds:schemaRef ds:uri="080206de-66b3-4484-8fbd-fc89894d3c91"/>
    <ds:schemaRef ds:uri="http://schemas.microsoft.com/office/2006/documentManagement/type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A9B7E1A1-9F99-470E-8678-158237ED71E9}">
  <ds:schemaRefs>
    <ds:schemaRef ds:uri="http://schemas.microsoft.com/sharepoint/v3/contenttype/forms"/>
  </ds:schemaRefs>
</ds:datastoreItem>
</file>

<file path=docMetadata/LabelInfo.xml><?xml version="1.0" encoding="utf-8"?>
<clbl:labelList xmlns:clbl="http://schemas.microsoft.com/office/2020/mipLabelMetadata">
  <clbl:label id="{62ef6379-7877-4537-943a-77cd28322adc}" enabled="0" method="" siteId="{62ef6379-7877-4537-943a-77cd28322adc}" removed="1"/>
</clbl:labelList>
</file>

<file path=docProps/app.xml><?xml version="1.0" encoding="utf-8"?>
<Properties xmlns="http://schemas.openxmlformats.org/officeDocument/2006/extended-properties" xmlns:vt="http://schemas.openxmlformats.org/officeDocument/2006/docPropsVTypes">
  <Template/>
  <TotalTime>437</TotalTime>
  <Words>509</Words>
  <Application>Microsoft Macintosh PowerPoint</Application>
  <PresentationFormat>Widescreen</PresentationFormat>
  <Paragraphs>109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Helvetica Neue</vt:lpstr>
      <vt:lpstr>Helvetica Neue Light</vt:lpstr>
      <vt:lpstr>Segoe UI</vt:lpstr>
      <vt:lpstr>FQ_Theme</vt:lpstr>
      <vt:lpstr>Introduction to FulcrumQ</vt:lpstr>
      <vt:lpstr>FulcrumQ Is a Global Advisory Firm Focused on Value Creation with a Talent Edge​</vt:lpstr>
      <vt:lpstr>Our Clients</vt:lpstr>
      <vt:lpstr>Historically, Transformations Have Low Success Rates</vt:lpstr>
      <vt:lpstr>Talent to Value</vt:lpstr>
      <vt:lpstr>Talent to Value Helps Answer</vt:lpstr>
      <vt:lpstr>The “magic” of FulcrumQ and How They Set Themselves Apart</vt:lpstr>
      <vt:lpstr>Infusing Talent to Value into Core HR Practices</vt:lpstr>
      <vt:lpstr>Talent to Value AI-enabled Tools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Borges</dc:creator>
  <cp:lastModifiedBy>Zoe Ervolino</cp:lastModifiedBy>
  <cp:revision>19</cp:revision>
  <dcterms:created xsi:type="dcterms:W3CDTF">2025-08-04T13:16:57Z</dcterms:created>
  <dcterms:modified xsi:type="dcterms:W3CDTF">2026-04-01T17:13:34Z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0x0101004FA06831B995624F9C6E0FED09A93585</vt:lpwstr>
  </property>
  <property fmtid="{D5CDD505-2E9C-101B-9397-08002B2CF9AE}" pid="3" name="MediaServiceImageTags">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