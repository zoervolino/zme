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embedTrueTypeFonts="1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147483604" r:id="rId6"/>
    <p:sldId id="311" r:id="rId7"/>
    <p:sldId id="259" r:id="rId8"/>
    <p:sldId id="266" r:id="rId9"/>
    <p:sldId id="2147483620" r:id="rId10"/>
    <p:sldId id="2147482674" r:id="rId11"/>
    <p:sldId id="257" r:id="rId12"/>
    <p:sldId id="2147483644" r:id="rId13"/>
    <p:sldId id="258" r:id="rId14"/>
    <p:sldId id="260" r:id="rId15"/>
  </p:sldIdLst>
  <p:sldSz cx="12192000" cy="6858000"/>
  <p:notesSz cx="6858000" cy="9144000"/>
  <p:embeddedFontLs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Lato Light" panose="020F0302020204030203" pitchFamily="34" charset="77"/>
      <p:regular r:id="rId21"/>
      <p:italic r:id="rId22"/>
    </p:embeddedFont>
    <p:embeddedFont>
      <p:font typeface="Segoe UI" panose="020B0502040204020203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25325AE-EB85-6CE7-4E2F-C266DB8ED5D0}" name="Shefali Salwan" initials="" userId="S::shefali@ceoworks.com::e4b2a792-48cd-4872-9320-a638c5a8db0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1A42"/>
    <a:srgbClr val="281A43"/>
    <a:srgbClr val="EAE4FE"/>
    <a:srgbClr val="271A42"/>
    <a:srgbClr val="E9E4FE"/>
    <a:srgbClr val="CC8302"/>
    <a:srgbClr val="000000"/>
    <a:srgbClr val="001E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08462FB-25B3-4287-BDB7-188514A36CFB}">
  <a:tblStyle styleId="{708462FB-25B3-4287-BDB7-188514A36CF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E6E7"/>
          </a:solidFill>
        </a:fill>
      </a:tcStyle>
    </a:wholeTbl>
    <a:band1H>
      <a:tcTxStyle/>
      <a:tcStyle>
        <a:tcBdr/>
        <a:fill>
          <a:solidFill>
            <a:srgbClr val="E6CA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6CA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1268223-AF2C-4A1D-9549-6CABDFBE1447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E751537-329D-4535-9D0B-19F0C9C6AE96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4A83E70-73E1-40F1-8462-396664B33587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87"/>
    <p:restoredTop sz="94549"/>
  </p:normalViewPr>
  <p:slideViewPr>
    <p:cSldViewPr snapToGrid="0">
      <p:cViewPr>
        <p:scale>
          <a:sx n="98" d="100"/>
          <a:sy n="98" d="100"/>
        </p:scale>
        <p:origin x="728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Google Shape;3;n">
            <a:extLst>
              <a:ext uri="{FF2B5EF4-FFF2-40B4-BE49-F238E27FC236}">
                <a16:creationId xmlns:a16="http://schemas.microsoft.com/office/drawing/2014/main" id="{C747F5E3-E310-2474-45E1-EBF8E884DB1F}"/>
              </a:ext>
            </a:extLst>
          </p:cNvPr>
          <p:cNvSpPr txBox="1">
            <a:spLocks noGrp="1" noChangeArrowheads="1"/>
          </p:cNvSpPr>
          <p:nvPr>
            <p:ph type="hdr" idx="2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651" name="Google Shape;4;n">
            <a:extLst>
              <a:ext uri="{FF2B5EF4-FFF2-40B4-BE49-F238E27FC236}">
                <a16:creationId xmlns:a16="http://schemas.microsoft.com/office/drawing/2014/main" id="{849D85B2-8C9B-5386-20D8-D820134F8593}"/>
              </a:ext>
            </a:extLst>
          </p:cNvPr>
          <p:cNvSpPr txBox="1">
            <a:spLocks noGrp="1" noChangeArrowheads="1"/>
          </p:cNvSpPr>
          <p:nvPr>
            <p:ph type="dt" idx="10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8436" name="Google Shape;5;n">
            <a:extLst>
              <a:ext uri="{FF2B5EF4-FFF2-40B4-BE49-F238E27FC236}">
                <a16:creationId xmlns:a16="http://schemas.microsoft.com/office/drawing/2014/main" id="{50BDCF69-CC3D-BBE4-29AC-868286F5B10F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 bwMode="auto">
          <a:xfrm>
            <a:off x="685800" y="1143000"/>
            <a:ext cx="5486400" cy="3086100"/>
          </a:xfrm>
          <a:custGeom>
            <a:avLst/>
            <a:gdLst>
              <a:gd name="T0" fmla="*/ 0 w 120000"/>
              <a:gd name="T1" fmla="*/ 0 h 120000"/>
              <a:gd name="T2" fmla="*/ 250838208 w 120000"/>
              <a:gd name="T3" fmla="*/ 0 h 120000"/>
              <a:gd name="T4" fmla="*/ 250838208 w 120000"/>
              <a:gd name="T5" fmla="*/ 79366777 h 120000"/>
              <a:gd name="T6" fmla="*/ 0 w 120000"/>
              <a:gd name="T7" fmla="*/ 79366777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7" name="Google Shape;6;n">
            <a:extLst>
              <a:ext uri="{FF2B5EF4-FFF2-40B4-BE49-F238E27FC236}">
                <a16:creationId xmlns:a16="http://schemas.microsoft.com/office/drawing/2014/main" id="{A00E1B26-4968-63FE-B786-19EF92C6380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27654" name="Google Shape;7;n">
            <a:extLst>
              <a:ext uri="{FF2B5EF4-FFF2-40B4-BE49-F238E27FC236}">
                <a16:creationId xmlns:a16="http://schemas.microsoft.com/office/drawing/2014/main" id="{FD1A054D-7113-32A5-E45D-27F4610F6E3A}"/>
              </a:ext>
            </a:extLst>
          </p:cNvPr>
          <p:cNvSpPr txBox="1">
            <a:spLocks noGrp="1" noChangeArrowheads="1"/>
          </p:cNvSpPr>
          <p:nvPr>
            <p:ph type="ftr" idx="11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b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655" name="Google Shape;8;n">
            <a:extLst>
              <a:ext uri="{FF2B5EF4-FFF2-40B4-BE49-F238E27FC236}">
                <a16:creationId xmlns:a16="http://schemas.microsoft.com/office/drawing/2014/main" id="{47A9CFD2-8F35-CE7D-8A30-2B0FD8807ED5}"/>
              </a:ext>
            </a:extLst>
          </p:cNvPr>
          <p:cNvSpPr txBox="1">
            <a:spLocks noGrp="1" noChangeArrowheads="1"/>
          </p:cNvSpPr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1CF4870A-202E-A74F-95B7-86B7EE8DBA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457200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1pPr>
    <a:lvl2pPr marL="914400" lvl="1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2pPr>
    <a:lvl3pPr marL="1371600" lvl="2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3pPr>
    <a:lvl4pPr marL="1828800" lvl="3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4pPr>
    <a:lvl5pPr marL="2286000" lvl="4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CF4870A-202E-A74F-95B7-86B7EE8DBA94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0038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6C605-4C53-7B82-0E20-7235C9D7A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57D242-2C6A-2EE9-E294-56D449322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22728-6F89-1AE2-5D4B-7CFC83E24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18076-CB44-29D4-E5BD-5600DE2787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CF4870A-202E-A74F-95B7-86B7EE8DBA94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0427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8B27B-030E-63A4-431D-B3052C3CB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1BFACF-E34E-1A4E-231C-883AB51C1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605C74-7D3D-E7BA-033F-FDC6CA6CB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80D08-F734-888C-413E-C9E3A8AF55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CF4870A-202E-A74F-95B7-86B7EE8DBA94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9544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CF4870A-202E-A74F-95B7-86B7EE8DBA94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8543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Individual </a:t>
            </a:r>
          </a:p>
          <a:p>
            <a:r>
              <a:rPr lang="en-US" dirty="0"/>
              <a:t>Organizational </a:t>
            </a:r>
          </a:p>
          <a:p>
            <a:r>
              <a:rPr lang="en-US" dirty="0"/>
              <a:t>Transformational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48C1E1-F8DB-0945-8F22-C9A50E270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782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pporti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6BCB939-40D0-7C6B-E581-24B9E400A90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6000" y="1432560"/>
            <a:ext cx="11340000" cy="4734559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2pPr>
            <a:lvl3pPr marL="12001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5pPr>
          </a:lstStyle>
          <a:p>
            <a:pPr lvl="0"/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F71117-4146-780D-BB34-90F43C814938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7A855D8E-7C99-F04C-568A-F3D00C3F9D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7" name="Picture 6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47C47C13-ABA9-A848-6895-50FBF0B207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40F3394-203F-9BB3-143F-1A80C14393A6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2DE5FF-8504-B0D1-F092-65F46BD05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6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pporting Tex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EA2C12-706D-CA8B-562A-F839F787ACC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6000" y="1896035"/>
            <a:ext cx="11340000" cy="4271084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endParaRPr/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31B712-A7C7-7F29-930C-FE7EB84DFE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1319422"/>
            <a:ext cx="11340000" cy="425592"/>
          </a:xfrm>
          <a:prstGeom prst="rect">
            <a:avLst/>
          </a:prstGeom>
        </p:spPr>
        <p:txBody>
          <a:bodyPr/>
          <a:lstStyle>
            <a:lvl1pPr>
              <a:buNone/>
              <a:defRPr sz="3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2D3D95-65CE-9FBD-239E-01AA9A4D958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8C3ACC-5762-07AE-11FB-8D1E7248EB64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8" name="Picture 7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8A98BFA3-2F20-10B7-C5AC-DE794E1817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9" name="Picture 8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6F1A5EFE-B2A0-264F-CAF8-7444E7A9E35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C21CA53-B20E-B756-2CC4-0117F5D26C91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2621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Normal F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BA038C-8E37-C45A-8BB9-959FC12A5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C77C29D-3988-5EC2-AB41-30A695E787DE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10" name="Picture 9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2A7DCDAA-3778-05BB-466E-B7777E2F69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11" name="Picture 10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BA1AC551-0CBB-D6A0-1DDE-10B661503F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953271-E885-522F-49C6-F0F1BBE5AEE8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22D03D40-7915-C9C1-B0FF-7A948ADB3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wo 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eft Content 2"/>
          <p:cNvSpPr>
            <a:spLocks noGrp="1"/>
          </p:cNvSpPr>
          <p:nvPr>
            <p:ph idx="1"/>
          </p:nvPr>
        </p:nvSpPr>
        <p:spPr>
          <a:xfrm>
            <a:off x="449884" y="1757563"/>
            <a:ext cx="5532116" cy="4300338"/>
          </a:xfrm>
        </p:spPr>
        <p:txBody>
          <a:bodyPr wrap="square" anchor="t">
            <a:normAutofit/>
          </a:bodyPr>
          <a:lstStyle>
            <a:lvl1pPr algn="l">
              <a:buNone/>
              <a:defRPr lang="en-US" sz="1200" b="0" dirty="0">
                <a:solidFill>
                  <a:srgbClr val="1D1D1D"/>
                </a:solidFill>
                <a:latin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Right Content 3"/>
          <p:cNvSpPr>
            <a:spLocks noGrp="1"/>
          </p:cNvSpPr>
          <p:nvPr>
            <p:ph idx="2"/>
          </p:nvPr>
        </p:nvSpPr>
        <p:spPr>
          <a:xfrm>
            <a:off x="6210116" y="1757563"/>
            <a:ext cx="5532232" cy="4300338"/>
          </a:xfrm>
        </p:spPr>
        <p:txBody>
          <a:bodyPr wrap="square" anchor="t">
            <a:normAutofit/>
          </a:bodyPr>
          <a:lstStyle>
            <a:lvl1pPr algn="l">
              <a:defRPr lang="en-US" sz="1200" b="0" dirty="0">
                <a:solidFill>
                  <a:srgbClr val="1D1D1D"/>
                </a:solidFill>
                <a:latin typeface="Arial" pitchFamily="34" charset="0"/>
              </a:defRPr>
            </a:lvl1pPr>
          </a:lstStyle>
          <a:p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42E978E-0C78-1190-5275-F8171088B46C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23F1F1AA-4F36-C7F5-7E5E-B40C6A7D75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5" name="Picture 4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0F087F54-05E0-A67F-BAF3-C1DE9C4D92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35BFBAC-9F48-0030-D806-6BA015C0DC89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C3499149-967A-2257-B0F3-306164A29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AA7D766-6CF5-681E-F33D-6F907563B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158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11190A-B74E-E487-1DC2-72F58BE460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FF0BC8C-3485-21E7-02FF-9026F617B760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5" name="Picture 4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D3F37C0F-12F3-DE90-249D-5396F51F25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10" name="Picture 9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7A149E02-E49A-2448-0216-4F611C54AF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FA2E98-F16C-84DA-2B87-5E500F22D69A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2201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Width Image &amp; 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6A421C-37B1-BF93-AA9B-A9990BA665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D99FB-E696-F0E7-9EBF-6826B08B94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FB038F-6A1A-9FB9-2C1B-26E79800F9D1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C022F3AB-4CCD-BBD3-CCAD-E05ADC0492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0166C6D1-783F-1170-9F73-0646E2BF5F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65DBAA-BED8-3142-B761-AB5A83D4EA85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54F2A19E-5FFA-D35A-51DA-A59745E63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3995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Minim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2000" y="6091333"/>
            <a:ext cx="2163449" cy="438912"/>
          </a:xfrm>
          <a:prstGeom prst="rect">
            <a:avLst/>
          </a:prstGeom>
        </p:spPr>
      </p:pic>
      <p:pic>
        <p:nvPicPr>
          <p:cNvPr id="11" name="Picture 10" descr="A black screen with a purple border&#10;&#10;AI-generated content may be incorrect.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3962" y="6209865"/>
            <a:ext cx="2516038" cy="36485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22DE936-EA9D-39D1-AE1D-26C6AD6A1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3027020D-9A8D-38EE-18AF-E77D712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1319422"/>
            <a:ext cx="11340000" cy="425592"/>
          </a:xfrm>
          <a:prstGeom prst="rect">
            <a:avLst/>
          </a:prstGeom>
        </p:spPr>
        <p:txBody>
          <a:bodyPr/>
          <a:lstStyle>
            <a:lvl1pPr>
              <a:buNone/>
              <a:defRPr sz="3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059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Minimal 2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32000" y="6008469"/>
            <a:ext cx="2377440" cy="649574"/>
          </a:xfrm>
          <a:prstGeom prst="rect">
            <a:avLst/>
          </a:prstGeom>
        </p:spPr>
      </p:pic>
      <p:pic>
        <p:nvPicPr>
          <p:cNvPr id="11" name="Picture 10" descr="A black screen with a purple border&#10;&#10;AI-generated content may be incorrect.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26028" y="6191590"/>
            <a:ext cx="2516038" cy="36485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968175"/>
          </a:xfrm>
          <a:prstGeom prst="rect">
            <a:avLst/>
          </a:prstGeom>
        </p:spPr>
        <p:txBody>
          <a:bodyPr/>
          <a:lstStyle>
            <a:lvl1pPr>
              <a:defRPr sz="66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9913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6153714-7E88-0A1E-77F8-5CFA5432AF8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09B0A9-4F98-C3F4-4E57-41FF83F30D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9936" y="5944623"/>
            <a:ext cx="1847486" cy="3634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1F94B0-322D-E03B-8CB1-001791935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3060800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0682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2CDED-1082-96BE-134C-FC563EBD4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654" r:id="rId3"/>
    <p:sldLayoutId id="2147483704" r:id="rId4"/>
    <p:sldLayoutId id="2147483681" r:id="rId5"/>
    <p:sldLayoutId id="2147483661" r:id="rId6"/>
    <p:sldLayoutId id="2147483702" r:id="rId7"/>
    <p:sldLayoutId id="2147483701" r:id="rId8"/>
    <p:sldLayoutId id="2147483703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b="1" kern="1200"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6020202030204" pitchFamily="34" charset="0"/>
        <a:buChar char="•"/>
        <a:defRPr lang="en-US" sz="1200" b="0" kern="1200"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lang="en-US" sz="1000" b="0" kern="1200"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3.png"/><Relationship Id="rId21" Type="http://schemas.openxmlformats.org/officeDocument/2006/relationships/image" Target="../media/image28.jpeg"/><Relationship Id="rId42" Type="http://schemas.openxmlformats.org/officeDocument/2006/relationships/image" Target="../media/image49.png"/><Relationship Id="rId47" Type="http://schemas.openxmlformats.org/officeDocument/2006/relationships/image" Target="../media/image54.png"/><Relationship Id="rId63" Type="http://schemas.openxmlformats.org/officeDocument/2006/relationships/image" Target="../media/image70.jpeg"/><Relationship Id="rId68" Type="http://schemas.openxmlformats.org/officeDocument/2006/relationships/image" Target="../media/image75.png"/><Relationship Id="rId84" Type="http://schemas.openxmlformats.org/officeDocument/2006/relationships/image" Target="../media/image91.jpeg"/><Relationship Id="rId89" Type="http://schemas.openxmlformats.org/officeDocument/2006/relationships/image" Target="../media/image96.png"/><Relationship Id="rId16" Type="http://schemas.openxmlformats.org/officeDocument/2006/relationships/image" Target="../media/image23.jpeg"/><Relationship Id="rId11" Type="http://schemas.openxmlformats.org/officeDocument/2006/relationships/image" Target="../media/image18.png"/><Relationship Id="rId32" Type="http://schemas.openxmlformats.org/officeDocument/2006/relationships/image" Target="../media/image39.jpeg"/><Relationship Id="rId37" Type="http://schemas.openxmlformats.org/officeDocument/2006/relationships/image" Target="../media/image44.png"/><Relationship Id="rId53" Type="http://schemas.openxmlformats.org/officeDocument/2006/relationships/image" Target="../media/image60.png"/><Relationship Id="rId58" Type="http://schemas.openxmlformats.org/officeDocument/2006/relationships/image" Target="../media/image65.png"/><Relationship Id="rId74" Type="http://schemas.openxmlformats.org/officeDocument/2006/relationships/image" Target="../media/image81.png"/><Relationship Id="rId79" Type="http://schemas.openxmlformats.org/officeDocument/2006/relationships/image" Target="../media/image86.png"/><Relationship Id="rId5" Type="http://schemas.openxmlformats.org/officeDocument/2006/relationships/image" Target="../media/image12.png"/><Relationship Id="rId90" Type="http://schemas.openxmlformats.org/officeDocument/2006/relationships/image" Target="../media/image97.png"/><Relationship Id="rId95" Type="http://schemas.openxmlformats.org/officeDocument/2006/relationships/image" Target="../media/image102.png"/><Relationship Id="rId22" Type="http://schemas.openxmlformats.org/officeDocument/2006/relationships/image" Target="../media/image29.jpeg"/><Relationship Id="rId27" Type="http://schemas.openxmlformats.org/officeDocument/2006/relationships/image" Target="../media/image34.jpeg"/><Relationship Id="rId43" Type="http://schemas.openxmlformats.org/officeDocument/2006/relationships/image" Target="../media/image50.png"/><Relationship Id="rId48" Type="http://schemas.openxmlformats.org/officeDocument/2006/relationships/image" Target="../media/image55.png"/><Relationship Id="rId64" Type="http://schemas.openxmlformats.org/officeDocument/2006/relationships/image" Target="../media/image71.jpeg"/><Relationship Id="rId69" Type="http://schemas.openxmlformats.org/officeDocument/2006/relationships/image" Target="../media/image76.jpeg"/><Relationship Id="rId8" Type="http://schemas.openxmlformats.org/officeDocument/2006/relationships/image" Target="../media/image15.png"/><Relationship Id="rId51" Type="http://schemas.openxmlformats.org/officeDocument/2006/relationships/image" Target="../media/image58.png"/><Relationship Id="rId72" Type="http://schemas.openxmlformats.org/officeDocument/2006/relationships/image" Target="../media/image79.jpeg"/><Relationship Id="rId80" Type="http://schemas.openxmlformats.org/officeDocument/2006/relationships/image" Target="../media/image87.jpeg"/><Relationship Id="rId85" Type="http://schemas.openxmlformats.org/officeDocument/2006/relationships/image" Target="../media/image92.png"/><Relationship Id="rId93" Type="http://schemas.openxmlformats.org/officeDocument/2006/relationships/image" Target="../media/image100.png"/><Relationship Id="rId3" Type="http://schemas.openxmlformats.org/officeDocument/2006/relationships/image" Target="../media/image10.jpe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32.png"/><Relationship Id="rId33" Type="http://schemas.openxmlformats.org/officeDocument/2006/relationships/image" Target="../media/image40.jpeg"/><Relationship Id="rId38" Type="http://schemas.openxmlformats.org/officeDocument/2006/relationships/image" Target="../media/image45.jpeg"/><Relationship Id="rId46" Type="http://schemas.openxmlformats.org/officeDocument/2006/relationships/image" Target="../media/image53.png"/><Relationship Id="rId59" Type="http://schemas.openxmlformats.org/officeDocument/2006/relationships/image" Target="../media/image66.png"/><Relationship Id="rId67" Type="http://schemas.openxmlformats.org/officeDocument/2006/relationships/image" Target="../media/image74.png"/><Relationship Id="rId20" Type="http://schemas.openxmlformats.org/officeDocument/2006/relationships/image" Target="../media/image27.png"/><Relationship Id="rId41" Type="http://schemas.openxmlformats.org/officeDocument/2006/relationships/image" Target="../media/image48.png"/><Relationship Id="rId54" Type="http://schemas.openxmlformats.org/officeDocument/2006/relationships/image" Target="../media/image61.jpeg"/><Relationship Id="rId62" Type="http://schemas.openxmlformats.org/officeDocument/2006/relationships/image" Target="../media/image69.png"/><Relationship Id="rId70" Type="http://schemas.openxmlformats.org/officeDocument/2006/relationships/image" Target="../media/image77.png"/><Relationship Id="rId75" Type="http://schemas.openxmlformats.org/officeDocument/2006/relationships/image" Target="../media/image82.jpeg"/><Relationship Id="rId83" Type="http://schemas.openxmlformats.org/officeDocument/2006/relationships/image" Target="../media/image90.png"/><Relationship Id="rId88" Type="http://schemas.openxmlformats.org/officeDocument/2006/relationships/image" Target="../media/image95.jpeg"/><Relationship Id="rId91" Type="http://schemas.openxmlformats.org/officeDocument/2006/relationships/image" Target="../media/image98.jpeg"/><Relationship Id="rId96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28" Type="http://schemas.openxmlformats.org/officeDocument/2006/relationships/image" Target="../media/image35.png"/><Relationship Id="rId36" Type="http://schemas.openxmlformats.org/officeDocument/2006/relationships/image" Target="../media/image43.jpeg"/><Relationship Id="rId49" Type="http://schemas.openxmlformats.org/officeDocument/2006/relationships/image" Target="../media/image56.png"/><Relationship Id="rId57" Type="http://schemas.openxmlformats.org/officeDocument/2006/relationships/image" Target="../media/image64.png"/><Relationship Id="rId10" Type="http://schemas.openxmlformats.org/officeDocument/2006/relationships/image" Target="../media/image17.png"/><Relationship Id="rId31" Type="http://schemas.openxmlformats.org/officeDocument/2006/relationships/image" Target="../media/image38.png"/><Relationship Id="rId44" Type="http://schemas.openxmlformats.org/officeDocument/2006/relationships/image" Target="../media/image51.png"/><Relationship Id="rId52" Type="http://schemas.openxmlformats.org/officeDocument/2006/relationships/image" Target="../media/image59.jpeg"/><Relationship Id="rId60" Type="http://schemas.openxmlformats.org/officeDocument/2006/relationships/image" Target="../media/image67.png"/><Relationship Id="rId65" Type="http://schemas.openxmlformats.org/officeDocument/2006/relationships/image" Target="../media/image72.png"/><Relationship Id="rId73" Type="http://schemas.openxmlformats.org/officeDocument/2006/relationships/image" Target="../media/image80.png"/><Relationship Id="rId78" Type="http://schemas.openxmlformats.org/officeDocument/2006/relationships/image" Target="../media/image85.png"/><Relationship Id="rId81" Type="http://schemas.openxmlformats.org/officeDocument/2006/relationships/image" Target="../media/image88.png"/><Relationship Id="rId86" Type="http://schemas.openxmlformats.org/officeDocument/2006/relationships/image" Target="../media/image93.png"/><Relationship Id="rId94" Type="http://schemas.openxmlformats.org/officeDocument/2006/relationships/image" Target="../media/image101.png"/><Relationship Id="rId4" Type="http://schemas.openxmlformats.org/officeDocument/2006/relationships/image" Target="../media/image11.jpeg"/><Relationship Id="rId9" Type="http://schemas.openxmlformats.org/officeDocument/2006/relationships/image" Target="../media/image16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9" Type="http://schemas.openxmlformats.org/officeDocument/2006/relationships/image" Target="../media/image46.png"/><Relationship Id="rId34" Type="http://schemas.openxmlformats.org/officeDocument/2006/relationships/image" Target="../media/image41.png"/><Relationship Id="rId50" Type="http://schemas.openxmlformats.org/officeDocument/2006/relationships/image" Target="../media/image57.jpeg"/><Relationship Id="rId55" Type="http://schemas.openxmlformats.org/officeDocument/2006/relationships/image" Target="../media/image62.png"/><Relationship Id="rId76" Type="http://schemas.openxmlformats.org/officeDocument/2006/relationships/image" Target="../media/image83.jpeg"/><Relationship Id="rId7" Type="http://schemas.openxmlformats.org/officeDocument/2006/relationships/image" Target="../media/image14.jpeg"/><Relationship Id="rId71" Type="http://schemas.openxmlformats.org/officeDocument/2006/relationships/image" Target="../media/image78.png"/><Relationship Id="rId92" Type="http://schemas.openxmlformats.org/officeDocument/2006/relationships/image" Target="../media/image99.jpe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36.png"/><Relationship Id="rId24" Type="http://schemas.openxmlformats.org/officeDocument/2006/relationships/image" Target="../media/image31.png"/><Relationship Id="rId40" Type="http://schemas.openxmlformats.org/officeDocument/2006/relationships/image" Target="../media/image47.png"/><Relationship Id="rId45" Type="http://schemas.openxmlformats.org/officeDocument/2006/relationships/image" Target="../media/image52.png"/><Relationship Id="rId66" Type="http://schemas.openxmlformats.org/officeDocument/2006/relationships/image" Target="../media/image73.png"/><Relationship Id="rId87" Type="http://schemas.openxmlformats.org/officeDocument/2006/relationships/image" Target="../media/image94.png"/><Relationship Id="rId61" Type="http://schemas.openxmlformats.org/officeDocument/2006/relationships/image" Target="../media/image68.png"/><Relationship Id="rId82" Type="http://schemas.openxmlformats.org/officeDocument/2006/relationships/image" Target="../media/image89.png"/><Relationship Id="rId19" Type="http://schemas.openxmlformats.org/officeDocument/2006/relationships/image" Target="../media/image26.jpeg"/><Relationship Id="rId14" Type="http://schemas.openxmlformats.org/officeDocument/2006/relationships/image" Target="../media/image21.png"/><Relationship Id="rId30" Type="http://schemas.openxmlformats.org/officeDocument/2006/relationships/image" Target="../media/image37.png"/><Relationship Id="rId35" Type="http://schemas.openxmlformats.org/officeDocument/2006/relationships/image" Target="../media/image42.png"/><Relationship Id="rId56" Type="http://schemas.openxmlformats.org/officeDocument/2006/relationships/image" Target="../media/image63.jpeg"/><Relationship Id="rId77" Type="http://schemas.openxmlformats.org/officeDocument/2006/relationships/image" Target="../media/image84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7.png"/><Relationship Id="rId21" Type="http://schemas.openxmlformats.org/officeDocument/2006/relationships/image" Target="../media/image105.svg"/><Relationship Id="rId42" Type="http://schemas.openxmlformats.org/officeDocument/2006/relationships/image" Target="../media/image78.png"/><Relationship Id="rId47" Type="http://schemas.openxmlformats.org/officeDocument/2006/relationships/image" Target="../media/image93.png"/><Relationship Id="rId63" Type="http://schemas.openxmlformats.org/officeDocument/2006/relationships/image" Target="../media/image45.jpeg"/><Relationship Id="rId68" Type="http://schemas.openxmlformats.org/officeDocument/2006/relationships/image" Target="../media/image50.png"/><Relationship Id="rId84" Type="http://schemas.openxmlformats.org/officeDocument/2006/relationships/image" Target="../media/image81.png"/><Relationship Id="rId89" Type="http://schemas.openxmlformats.org/officeDocument/2006/relationships/image" Target="../media/image86.png"/><Relationship Id="rId16" Type="http://schemas.openxmlformats.org/officeDocument/2006/relationships/image" Target="../media/image24.png"/><Relationship Id="rId11" Type="http://schemas.openxmlformats.org/officeDocument/2006/relationships/image" Target="../media/image19.png"/><Relationship Id="rId32" Type="http://schemas.openxmlformats.org/officeDocument/2006/relationships/image" Target="../media/image34.jpeg"/><Relationship Id="rId37" Type="http://schemas.openxmlformats.org/officeDocument/2006/relationships/image" Target="../media/image40.jpeg"/><Relationship Id="rId53" Type="http://schemas.openxmlformats.org/officeDocument/2006/relationships/image" Target="../media/image101.png"/><Relationship Id="rId58" Type="http://schemas.openxmlformats.org/officeDocument/2006/relationships/image" Target="../media/image39.jpeg"/><Relationship Id="rId74" Type="http://schemas.openxmlformats.org/officeDocument/2006/relationships/image" Target="../media/image64.png"/><Relationship Id="rId79" Type="http://schemas.openxmlformats.org/officeDocument/2006/relationships/image" Target="../media/image70.jpeg"/><Relationship Id="rId5" Type="http://schemas.openxmlformats.org/officeDocument/2006/relationships/image" Target="../media/image13.jpeg"/><Relationship Id="rId90" Type="http://schemas.openxmlformats.org/officeDocument/2006/relationships/image" Target="../media/image87.jpeg"/><Relationship Id="rId95" Type="http://schemas.openxmlformats.org/officeDocument/2006/relationships/image" Target="../media/image102.png"/><Relationship Id="rId22" Type="http://schemas.openxmlformats.org/officeDocument/2006/relationships/image" Target="../media/image59.jpeg"/><Relationship Id="rId27" Type="http://schemas.openxmlformats.org/officeDocument/2006/relationships/image" Target="../media/image29.jpeg"/><Relationship Id="rId43" Type="http://schemas.openxmlformats.org/officeDocument/2006/relationships/image" Target="../media/image79.jpeg"/><Relationship Id="rId48" Type="http://schemas.openxmlformats.org/officeDocument/2006/relationships/image" Target="../media/image94.png"/><Relationship Id="rId64" Type="http://schemas.openxmlformats.org/officeDocument/2006/relationships/image" Target="../media/image46.png"/><Relationship Id="rId69" Type="http://schemas.openxmlformats.org/officeDocument/2006/relationships/image" Target="../media/image106.svg"/><Relationship Id="rId8" Type="http://schemas.openxmlformats.org/officeDocument/2006/relationships/image" Target="../media/image16.png"/><Relationship Id="rId51" Type="http://schemas.openxmlformats.org/officeDocument/2006/relationships/image" Target="../media/image97.png"/><Relationship Id="rId72" Type="http://schemas.openxmlformats.org/officeDocument/2006/relationships/image" Target="../media/image54.png"/><Relationship Id="rId80" Type="http://schemas.openxmlformats.org/officeDocument/2006/relationships/image" Target="../media/image71.jpeg"/><Relationship Id="rId85" Type="http://schemas.openxmlformats.org/officeDocument/2006/relationships/image" Target="../media/image82.jpeg"/><Relationship Id="rId93" Type="http://schemas.openxmlformats.org/officeDocument/2006/relationships/image" Target="../media/image99.jpeg"/><Relationship Id="rId3" Type="http://schemas.openxmlformats.org/officeDocument/2006/relationships/image" Target="../media/image11.jpe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62.png"/><Relationship Id="rId33" Type="http://schemas.openxmlformats.org/officeDocument/2006/relationships/image" Target="../media/image35.png"/><Relationship Id="rId38" Type="http://schemas.openxmlformats.org/officeDocument/2006/relationships/image" Target="../media/image74.png"/><Relationship Id="rId46" Type="http://schemas.openxmlformats.org/officeDocument/2006/relationships/image" Target="../media/image92.png"/><Relationship Id="rId59" Type="http://schemas.openxmlformats.org/officeDocument/2006/relationships/image" Target="../media/image41.png"/><Relationship Id="rId67" Type="http://schemas.openxmlformats.org/officeDocument/2006/relationships/image" Target="../media/image49.png"/><Relationship Id="rId20" Type="http://schemas.openxmlformats.org/officeDocument/2006/relationships/image" Target="../media/image57.jpeg"/><Relationship Id="rId41" Type="http://schemas.openxmlformats.org/officeDocument/2006/relationships/image" Target="../media/image77.png"/><Relationship Id="rId54" Type="http://schemas.openxmlformats.org/officeDocument/2006/relationships/image" Target="../media/image10.jpeg"/><Relationship Id="rId62" Type="http://schemas.openxmlformats.org/officeDocument/2006/relationships/image" Target="../media/image44.png"/><Relationship Id="rId70" Type="http://schemas.openxmlformats.org/officeDocument/2006/relationships/image" Target="../media/image52.png"/><Relationship Id="rId75" Type="http://schemas.openxmlformats.org/officeDocument/2006/relationships/image" Target="../media/image107.svg"/><Relationship Id="rId83" Type="http://schemas.openxmlformats.org/officeDocument/2006/relationships/image" Target="../media/image108.svg"/><Relationship Id="rId88" Type="http://schemas.openxmlformats.org/officeDocument/2006/relationships/image" Target="../media/image85.png"/><Relationship Id="rId91" Type="http://schemas.openxmlformats.org/officeDocument/2006/relationships/image" Target="../media/image88.png"/><Relationship Id="rId96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15" Type="http://schemas.openxmlformats.org/officeDocument/2006/relationships/image" Target="../media/image23.jpeg"/><Relationship Id="rId23" Type="http://schemas.openxmlformats.org/officeDocument/2006/relationships/image" Target="../media/image60.pn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49" Type="http://schemas.openxmlformats.org/officeDocument/2006/relationships/image" Target="../media/image95.jpeg"/><Relationship Id="rId57" Type="http://schemas.openxmlformats.org/officeDocument/2006/relationships/image" Target="../media/image28.jpeg"/><Relationship Id="rId10" Type="http://schemas.openxmlformats.org/officeDocument/2006/relationships/image" Target="../media/image18.png"/><Relationship Id="rId31" Type="http://schemas.openxmlformats.org/officeDocument/2006/relationships/image" Target="../media/image33.png"/><Relationship Id="rId44" Type="http://schemas.openxmlformats.org/officeDocument/2006/relationships/image" Target="../media/image90.png"/><Relationship Id="rId52" Type="http://schemas.openxmlformats.org/officeDocument/2006/relationships/image" Target="../media/image98.jpeg"/><Relationship Id="rId60" Type="http://schemas.openxmlformats.org/officeDocument/2006/relationships/image" Target="../media/image42.png"/><Relationship Id="rId65" Type="http://schemas.openxmlformats.org/officeDocument/2006/relationships/image" Target="../media/image47.png"/><Relationship Id="rId73" Type="http://schemas.openxmlformats.org/officeDocument/2006/relationships/image" Target="../media/image63.jpeg"/><Relationship Id="rId78" Type="http://schemas.openxmlformats.org/officeDocument/2006/relationships/image" Target="../media/image69.png"/><Relationship Id="rId81" Type="http://schemas.openxmlformats.org/officeDocument/2006/relationships/image" Target="../media/image72.png"/><Relationship Id="rId86" Type="http://schemas.openxmlformats.org/officeDocument/2006/relationships/image" Target="../media/image83.jpeg"/><Relationship Id="rId94" Type="http://schemas.openxmlformats.org/officeDocument/2006/relationships/image" Target="../media/image100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3" Type="http://schemas.openxmlformats.org/officeDocument/2006/relationships/image" Target="../media/image21.png"/><Relationship Id="rId18" Type="http://schemas.openxmlformats.org/officeDocument/2006/relationships/image" Target="../media/image104.svg"/><Relationship Id="rId39" Type="http://schemas.openxmlformats.org/officeDocument/2006/relationships/image" Target="../media/image75.png"/><Relationship Id="rId34" Type="http://schemas.openxmlformats.org/officeDocument/2006/relationships/image" Target="../media/image36.png"/><Relationship Id="rId50" Type="http://schemas.openxmlformats.org/officeDocument/2006/relationships/image" Target="../media/image96.png"/><Relationship Id="rId55" Type="http://schemas.openxmlformats.org/officeDocument/2006/relationships/image" Target="../media/image26.jpeg"/><Relationship Id="rId76" Type="http://schemas.openxmlformats.org/officeDocument/2006/relationships/image" Target="../media/image66.png"/><Relationship Id="rId7" Type="http://schemas.openxmlformats.org/officeDocument/2006/relationships/image" Target="../media/image15.png"/><Relationship Id="rId71" Type="http://schemas.openxmlformats.org/officeDocument/2006/relationships/image" Target="../media/image53.png"/><Relationship Id="rId92" Type="http://schemas.openxmlformats.org/officeDocument/2006/relationships/image" Target="../media/image89.png"/><Relationship Id="rId2" Type="http://schemas.openxmlformats.org/officeDocument/2006/relationships/notesSlide" Target="../notesSlides/notesSlide2.xml"/><Relationship Id="rId29" Type="http://schemas.openxmlformats.org/officeDocument/2006/relationships/image" Target="../media/image31.png"/><Relationship Id="rId24" Type="http://schemas.openxmlformats.org/officeDocument/2006/relationships/image" Target="../media/image61.jpeg"/><Relationship Id="rId40" Type="http://schemas.openxmlformats.org/officeDocument/2006/relationships/image" Target="../media/image76.jpeg"/><Relationship Id="rId45" Type="http://schemas.openxmlformats.org/officeDocument/2006/relationships/image" Target="../media/image91.jpeg"/><Relationship Id="rId66" Type="http://schemas.openxmlformats.org/officeDocument/2006/relationships/image" Target="../media/image48.png"/><Relationship Id="rId87" Type="http://schemas.openxmlformats.org/officeDocument/2006/relationships/image" Target="../media/image84.png"/><Relationship Id="rId61" Type="http://schemas.openxmlformats.org/officeDocument/2006/relationships/image" Target="../media/image43.jpeg"/><Relationship Id="rId82" Type="http://schemas.openxmlformats.org/officeDocument/2006/relationships/image" Target="../media/image73.png"/><Relationship Id="rId19" Type="http://schemas.openxmlformats.org/officeDocument/2006/relationships/image" Target="../media/image56.png"/><Relationship Id="rId14" Type="http://schemas.openxmlformats.org/officeDocument/2006/relationships/image" Target="../media/image22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Relationship Id="rId56" Type="http://schemas.openxmlformats.org/officeDocument/2006/relationships/image" Target="../media/image27.png"/><Relationship Id="rId77" Type="http://schemas.openxmlformats.org/officeDocument/2006/relationships/image" Target="../media/image6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png"/><Relationship Id="rId11" Type="http://schemas.openxmlformats.org/officeDocument/2006/relationships/image" Target="../media/image120.png"/><Relationship Id="rId5" Type="http://schemas.openxmlformats.org/officeDocument/2006/relationships/image" Target="../media/image114.png"/><Relationship Id="rId10" Type="http://schemas.openxmlformats.org/officeDocument/2006/relationships/image" Target="../media/image119.emf"/><Relationship Id="rId4" Type="http://schemas.openxmlformats.org/officeDocument/2006/relationships/image" Target="../media/image113.png"/><Relationship Id="rId9" Type="http://schemas.openxmlformats.org/officeDocument/2006/relationships/image" Target="../media/image1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png"/><Relationship Id="rId5" Type="http://schemas.openxmlformats.org/officeDocument/2006/relationships/image" Target="../media/image7.png"/><Relationship Id="rId4" Type="http://schemas.openxmlformats.org/officeDocument/2006/relationships/image" Target="../media/image12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8.jpg"/><Relationship Id="rId11" Type="http://schemas.openxmlformats.org/officeDocument/2006/relationships/image" Target="../media/image8.png"/><Relationship Id="rId5" Type="http://schemas.openxmlformats.org/officeDocument/2006/relationships/image" Target="../media/image127.png"/><Relationship Id="rId10" Type="http://schemas.openxmlformats.org/officeDocument/2006/relationships/image" Target="../media/image123.png"/><Relationship Id="rId4" Type="http://schemas.openxmlformats.org/officeDocument/2006/relationships/image" Target="../media/image126.png"/><Relationship Id="rId9" Type="http://schemas.openxmlformats.org/officeDocument/2006/relationships/image" Target="../media/image1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92967-B4F6-698B-411D-5E9A6EE51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25" dirty="0"/>
              <a:t>Introduction to </a:t>
            </a:r>
            <a:r>
              <a:rPr lang="en-US" spc="-25" dirty="0" err="1"/>
              <a:t>FulcrumQ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71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2F9A28-D129-C7E8-9ABA-3560C3505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-25" noProof="0" dirty="0">
                <a:ea typeface="Lato" panose="020F0502020204030203" pitchFamily="34" charset="0"/>
                <a:cs typeface="Lato" panose="020F0502020204030203" pitchFamily="34" charset="0"/>
              </a:rPr>
              <a:t>CEO works is a global advisory firm focused on value creation with a talent edge​</a:t>
            </a:r>
            <a:endParaRPr lang="en-US" b="1" spc="-25" noProof="0" dirty="0">
              <a:latin typeface="Segoe UI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object 10">
            <a:extLst>
              <a:ext uri="{FF2B5EF4-FFF2-40B4-BE49-F238E27FC236}">
                <a16:creationId xmlns:a16="http://schemas.microsoft.com/office/drawing/2014/main" id="{7F41924E-0B10-31D3-1D30-6C38AF680BE8}"/>
              </a:ext>
            </a:extLst>
          </p:cNvPr>
          <p:cNvSpPr txBox="1"/>
          <p:nvPr/>
        </p:nvSpPr>
        <p:spPr>
          <a:xfrm>
            <a:off x="1043398" y="2111529"/>
            <a:ext cx="2115438" cy="734432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065" marR="5080" lvl="0" indent="0" algn="ctr" defTabSz="914400" rtl="0" eaLnBrk="1" fontAlgn="auto" latinLnBrk="0" hangingPunct="1">
              <a:lnSpc>
                <a:spcPct val="102000"/>
              </a:lnSpc>
              <a:spcBef>
                <a:spcPts val="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-1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rPr>
              <a:t>CEO Works </a:t>
            </a:r>
            <a:r>
              <a:rPr kumimoji="0" lang="en-US" sz="2400" b="1" i="0" u="none" strike="noStrike" kern="1200" cap="none" spc="-10" normalizeH="0" baseline="0" noProof="0" dirty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rPr>
              <a:t>Advisory</a:t>
            </a:r>
            <a:endParaRPr kumimoji="0" lang="en-US" sz="2400" b="0" i="0" u="none" strike="noStrike" kern="1200" cap="none" spc="-1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 panose="020B0604020202020204" pitchFamily="34" charset="0"/>
            </a:endParaRPr>
          </a:p>
        </p:txBody>
      </p:sp>
      <p:sp>
        <p:nvSpPr>
          <p:cNvPr id="40" name="object 17">
            <a:extLst>
              <a:ext uri="{FF2B5EF4-FFF2-40B4-BE49-F238E27FC236}">
                <a16:creationId xmlns:a16="http://schemas.microsoft.com/office/drawing/2014/main" id="{513BD3D3-D2A9-9EA1-85D2-6F31EB536C2B}"/>
              </a:ext>
            </a:extLst>
          </p:cNvPr>
          <p:cNvSpPr txBox="1"/>
          <p:nvPr/>
        </p:nvSpPr>
        <p:spPr>
          <a:xfrm>
            <a:off x="4624001" y="2111529"/>
            <a:ext cx="2229052" cy="734432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00025" marR="5080" lvl="0" indent="-187960" algn="l" defTabSz="914400" rtl="0" eaLnBrk="1" fontAlgn="auto" latinLnBrk="0" hangingPunct="1">
              <a:lnSpc>
                <a:spcPct val="102000"/>
              </a:lnSpc>
              <a:spcBef>
                <a:spcPts val="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-1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rPr>
              <a:t>Talent to Value </a:t>
            </a:r>
            <a:r>
              <a:rPr kumimoji="0" lang="en-US" sz="2400" b="1" i="0" u="none" strike="noStrike" kern="1200" cap="none" spc="-10" normalizeH="0" baseline="0" noProof="0" dirty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rPr>
              <a:t>Academy</a:t>
            </a:r>
            <a:endParaRPr kumimoji="0" lang="en-US" sz="2400" b="0" i="0" u="none" strike="noStrike" kern="1200" cap="none" spc="-1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 panose="020B0604020202020204" pitchFamily="34" charset="0"/>
            </a:endParaRPr>
          </a:p>
        </p:txBody>
      </p:sp>
      <p:sp>
        <p:nvSpPr>
          <p:cNvPr id="47" name="object 22">
            <a:extLst>
              <a:ext uri="{FF2B5EF4-FFF2-40B4-BE49-F238E27FC236}">
                <a16:creationId xmlns:a16="http://schemas.microsoft.com/office/drawing/2014/main" id="{86052B81-1DC3-22FB-4546-229906A289AE}"/>
              </a:ext>
            </a:extLst>
          </p:cNvPr>
          <p:cNvSpPr txBox="1"/>
          <p:nvPr/>
        </p:nvSpPr>
        <p:spPr>
          <a:xfrm>
            <a:off x="8019919" y="2111529"/>
            <a:ext cx="2651107" cy="747256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55575" marR="5080" lvl="0" indent="-143510" algn="ctr" defTabSz="914400" rtl="0" eaLnBrk="1" fontAlgn="auto" latinLnBrk="0" hangingPunct="1">
              <a:lnSpc>
                <a:spcPct val="102000"/>
              </a:lnSpc>
              <a:spcBef>
                <a:spcPts val="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-1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rPr>
              <a:t>CEO Works </a:t>
            </a:r>
          </a:p>
          <a:p>
            <a:pPr marL="155575" marR="5080" lvl="0" indent="-143510" algn="ctr" defTabSz="914400" rtl="0" eaLnBrk="1" fontAlgn="auto" latinLnBrk="0" hangingPunct="1">
              <a:lnSpc>
                <a:spcPct val="102000"/>
              </a:lnSpc>
              <a:spcBef>
                <a:spcPts val="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-1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rPr>
              <a:t>AI &amp; </a:t>
            </a:r>
            <a:r>
              <a:rPr kumimoji="0" lang="en-US" sz="2400" b="1" i="0" u="none" strike="noStrike" kern="1200" cap="none" spc="-10" normalizeH="0" baseline="0" noProof="0" dirty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rPr>
              <a:t>Digital</a:t>
            </a:r>
            <a:endParaRPr kumimoji="0" lang="en-US" sz="2400" b="0" i="0" u="none" strike="noStrike" kern="1200" cap="none" spc="-1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 panose="020B0604020202020204" pitchFamily="34" charset="0"/>
            </a:endParaRPr>
          </a:p>
        </p:txBody>
      </p:sp>
      <p:pic>
        <p:nvPicPr>
          <p:cNvPr id="56" name="Picture 20" descr="Bend the Curve">
            <a:extLst>
              <a:ext uri="{FF2B5EF4-FFF2-40B4-BE49-F238E27FC236}">
                <a16:creationId xmlns:a16="http://schemas.microsoft.com/office/drawing/2014/main" id="{D9C94A58-332E-C99F-B05B-6AFD881A7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4624001" y="3551966"/>
            <a:ext cx="1971308" cy="1900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1D1D1D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" name="Picture 23" descr="Identify critical roles">
            <a:extLst>
              <a:ext uri="{FF2B5EF4-FFF2-40B4-BE49-F238E27FC236}">
                <a16:creationId xmlns:a16="http://schemas.microsoft.com/office/drawing/2014/main" id="{9E0CD652-6C4A-AEBD-3F9F-33C25B963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8019919" y="3215158"/>
            <a:ext cx="2669961" cy="2574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object 8">
            <a:extLst>
              <a:ext uri="{FF2B5EF4-FFF2-40B4-BE49-F238E27FC236}">
                <a16:creationId xmlns:a16="http://schemas.microsoft.com/office/drawing/2014/main" id="{D10535A3-33F7-AB2E-AF27-9DF74C3E3A9C}"/>
              </a:ext>
            </a:extLst>
          </p:cNvPr>
          <p:cNvPicPr/>
          <p:nvPr/>
        </p:nvPicPr>
        <p:blipFill>
          <a:blip r:embed="rId4" cstate="print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43398" y="3588276"/>
            <a:ext cx="2336394" cy="1828047"/>
          </a:xfrm>
          <a:prstGeom prst="rect">
            <a:avLst/>
          </a:prstGeom>
        </p:spPr>
      </p:pic>
      <p:sp>
        <p:nvSpPr>
          <p:cNvPr id="59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r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669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217F4-4692-B441-6738-1485D45D6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4">
            <a:extLst>
              <a:ext uri="{FF2B5EF4-FFF2-40B4-BE49-F238E27FC236}">
                <a16:creationId xmlns:a16="http://schemas.microsoft.com/office/drawing/2014/main" id="{C9C52F83-BD7D-5739-1E2D-2141C07067F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0" cy="0"/>
          </a:xfrm>
        </p:spPr>
        <p:txBody>
          <a:bodyPr lIns="91440" tIns="45720" rIns="91440" bIns="45720"/>
          <a:lstStyle>
            <a:defPPr>
              <a:defRPr kern="0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900" i="0" u="none" strike="noStrike" kern="1200" cap="none" spc="-1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ea typeface="+mn-ea"/>
                <a:cs typeface="Lato Light" panose="020F0402020204030203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00" i="0" u="none" strike="noStrike" kern="1200" cap="none" spc="-1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n-ea"/>
              <a:cs typeface="Lato Light" panose="020F0402020204030203" pitchFamily="34" charset="0"/>
            </a:endParaRPr>
          </a:p>
        </p:txBody>
      </p: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D686F593-F20C-32A3-BBBC-75DC3C8ABAE9}"/>
              </a:ext>
            </a:extLst>
          </p:cNvPr>
          <p:cNvSpPr txBox="1">
            <a:spLocks/>
          </p:cNvSpPr>
          <p:nvPr/>
        </p:nvSpPr>
        <p:spPr>
          <a:xfrm>
            <a:off x="6205" y="253040"/>
            <a:ext cx="557048" cy="557048"/>
          </a:xfrm>
          <a:prstGeom prst="rect">
            <a:avLst/>
          </a:prstGeom>
        </p:spPr>
        <p:txBody>
          <a:bodyPr lIns="91440" tIns="45720" rIns="91440" bIns="45720"/>
          <a:lstStyle>
            <a:defPPr>
              <a:defRPr kern="0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B022D38-543A-AFC4-C6DE-9B462161808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892033" y="5971516"/>
            <a:ext cx="611258" cy="611258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F5A5AA9C-48AF-FD74-693B-F24B74A94EB8}"/>
              </a:ext>
            </a:extLst>
          </p:cNvPr>
          <p:cNvSpPr/>
          <p:nvPr/>
        </p:nvSpPr>
        <p:spPr>
          <a:xfrm>
            <a:off x="6561498" y="3887662"/>
            <a:ext cx="5547448" cy="275336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F81BD">
                <a:shade val="15000"/>
              </a:srgbClr>
            </a:solidFill>
            <a:prstDash val="solid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2BAA0D-9D86-35B8-47B3-5C861178C31E}"/>
              </a:ext>
            </a:extLst>
          </p:cNvPr>
          <p:cNvSpPr txBox="1"/>
          <p:nvPr/>
        </p:nvSpPr>
        <p:spPr>
          <a:xfrm>
            <a:off x="451956" y="946849"/>
            <a:ext cx="3305908" cy="23247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itchFamily="34" charset="0"/>
                <a:ea typeface="+mn-ea"/>
                <a:cs typeface="Lato Light" panose="020F0402020204030203" pitchFamily="34" charset="0"/>
              </a:rPr>
              <a:t>PRIVATE EQUITY</a:t>
            </a:r>
            <a:r>
              <a:rPr kumimoji="0" lang="en-US" sz="120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ea typeface="+mn-ea"/>
                <a:cs typeface="Lato Light" panose="020F0402020204030203" pitchFamily="34" charset="0"/>
              </a:rPr>
              <a:t> </a:t>
            </a:r>
            <a:endParaRPr kumimoji="0" lang="en-US" sz="1800" i="0" u="none" strike="noStrike" kern="0" cap="none" spc="-1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n-ea"/>
              <a:cs typeface="Lato Light" panose="020F0402020204030203" pitchFamily="34" charset="0"/>
            </a:endParaRPr>
          </a:p>
        </p:txBody>
      </p:sp>
      <p:pic>
        <p:nvPicPr>
          <p:cNvPr id="46" name="Picture 45" descr="Korea&amp;#39;s NPS commits $268 mn in tech fund of Apax Partners - Pulse by Maeil  Business News Korea">
            <a:extLst>
              <a:ext uri="{FF2B5EF4-FFF2-40B4-BE49-F238E27FC236}">
                <a16:creationId xmlns:a16="http://schemas.microsoft.com/office/drawing/2014/main" id="{BBB6FF3B-380B-AF6A-080E-16B16B666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1180231" y="1519139"/>
            <a:ext cx="763544" cy="337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46" descr="KKR - EDF+Business">
            <a:extLst>
              <a:ext uri="{FF2B5EF4-FFF2-40B4-BE49-F238E27FC236}">
                <a16:creationId xmlns:a16="http://schemas.microsoft.com/office/drawing/2014/main" id="{DCFC80A8-FA77-E05C-36EF-ACF942E7C9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duotone>
              <a:srgbClr val="765FFF"/>
              <a:srgbClr val="FFFFFF"/>
            </a:duotone>
          </a:blip>
          <a:srcRect t="29340" b="30491"/>
          <a:stretch/>
        </p:blipFill>
        <p:spPr bwMode="auto">
          <a:xfrm>
            <a:off x="1849058" y="1577431"/>
            <a:ext cx="524965" cy="149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7" descr="Stephane Etroy Joins Ares Management Corporation as Head of European  Private Equity | Business Wire">
            <a:extLst>
              <a:ext uri="{FF2B5EF4-FFF2-40B4-BE49-F238E27FC236}">
                <a16:creationId xmlns:a16="http://schemas.microsoft.com/office/drawing/2014/main" id="{D08FA72F-DD0A-D134-BBBC-7E146EDD9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2425186" y="1432617"/>
            <a:ext cx="662736" cy="38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8" descr="goldman-sachs-logo - First Tee - Greater Austin">
            <a:extLst>
              <a:ext uri="{FF2B5EF4-FFF2-40B4-BE49-F238E27FC236}">
                <a16:creationId xmlns:a16="http://schemas.microsoft.com/office/drawing/2014/main" id="{AB72AB64-9663-4B2E-8B6A-D0F5E41E7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2940830" y="1129163"/>
            <a:ext cx="823887" cy="445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 descr="Tony O&amp;#39;Carroll | Capital Creation 2021">
            <a:extLst>
              <a:ext uri="{FF2B5EF4-FFF2-40B4-BE49-F238E27FC236}">
                <a16:creationId xmlns:a16="http://schemas.microsoft.com/office/drawing/2014/main" id="{7DCB8ABA-E25B-6374-971A-65BD2A9469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1219507" y="1254650"/>
            <a:ext cx="775431" cy="184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50" descr="Cofra Holding | iVentiv">
            <a:extLst>
              <a:ext uri="{FF2B5EF4-FFF2-40B4-BE49-F238E27FC236}">
                <a16:creationId xmlns:a16="http://schemas.microsoft.com/office/drawing/2014/main" id="{5410D9B1-EBEB-E635-2CCD-501487FF1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2607499" y="1750183"/>
            <a:ext cx="498124" cy="38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51" descr="LIVEKINDLY Collective Announces an Additional $135 Million Capital Raise -  private-equitynews.com">
            <a:extLst>
              <a:ext uri="{FF2B5EF4-FFF2-40B4-BE49-F238E27FC236}">
                <a16:creationId xmlns:a16="http://schemas.microsoft.com/office/drawing/2014/main" id="{FB87D313-483E-66D0-08ED-E5557A7D1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3257007" y="1789764"/>
            <a:ext cx="394231" cy="392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000F1BCC-2844-FDE3-8F99-D6DCB83F9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551366" y="1911933"/>
            <a:ext cx="628865" cy="202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">
            <a:extLst>
              <a:ext uri="{FF2B5EF4-FFF2-40B4-BE49-F238E27FC236}">
                <a16:creationId xmlns:a16="http://schemas.microsoft.com/office/drawing/2014/main" id="{CF41EBB9-6442-F0D7-42DF-2649D2213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1581386" y="1919778"/>
            <a:ext cx="758639" cy="212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1D1D1D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EBC84C24-0336-AF77-7852-6275E2978C4C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97113" y="1537215"/>
            <a:ext cx="537752" cy="258874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5575BB9-7F1A-2AF2-97AE-ADA484159B4A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48273" y="1233957"/>
            <a:ext cx="507546" cy="206402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BE5D3F59-10E8-051C-3818-B9F3BD75ECCE}"/>
              </a:ext>
            </a:extLst>
          </p:cNvPr>
          <p:cNvSpPr/>
          <p:nvPr/>
        </p:nvSpPr>
        <p:spPr>
          <a:xfrm>
            <a:off x="428153" y="892112"/>
            <a:ext cx="3329711" cy="1340746"/>
          </a:xfrm>
          <a:prstGeom prst="rect">
            <a:avLst/>
          </a:prstGeom>
          <a:noFill/>
          <a:ln w="25400" cap="flat" cmpd="sng" algn="ctr">
            <a:solidFill>
              <a:srgbClr val="4F81BD">
                <a:shade val="15000"/>
              </a:srgbClr>
            </a:solidFill>
            <a:prstDash val="solid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8CCC105-5BBA-A052-974E-87EB9257B8EA}"/>
              </a:ext>
            </a:extLst>
          </p:cNvPr>
          <p:cNvSpPr/>
          <p:nvPr/>
        </p:nvSpPr>
        <p:spPr>
          <a:xfrm>
            <a:off x="4012518" y="892112"/>
            <a:ext cx="2294804" cy="1340746"/>
          </a:xfrm>
          <a:prstGeom prst="rect">
            <a:avLst/>
          </a:prstGeom>
          <a:noFill/>
          <a:ln w="25400" cap="flat" cmpd="sng" algn="ctr">
            <a:solidFill>
              <a:srgbClr val="4F81BD">
                <a:shade val="15000"/>
              </a:srgbClr>
            </a:solidFill>
            <a:prstDash val="solid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BA01464-DC96-5D10-0762-BF7EC2D90B86}"/>
              </a:ext>
            </a:extLst>
          </p:cNvPr>
          <p:cNvSpPr txBox="1"/>
          <p:nvPr/>
        </p:nvSpPr>
        <p:spPr>
          <a:xfrm>
            <a:off x="3985680" y="963758"/>
            <a:ext cx="3305908" cy="23247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-1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itchFamily="34" charset="0"/>
                <a:ea typeface="+mn-ea"/>
                <a:cs typeface="Lato Light" panose="020F0402020204030203" pitchFamily="34" charset="0"/>
              </a:rPr>
              <a:t>PROFESSIONAL SERVICES</a:t>
            </a:r>
            <a:r>
              <a:rPr kumimoji="0" lang="en-US" sz="1200" i="0" u="none" strike="noStrike" kern="0" cap="none" spc="-1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ea typeface="+mn-ea"/>
                <a:cs typeface="Lato Light" panose="020F0402020204030203" pitchFamily="34" charset="0"/>
              </a:rPr>
              <a:t> </a:t>
            </a:r>
            <a:endParaRPr kumimoji="0" lang="en-US" sz="1800" i="0" u="none" strike="noStrike" kern="0" cap="none" spc="-1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n-ea"/>
              <a:cs typeface="Lato Light" panose="020F0402020204030203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3508AF8-3A6F-18EC-CE30-3A8A7CBE4196}"/>
              </a:ext>
            </a:extLst>
          </p:cNvPr>
          <p:cNvSpPr txBox="1"/>
          <p:nvPr/>
        </p:nvSpPr>
        <p:spPr>
          <a:xfrm>
            <a:off x="6573876" y="3885679"/>
            <a:ext cx="5475783" cy="478623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-1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itchFamily="34" charset="0"/>
                <a:ea typeface="+mn-ea"/>
                <a:cs typeface="Lato Light" panose="020F0402020204030203" pitchFamily="34" charset="0"/>
              </a:rPr>
              <a:t>OTHER</a:t>
            </a:r>
            <a:r>
              <a:rPr kumimoji="0" lang="en-US" sz="1200" i="0" u="none" strike="noStrike" kern="0" cap="none" spc="-1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ea typeface="+mn-ea"/>
                <a:cs typeface="Lato Light" panose="020F0402020204030203" pitchFamily="34" charset="0"/>
              </a:rPr>
              <a:t> </a:t>
            </a:r>
            <a:endParaRPr kumimoji="0" lang="en-US" sz="1800" i="0" u="none" strike="noStrike" kern="0" cap="none" spc="-1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n-ea"/>
              <a:cs typeface="Lato Light" panose="020F0402020204030203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192E6DA-84F4-3472-81C1-A8B9B09D7616}"/>
              </a:ext>
            </a:extLst>
          </p:cNvPr>
          <p:cNvSpPr/>
          <p:nvPr/>
        </p:nvSpPr>
        <p:spPr>
          <a:xfrm>
            <a:off x="4007915" y="3882335"/>
            <a:ext cx="2294804" cy="1332751"/>
          </a:xfrm>
          <a:prstGeom prst="rect">
            <a:avLst/>
          </a:prstGeom>
          <a:noFill/>
          <a:ln w="25400" cap="flat" cmpd="sng" algn="ctr">
            <a:solidFill>
              <a:srgbClr val="4F81BD">
                <a:shade val="15000"/>
              </a:srgbClr>
            </a:solidFill>
            <a:prstDash val="solid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7EDFC54-B888-CAC6-BD8B-5F916A0570C8}"/>
              </a:ext>
            </a:extLst>
          </p:cNvPr>
          <p:cNvSpPr txBox="1"/>
          <p:nvPr/>
        </p:nvSpPr>
        <p:spPr>
          <a:xfrm>
            <a:off x="4047038" y="3954938"/>
            <a:ext cx="3305908" cy="23247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-1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itchFamily="34" charset="0"/>
                <a:ea typeface="+mn-ea"/>
                <a:cs typeface="Lato Light" panose="020F0402020204030203" pitchFamily="34" charset="0"/>
              </a:rPr>
              <a:t>EDUCATION</a:t>
            </a:r>
            <a:endParaRPr kumimoji="0" lang="en-US" sz="1800" i="0" u="none" strike="noStrike" kern="0" cap="none" spc="-1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n-ea"/>
              <a:cs typeface="Lato Light" panose="020F0402020204030203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00DE747-FF5A-E2D4-5966-DEC00ACECDE1}"/>
              </a:ext>
            </a:extLst>
          </p:cNvPr>
          <p:cNvSpPr/>
          <p:nvPr/>
        </p:nvSpPr>
        <p:spPr>
          <a:xfrm>
            <a:off x="424467" y="3874340"/>
            <a:ext cx="3329711" cy="1340746"/>
          </a:xfrm>
          <a:prstGeom prst="rect">
            <a:avLst/>
          </a:prstGeom>
          <a:noFill/>
          <a:ln w="25400" cap="flat" cmpd="sng" algn="ctr">
            <a:solidFill>
              <a:srgbClr val="4F81BD">
                <a:shade val="15000"/>
              </a:srgbClr>
            </a:solidFill>
            <a:prstDash val="solid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0480" name="TextBox 20479">
            <a:extLst>
              <a:ext uri="{FF2B5EF4-FFF2-40B4-BE49-F238E27FC236}">
                <a16:creationId xmlns:a16="http://schemas.microsoft.com/office/drawing/2014/main" id="{2A784B24-F90D-9F0B-53B4-F30A33BD52E3}"/>
              </a:ext>
            </a:extLst>
          </p:cNvPr>
          <p:cNvSpPr txBox="1"/>
          <p:nvPr/>
        </p:nvSpPr>
        <p:spPr>
          <a:xfrm>
            <a:off x="436368" y="3954440"/>
            <a:ext cx="3305908" cy="23247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-1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itchFamily="34" charset="0"/>
                <a:ea typeface="+mn-ea"/>
                <a:cs typeface="Lato Light" panose="020F0402020204030203" pitchFamily="34" charset="0"/>
              </a:rPr>
              <a:t>PHARMECEUTICALS AND LIFE SCIENCES</a:t>
            </a:r>
            <a:endParaRPr kumimoji="0" lang="en-US" sz="1800" i="0" u="none" strike="noStrike" kern="0" cap="none" spc="-1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n-ea"/>
              <a:cs typeface="Lato Light" panose="020F0402020204030203" pitchFamily="34" charset="0"/>
            </a:endParaRPr>
          </a:p>
        </p:txBody>
      </p:sp>
      <p:sp>
        <p:nvSpPr>
          <p:cNvPr id="20482" name="Rectangle 20481">
            <a:extLst>
              <a:ext uri="{FF2B5EF4-FFF2-40B4-BE49-F238E27FC236}">
                <a16:creationId xmlns:a16="http://schemas.microsoft.com/office/drawing/2014/main" id="{55000B55-86B7-F8A7-4D42-2BFB61C377CD}"/>
              </a:ext>
            </a:extLst>
          </p:cNvPr>
          <p:cNvSpPr/>
          <p:nvPr/>
        </p:nvSpPr>
        <p:spPr>
          <a:xfrm>
            <a:off x="6543553" y="891931"/>
            <a:ext cx="2682088" cy="1340746"/>
          </a:xfrm>
          <a:prstGeom prst="rect">
            <a:avLst/>
          </a:prstGeom>
          <a:noFill/>
          <a:ln w="25400" cap="flat" cmpd="sng" algn="ctr">
            <a:solidFill>
              <a:srgbClr val="4F81BD">
                <a:shade val="15000"/>
              </a:srgbClr>
            </a:solidFill>
            <a:prstDash val="solid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0483" name="TextBox 20482">
            <a:extLst>
              <a:ext uri="{FF2B5EF4-FFF2-40B4-BE49-F238E27FC236}">
                <a16:creationId xmlns:a16="http://schemas.microsoft.com/office/drawing/2014/main" id="{D7CDB33B-3466-8C5C-2525-3FF5057B9FAA}"/>
              </a:ext>
            </a:extLst>
          </p:cNvPr>
          <p:cNvSpPr txBox="1"/>
          <p:nvPr/>
        </p:nvSpPr>
        <p:spPr>
          <a:xfrm>
            <a:off x="6573877" y="952405"/>
            <a:ext cx="3305908" cy="23247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-1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itchFamily="34" charset="0"/>
                <a:ea typeface="+mn-ea"/>
                <a:cs typeface="Lato Light" panose="020F0402020204030203" pitchFamily="34" charset="0"/>
              </a:rPr>
              <a:t>RETAIL/ONLINE RETAIL FORUM</a:t>
            </a:r>
            <a:endParaRPr kumimoji="0" lang="en-US" sz="1800" i="0" u="none" strike="noStrike" kern="0" cap="none" spc="-1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n-ea"/>
              <a:cs typeface="Lato Light" panose="020F0402020204030203" pitchFamily="34" charset="0"/>
            </a:endParaRPr>
          </a:p>
        </p:txBody>
      </p:sp>
      <p:sp>
        <p:nvSpPr>
          <p:cNvPr id="20484" name="Rectangle 20483">
            <a:extLst>
              <a:ext uri="{FF2B5EF4-FFF2-40B4-BE49-F238E27FC236}">
                <a16:creationId xmlns:a16="http://schemas.microsoft.com/office/drawing/2014/main" id="{65EA88B3-E935-5793-054A-B53E8EF5E1DE}"/>
              </a:ext>
            </a:extLst>
          </p:cNvPr>
          <p:cNvSpPr/>
          <p:nvPr/>
        </p:nvSpPr>
        <p:spPr>
          <a:xfrm>
            <a:off x="4007427" y="2381026"/>
            <a:ext cx="2291198" cy="1340746"/>
          </a:xfrm>
          <a:prstGeom prst="rect">
            <a:avLst/>
          </a:prstGeom>
          <a:noFill/>
          <a:ln w="25400" cap="flat" cmpd="sng" algn="ctr">
            <a:solidFill>
              <a:srgbClr val="4F81BD">
                <a:shade val="15000"/>
              </a:srgbClr>
            </a:solidFill>
            <a:prstDash val="solid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0485" name="TextBox 20484">
            <a:extLst>
              <a:ext uri="{FF2B5EF4-FFF2-40B4-BE49-F238E27FC236}">
                <a16:creationId xmlns:a16="http://schemas.microsoft.com/office/drawing/2014/main" id="{66B66691-FC25-9AB8-F75F-FEA415A234BE}"/>
              </a:ext>
            </a:extLst>
          </p:cNvPr>
          <p:cNvSpPr txBox="1"/>
          <p:nvPr/>
        </p:nvSpPr>
        <p:spPr>
          <a:xfrm>
            <a:off x="3985680" y="2441370"/>
            <a:ext cx="3305908" cy="23247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-1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itchFamily="34" charset="0"/>
                <a:ea typeface="+mn-ea"/>
                <a:cs typeface="Lato Light" panose="020F0402020204030203" pitchFamily="34" charset="0"/>
              </a:rPr>
              <a:t>MEDICAL DEVICES</a:t>
            </a:r>
            <a:endParaRPr kumimoji="0" lang="en-US" sz="1800" i="0" u="none" strike="noStrike" kern="0" cap="none" spc="-1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n-ea"/>
              <a:cs typeface="Lato Light" panose="020F0402020204030203" pitchFamily="34" charset="0"/>
            </a:endParaRPr>
          </a:p>
        </p:txBody>
      </p:sp>
      <p:sp>
        <p:nvSpPr>
          <p:cNvPr id="20486" name="Rectangle 20485">
            <a:extLst>
              <a:ext uri="{FF2B5EF4-FFF2-40B4-BE49-F238E27FC236}">
                <a16:creationId xmlns:a16="http://schemas.microsoft.com/office/drawing/2014/main" id="{492F55B5-96F1-6609-5507-870EA130D123}"/>
              </a:ext>
            </a:extLst>
          </p:cNvPr>
          <p:cNvSpPr/>
          <p:nvPr/>
        </p:nvSpPr>
        <p:spPr>
          <a:xfrm>
            <a:off x="435006" y="2391371"/>
            <a:ext cx="3329711" cy="1340746"/>
          </a:xfrm>
          <a:prstGeom prst="rect">
            <a:avLst/>
          </a:prstGeom>
          <a:noFill/>
          <a:ln w="25400" cap="flat" cmpd="sng" algn="ctr">
            <a:solidFill>
              <a:srgbClr val="4F81BD">
                <a:shade val="15000"/>
              </a:srgbClr>
            </a:solidFill>
            <a:prstDash val="solid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0487" name="TextBox 20486">
            <a:extLst>
              <a:ext uri="{FF2B5EF4-FFF2-40B4-BE49-F238E27FC236}">
                <a16:creationId xmlns:a16="http://schemas.microsoft.com/office/drawing/2014/main" id="{A3527259-77A8-97F4-5D20-A8645DC8454B}"/>
              </a:ext>
            </a:extLst>
          </p:cNvPr>
          <p:cNvSpPr txBox="1"/>
          <p:nvPr/>
        </p:nvSpPr>
        <p:spPr>
          <a:xfrm>
            <a:off x="424966" y="2463243"/>
            <a:ext cx="3305908" cy="23247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-1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itchFamily="34" charset="0"/>
                <a:ea typeface="+mn-ea"/>
                <a:cs typeface="Lato Light" panose="020F0402020204030203" pitchFamily="34" charset="0"/>
              </a:rPr>
              <a:t>FINANCIAL SERVICES</a:t>
            </a:r>
            <a:r>
              <a:rPr kumimoji="0" lang="en-US" sz="1200" i="0" u="none" strike="noStrike" kern="0" cap="none" spc="-1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ea typeface="+mn-ea"/>
                <a:cs typeface="Lato Light" panose="020F0402020204030203" pitchFamily="34" charset="0"/>
              </a:rPr>
              <a:t> </a:t>
            </a:r>
            <a:endParaRPr kumimoji="0" lang="en-US" sz="1800" i="0" u="none" strike="noStrike" kern="0" cap="none" spc="-1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n-ea"/>
              <a:cs typeface="Lato Light" panose="020F0402020204030203" pitchFamily="34" charset="0"/>
            </a:endParaRPr>
          </a:p>
        </p:txBody>
      </p:sp>
      <p:sp>
        <p:nvSpPr>
          <p:cNvPr id="20488" name="Rectangle 20487">
            <a:extLst>
              <a:ext uri="{FF2B5EF4-FFF2-40B4-BE49-F238E27FC236}">
                <a16:creationId xmlns:a16="http://schemas.microsoft.com/office/drawing/2014/main" id="{9BEA0A19-67C6-DB0A-F1E8-D2E0EC1C62A7}"/>
              </a:ext>
            </a:extLst>
          </p:cNvPr>
          <p:cNvSpPr/>
          <p:nvPr/>
        </p:nvSpPr>
        <p:spPr>
          <a:xfrm>
            <a:off x="4011521" y="5299885"/>
            <a:ext cx="2291198" cy="1341138"/>
          </a:xfrm>
          <a:prstGeom prst="rect">
            <a:avLst/>
          </a:prstGeom>
          <a:noFill/>
          <a:ln w="25400" cap="flat" cmpd="sng" algn="ctr">
            <a:solidFill>
              <a:srgbClr val="4F81BD">
                <a:shade val="15000"/>
              </a:srgbClr>
            </a:solidFill>
            <a:prstDash val="solid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0489" name="TextBox 20488">
            <a:extLst>
              <a:ext uri="{FF2B5EF4-FFF2-40B4-BE49-F238E27FC236}">
                <a16:creationId xmlns:a16="http://schemas.microsoft.com/office/drawing/2014/main" id="{81B58E3E-41DF-82CD-EF7D-B966E3847B69}"/>
              </a:ext>
            </a:extLst>
          </p:cNvPr>
          <p:cNvSpPr txBox="1"/>
          <p:nvPr/>
        </p:nvSpPr>
        <p:spPr>
          <a:xfrm>
            <a:off x="4035136" y="5429197"/>
            <a:ext cx="2290772" cy="23247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-1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itchFamily="34" charset="0"/>
                <a:ea typeface="+mn-ea"/>
                <a:cs typeface="Lato Light" panose="020F0402020204030203" pitchFamily="34" charset="0"/>
              </a:rPr>
              <a:t>INSURANCE</a:t>
            </a:r>
            <a:endParaRPr kumimoji="0" lang="en-US" sz="1800" i="0" u="none" strike="noStrike" kern="0" cap="none" spc="-1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n-ea"/>
              <a:cs typeface="Lato Light" panose="020F0402020204030203" pitchFamily="34" charset="0"/>
            </a:endParaRPr>
          </a:p>
        </p:txBody>
      </p:sp>
      <p:sp>
        <p:nvSpPr>
          <p:cNvPr id="20490" name="Rectangle 20489">
            <a:extLst>
              <a:ext uri="{FF2B5EF4-FFF2-40B4-BE49-F238E27FC236}">
                <a16:creationId xmlns:a16="http://schemas.microsoft.com/office/drawing/2014/main" id="{A8972382-8ADE-0BD2-FDAE-C51213E83E8F}"/>
              </a:ext>
            </a:extLst>
          </p:cNvPr>
          <p:cNvSpPr/>
          <p:nvPr/>
        </p:nvSpPr>
        <p:spPr>
          <a:xfrm>
            <a:off x="424467" y="5300276"/>
            <a:ext cx="3329711" cy="1340746"/>
          </a:xfrm>
          <a:prstGeom prst="rect">
            <a:avLst/>
          </a:prstGeom>
          <a:noFill/>
          <a:ln w="25400" cap="flat" cmpd="sng" algn="ctr">
            <a:solidFill>
              <a:srgbClr val="4F81BD">
                <a:shade val="15000"/>
              </a:srgbClr>
            </a:solidFill>
            <a:prstDash val="solid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0491" name="TextBox 20490">
            <a:extLst>
              <a:ext uri="{FF2B5EF4-FFF2-40B4-BE49-F238E27FC236}">
                <a16:creationId xmlns:a16="http://schemas.microsoft.com/office/drawing/2014/main" id="{E32393BD-C19A-0717-D467-B48BF8690E9F}"/>
              </a:ext>
            </a:extLst>
          </p:cNvPr>
          <p:cNvSpPr txBox="1"/>
          <p:nvPr/>
        </p:nvSpPr>
        <p:spPr>
          <a:xfrm>
            <a:off x="436368" y="5380376"/>
            <a:ext cx="3305908" cy="23247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-1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itchFamily="34" charset="0"/>
                <a:ea typeface="+mn-ea"/>
                <a:cs typeface="Lato Light" panose="020F0402020204030203" pitchFamily="34" charset="0"/>
              </a:rPr>
              <a:t>CONSUMER PACKAGED GOODS</a:t>
            </a:r>
            <a:endParaRPr kumimoji="0" lang="en-US" sz="1800" i="0" u="none" strike="noStrike" kern="0" cap="none" spc="-1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n-ea"/>
              <a:cs typeface="Lato Light" panose="020F0402020204030203" pitchFamily="34" charset="0"/>
            </a:endParaRPr>
          </a:p>
        </p:txBody>
      </p:sp>
      <p:sp>
        <p:nvSpPr>
          <p:cNvPr id="20492" name="Rectangle 20491">
            <a:extLst>
              <a:ext uri="{FF2B5EF4-FFF2-40B4-BE49-F238E27FC236}">
                <a16:creationId xmlns:a16="http://schemas.microsoft.com/office/drawing/2014/main" id="{6FBDCE34-925C-66BC-D057-01ADB3D06732}"/>
              </a:ext>
            </a:extLst>
          </p:cNvPr>
          <p:cNvSpPr/>
          <p:nvPr/>
        </p:nvSpPr>
        <p:spPr>
          <a:xfrm>
            <a:off x="9377025" y="892420"/>
            <a:ext cx="2712061" cy="1340746"/>
          </a:xfrm>
          <a:prstGeom prst="rect">
            <a:avLst/>
          </a:prstGeom>
          <a:noFill/>
          <a:ln w="25400" cap="flat" cmpd="sng" algn="ctr">
            <a:solidFill>
              <a:srgbClr val="4F81BD">
                <a:shade val="15000"/>
              </a:srgbClr>
            </a:solidFill>
            <a:prstDash val="solid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0493" name="TextBox 20492">
            <a:extLst>
              <a:ext uri="{FF2B5EF4-FFF2-40B4-BE49-F238E27FC236}">
                <a16:creationId xmlns:a16="http://schemas.microsoft.com/office/drawing/2014/main" id="{FDC8D67F-3C27-3247-FAA8-DA820A6A98C5}"/>
              </a:ext>
            </a:extLst>
          </p:cNvPr>
          <p:cNvSpPr txBox="1"/>
          <p:nvPr/>
        </p:nvSpPr>
        <p:spPr>
          <a:xfrm>
            <a:off x="9388926" y="969345"/>
            <a:ext cx="2692673" cy="23247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-1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itchFamily="34" charset="0"/>
                <a:ea typeface="+mn-ea"/>
                <a:cs typeface="Lato Light" panose="020F0402020204030203" pitchFamily="34" charset="0"/>
              </a:rPr>
              <a:t>HEALTHCARE/HEALTH TECHNOLOGY</a:t>
            </a:r>
            <a:endParaRPr kumimoji="0" lang="en-US" sz="1800" i="0" u="none" strike="noStrike" kern="0" cap="none" spc="-1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n-ea"/>
              <a:cs typeface="Lato Light" panose="020F0402020204030203" pitchFamily="34" charset="0"/>
            </a:endParaRPr>
          </a:p>
        </p:txBody>
      </p:sp>
      <p:pic>
        <p:nvPicPr>
          <p:cNvPr id="20494" name="Picture 20493">
            <a:extLst>
              <a:ext uri="{FF2B5EF4-FFF2-40B4-BE49-F238E27FC236}">
                <a16:creationId xmlns:a16="http://schemas.microsoft.com/office/drawing/2014/main" id="{7C5AEF20-1A5B-703D-DCB8-E067142BB91F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101174" y="1385543"/>
            <a:ext cx="1117529" cy="176942"/>
          </a:xfrm>
          <a:prstGeom prst="rect">
            <a:avLst/>
          </a:prstGeom>
        </p:spPr>
      </p:pic>
      <p:pic>
        <p:nvPicPr>
          <p:cNvPr id="20495" name="Picture 20494">
            <a:extLst>
              <a:ext uri="{FF2B5EF4-FFF2-40B4-BE49-F238E27FC236}">
                <a16:creationId xmlns:a16="http://schemas.microsoft.com/office/drawing/2014/main" id="{78B3DD3F-6F55-C905-95F5-4892C7B28FF5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092349" y="1677056"/>
            <a:ext cx="757852" cy="395767"/>
          </a:xfrm>
          <a:prstGeom prst="rect">
            <a:avLst/>
          </a:prstGeom>
        </p:spPr>
      </p:pic>
      <p:pic>
        <p:nvPicPr>
          <p:cNvPr id="20496" name="Picture 20495">
            <a:extLst>
              <a:ext uri="{FF2B5EF4-FFF2-40B4-BE49-F238E27FC236}">
                <a16:creationId xmlns:a16="http://schemas.microsoft.com/office/drawing/2014/main" id="{AF72BCF9-8D50-733B-6FBC-4F97CF632017}"/>
              </a:ext>
            </a:extLst>
          </p:cNvPr>
          <p:cNvPicPr>
            <a:picLocks noChangeAspect="1"/>
          </p:cNvPicPr>
          <p:nvPr/>
        </p:nvPicPr>
        <p:blipFill>
          <a:blip r:embed="rId1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315669" y="1302000"/>
            <a:ext cx="810895" cy="264892"/>
          </a:xfrm>
          <a:prstGeom prst="rect">
            <a:avLst/>
          </a:prstGeom>
        </p:spPr>
      </p:pic>
      <p:pic>
        <p:nvPicPr>
          <p:cNvPr id="20497" name="Picture 20496">
            <a:extLst>
              <a:ext uri="{FF2B5EF4-FFF2-40B4-BE49-F238E27FC236}">
                <a16:creationId xmlns:a16="http://schemas.microsoft.com/office/drawing/2014/main" id="{64E59991-D094-B969-02C0-FD4BC099B7E7}"/>
              </a:ext>
            </a:extLst>
          </p:cNvPr>
          <p:cNvPicPr>
            <a:picLocks noChangeAspect="1"/>
          </p:cNvPicPr>
          <p:nvPr/>
        </p:nvPicPr>
        <p:blipFill>
          <a:blip r:embed="rId18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874227" y="1598149"/>
            <a:ext cx="557598" cy="557598"/>
          </a:xfrm>
          <a:prstGeom prst="rect">
            <a:avLst/>
          </a:prstGeom>
        </p:spPr>
      </p:pic>
      <p:pic>
        <p:nvPicPr>
          <p:cNvPr id="20498" name="Picture 20497">
            <a:extLst>
              <a:ext uri="{FF2B5EF4-FFF2-40B4-BE49-F238E27FC236}">
                <a16:creationId xmlns:a16="http://schemas.microsoft.com/office/drawing/2014/main" id="{5C834D00-EEAE-22CF-886F-D513D1AD9968}"/>
              </a:ext>
            </a:extLst>
          </p:cNvPr>
          <p:cNvPicPr>
            <a:picLocks noChangeAspect="1"/>
          </p:cNvPicPr>
          <p:nvPr/>
        </p:nvPicPr>
        <p:blipFill>
          <a:blip r:embed="rId19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094510" y="4292223"/>
            <a:ext cx="1028314" cy="537951"/>
          </a:xfrm>
          <a:prstGeom prst="rect">
            <a:avLst/>
          </a:prstGeom>
        </p:spPr>
      </p:pic>
      <p:pic>
        <p:nvPicPr>
          <p:cNvPr id="20499" name="Picture 20498">
            <a:extLst>
              <a:ext uri="{FF2B5EF4-FFF2-40B4-BE49-F238E27FC236}">
                <a16:creationId xmlns:a16="http://schemas.microsoft.com/office/drawing/2014/main" id="{F2A41D01-6375-CD37-B5AB-290BB35AB3D0}"/>
              </a:ext>
            </a:extLst>
          </p:cNvPr>
          <p:cNvPicPr>
            <a:picLocks noChangeAspect="1"/>
          </p:cNvPicPr>
          <p:nvPr/>
        </p:nvPicPr>
        <p:blipFill>
          <a:blip r:embed="rId20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094753" y="4788334"/>
            <a:ext cx="952963" cy="266468"/>
          </a:xfrm>
          <a:prstGeom prst="rect">
            <a:avLst/>
          </a:prstGeom>
        </p:spPr>
      </p:pic>
      <p:pic>
        <p:nvPicPr>
          <p:cNvPr id="20500" name="Picture 20499">
            <a:extLst>
              <a:ext uri="{FF2B5EF4-FFF2-40B4-BE49-F238E27FC236}">
                <a16:creationId xmlns:a16="http://schemas.microsoft.com/office/drawing/2014/main" id="{2EE06734-E312-91A8-1B17-731EB9BB1A5D}"/>
              </a:ext>
            </a:extLst>
          </p:cNvPr>
          <p:cNvPicPr>
            <a:picLocks noChangeAspect="1"/>
          </p:cNvPicPr>
          <p:nvPr/>
        </p:nvPicPr>
        <p:blipFill>
          <a:blip r:embed="rId21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042824" y="4108909"/>
            <a:ext cx="1117529" cy="585224"/>
          </a:xfrm>
          <a:prstGeom prst="rect">
            <a:avLst/>
          </a:prstGeom>
        </p:spPr>
      </p:pic>
      <p:pic>
        <p:nvPicPr>
          <p:cNvPr id="20501" name="Picture 20500">
            <a:extLst>
              <a:ext uri="{FF2B5EF4-FFF2-40B4-BE49-F238E27FC236}">
                <a16:creationId xmlns:a16="http://schemas.microsoft.com/office/drawing/2014/main" id="{1F77DB7F-166E-FC51-0B74-7EFE3EE08792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063504" y="2753995"/>
            <a:ext cx="1051471" cy="453690"/>
          </a:xfrm>
          <a:prstGeom prst="rect">
            <a:avLst/>
          </a:prstGeom>
        </p:spPr>
      </p:pic>
      <p:pic>
        <p:nvPicPr>
          <p:cNvPr id="20502" name="Picture 20501">
            <a:extLst>
              <a:ext uri="{FF2B5EF4-FFF2-40B4-BE49-F238E27FC236}">
                <a16:creationId xmlns:a16="http://schemas.microsoft.com/office/drawing/2014/main" id="{8F1F7C14-4464-3297-044C-EE96957F3FF7}"/>
              </a:ext>
            </a:extLst>
          </p:cNvPr>
          <p:cNvPicPr>
            <a:picLocks noChangeAspect="1"/>
          </p:cNvPicPr>
          <p:nvPr/>
        </p:nvPicPr>
        <p:blipFill>
          <a:blip r:embed="rId2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180031" y="2859475"/>
            <a:ext cx="928560" cy="232140"/>
          </a:xfrm>
          <a:prstGeom prst="rect">
            <a:avLst/>
          </a:prstGeom>
        </p:spPr>
      </p:pic>
      <p:pic>
        <p:nvPicPr>
          <p:cNvPr id="20503" name="Picture 20502">
            <a:extLst>
              <a:ext uri="{FF2B5EF4-FFF2-40B4-BE49-F238E27FC236}">
                <a16:creationId xmlns:a16="http://schemas.microsoft.com/office/drawing/2014/main" id="{A88587F7-CFB6-9CC3-D83E-C35CA33810DD}"/>
              </a:ext>
            </a:extLst>
          </p:cNvPr>
          <p:cNvPicPr>
            <a:picLocks noChangeAspect="1"/>
          </p:cNvPicPr>
          <p:nvPr/>
        </p:nvPicPr>
        <p:blipFill>
          <a:blip r:embed="rId2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178494" y="3177487"/>
            <a:ext cx="884199" cy="462065"/>
          </a:xfrm>
          <a:prstGeom prst="rect">
            <a:avLst/>
          </a:prstGeom>
        </p:spPr>
      </p:pic>
      <p:pic>
        <p:nvPicPr>
          <p:cNvPr id="20504" name="Picture 20503">
            <a:extLst>
              <a:ext uri="{FF2B5EF4-FFF2-40B4-BE49-F238E27FC236}">
                <a16:creationId xmlns:a16="http://schemas.microsoft.com/office/drawing/2014/main" id="{D2D2965E-3817-0DC3-37B4-C93C973B610F}"/>
              </a:ext>
            </a:extLst>
          </p:cNvPr>
          <p:cNvPicPr>
            <a:picLocks noChangeAspect="1"/>
          </p:cNvPicPr>
          <p:nvPr/>
        </p:nvPicPr>
        <p:blipFill>
          <a:blip r:embed="rId2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32900" y="2782655"/>
            <a:ext cx="906914" cy="355208"/>
          </a:xfrm>
          <a:prstGeom prst="rect">
            <a:avLst/>
          </a:prstGeom>
        </p:spPr>
      </p:pic>
      <p:pic>
        <p:nvPicPr>
          <p:cNvPr id="20505" name="Picture 20504">
            <a:extLst>
              <a:ext uri="{FF2B5EF4-FFF2-40B4-BE49-F238E27FC236}">
                <a16:creationId xmlns:a16="http://schemas.microsoft.com/office/drawing/2014/main" id="{2E289808-A6B6-B426-BAC7-2D44FF7D1F0E}"/>
              </a:ext>
            </a:extLst>
          </p:cNvPr>
          <p:cNvPicPr>
            <a:picLocks noChangeAspect="1"/>
          </p:cNvPicPr>
          <p:nvPr/>
        </p:nvPicPr>
        <p:blipFill>
          <a:blip r:embed="rId2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94534" y="3208974"/>
            <a:ext cx="783456" cy="167709"/>
          </a:xfrm>
          <a:prstGeom prst="rect">
            <a:avLst/>
          </a:prstGeom>
        </p:spPr>
      </p:pic>
      <p:pic>
        <p:nvPicPr>
          <p:cNvPr id="20506" name="Picture 20505">
            <a:extLst>
              <a:ext uri="{FF2B5EF4-FFF2-40B4-BE49-F238E27FC236}">
                <a16:creationId xmlns:a16="http://schemas.microsoft.com/office/drawing/2014/main" id="{CAF3BD7F-D71D-8387-2BC5-729DC6A7EDD9}"/>
              </a:ext>
            </a:extLst>
          </p:cNvPr>
          <p:cNvPicPr>
            <a:picLocks noChangeAspect="1"/>
          </p:cNvPicPr>
          <p:nvPr/>
        </p:nvPicPr>
        <p:blipFill>
          <a:blip r:embed="rId2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560179" y="2687513"/>
            <a:ext cx="699180" cy="300849"/>
          </a:xfrm>
          <a:prstGeom prst="rect">
            <a:avLst/>
          </a:prstGeom>
        </p:spPr>
      </p:pic>
      <p:pic>
        <p:nvPicPr>
          <p:cNvPr id="20507" name="Picture 20506">
            <a:extLst>
              <a:ext uri="{FF2B5EF4-FFF2-40B4-BE49-F238E27FC236}">
                <a16:creationId xmlns:a16="http://schemas.microsoft.com/office/drawing/2014/main" id="{65C0B289-19EE-850B-95A8-4C7A76E93B0E}"/>
              </a:ext>
            </a:extLst>
          </p:cNvPr>
          <p:cNvPicPr>
            <a:picLocks noChangeAspect="1"/>
          </p:cNvPicPr>
          <p:nvPr/>
        </p:nvPicPr>
        <p:blipFill>
          <a:blip r:embed="rId28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573156" y="3044461"/>
            <a:ext cx="662011" cy="167709"/>
          </a:xfrm>
          <a:prstGeom prst="rect">
            <a:avLst/>
          </a:prstGeom>
        </p:spPr>
      </p:pic>
      <p:pic>
        <p:nvPicPr>
          <p:cNvPr id="20508" name="Picture 20507">
            <a:extLst>
              <a:ext uri="{FF2B5EF4-FFF2-40B4-BE49-F238E27FC236}">
                <a16:creationId xmlns:a16="http://schemas.microsoft.com/office/drawing/2014/main" id="{AC3BFF8F-2D9E-8024-2772-8C8E3499F253}"/>
              </a:ext>
            </a:extLst>
          </p:cNvPr>
          <p:cNvPicPr>
            <a:picLocks noChangeAspect="1"/>
          </p:cNvPicPr>
          <p:nvPr/>
        </p:nvPicPr>
        <p:blipFill>
          <a:blip r:embed="rId29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530862" y="3416267"/>
            <a:ext cx="615132" cy="175752"/>
          </a:xfrm>
          <a:prstGeom prst="rect">
            <a:avLst/>
          </a:prstGeom>
        </p:spPr>
      </p:pic>
      <p:pic>
        <p:nvPicPr>
          <p:cNvPr id="20509" name="Picture 20508">
            <a:extLst>
              <a:ext uri="{FF2B5EF4-FFF2-40B4-BE49-F238E27FC236}">
                <a16:creationId xmlns:a16="http://schemas.microsoft.com/office/drawing/2014/main" id="{92485094-C4AD-C458-0147-6769DF3E81CA}"/>
              </a:ext>
            </a:extLst>
          </p:cNvPr>
          <p:cNvPicPr>
            <a:picLocks noChangeAspect="1"/>
          </p:cNvPicPr>
          <p:nvPr/>
        </p:nvPicPr>
        <p:blipFill>
          <a:blip r:embed="rId30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535910" y="2644703"/>
            <a:ext cx="1097359" cy="144028"/>
          </a:xfrm>
          <a:prstGeom prst="rect">
            <a:avLst/>
          </a:prstGeom>
        </p:spPr>
      </p:pic>
      <p:pic>
        <p:nvPicPr>
          <p:cNvPr id="20510" name="Picture 20509">
            <a:extLst>
              <a:ext uri="{FF2B5EF4-FFF2-40B4-BE49-F238E27FC236}">
                <a16:creationId xmlns:a16="http://schemas.microsoft.com/office/drawing/2014/main" id="{2330E317-827E-F090-D23F-45D0DF078A8C}"/>
              </a:ext>
            </a:extLst>
          </p:cNvPr>
          <p:cNvPicPr>
            <a:picLocks noChangeAspect="1"/>
          </p:cNvPicPr>
          <p:nvPr/>
        </p:nvPicPr>
        <p:blipFill>
          <a:blip r:embed="rId31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635865" y="2813926"/>
            <a:ext cx="907082" cy="300849"/>
          </a:xfrm>
          <a:prstGeom prst="rect">
            <a:avLst/>
          </a:prstGeom>
        </p:spPr>
      </p:pic>
      <p:pic>
        <p:nvPicPr>
          <p:cNvPr id="20511" name="Picture 20510">
            <a:extLst>
              <a:ext uri="{FF2B5EF4-FFF2-40B4-BE49-F238E27FC236}">
                <a16:creationId xmlns:a16="http://schemas.microsoft.com/office/drawing/2014/main" id="{4C71C802-3190-43C8-3E17-5E07D264B6BB}"/>
              </a:ext>
            </a:extLst>
          </p:cNvPr>
          <p:cNvPicPr>
            <a:picLocks noChangeAspect="1"/>
          </p:cNvPicPr>
          <p:nvPr/>
        </p:nvPicPr>
        <p:blipFill>
          <a:blip r:embed="rId3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003106" y="5696719"/>
            <a:ext cx="928550" cy="289802"/>
          </a:xfrm>
          <a:prstGeom prst="rect">
            <a:avLst/>
          </a:prstGeom>
        </p:spPr>
      </p:pic>
      <p:pic>
        <p:nvPicPr>
          <p:cNvPr id="20512" name="Picture 20511">
            <a:extLst>
              <a:ext uri="{FF2B5EF4-FFF2-40B4-BE49-F238E27FC236}">
                <a16:creationId xmlns:a16="http://schemas.microsoft.com/office/drawing/2014/main" id="{34AEE094-A93F-A70B-6944-90A590C22548}"/>
              </a:ext>
            </a:extLst>
          </p:cNvPr>
          <p:cNvPicPr>
            <a:picLocks noChangeAspect="1"/>
          </p:cNvPicPr>
          <p:nvPr/>
        </p:nvPicPr>
        <p:blipFill>
          <a:blip r:embed="rId3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558285" y="3156765"/>
            <a:ext cx="984662" cy="512845"/>
          </a:xfrm>
          <a:prstGeom prst="rect">
            <a:avLst/>
          </a:prstGeom>
        </p:spPr>
      </p:pic>
      <p:pic>
        <p:nvPicPr>
          <p:cNvPr id="20513" name="Picture 20512">
            <a:extLst>
              <a:ext uri="{FF2B5EF4-FFF2-40B4-BE49-F238E27FC236}">
                <a16:creationId xmlns:a16="http://schemas.microsoft.com/office/drawing/2014/main" id="{089C5F4A-D800-838B-C3F1-00BE97E86C2F}"/>
              </a:ext>
            </a:extLst>
          </p:cNvPr>
          <p:cNvPicPr>
            <a:picLocks noChangeAspect="1"/>
          </p:cNvPicPr>
          <p:nvPr/>
        </p:nvPicPr>
        <p:blipFill>
          <a:blip r:embed="rId3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34704" y="3983107"/>
            <a:ext cx="999964" cy="726224"/>
          </a:xfrm>
          <a:prstGeom prst="rect">
            <a:avLst/>
          </a:prstGeom>
        </p:spPr>
      </p:pic>
      <p:pic>
        <p:nvPicPr>
          <p:cNvPr id="20514" name="Picture 20513">
            <a:extLst>
              <a:ext uri="{FF2B5EF4-FFF2-40B4-BE49-F238E27FC236}">
                <a16:creationId xmlns:a16="http://schemas.microsoft.com/office/drawing/2014/main" id="{65CCC33D-66C6-206A-6683-6F11F987ACA8}"/>
              </a:ext>
            </a:extLst>
          </p:cNvPr>
          <p:cNvPicPr>
            <a:picLocks noChangeAspect="1"/>
          </p:cNvPicPr>
          <p:nvPr/>
        </p:nvPicPr>
        <p:blipFill>
          <a:blip r:embed="rId3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976721" y="4266517"/>
            <a:ext cx="662285" cy="247253"/>
          </a:xfrm>
          <a:prstGeom prst="rect">
            <a:avLst/>
          </a:prstGeom>
        </p:spPr>
      </p:pic>
      <p:pic>
        <p:nvPicPr>
          <p:cNvPr id="20515" name="Picture 20514">
            <a:extLst>
              <a:ext uri="{FF2B5EF4-FFF2-40B4-BE49-F238E27FC236}">
                <a16:creationId xmlns:a16="http://schemas.microsoft.com/office/drawing/2014/main" id="{C36D46BF-DD3C-BB9E-2AA3-9B05916433B8}"/>
              </a:ext>
            </a:extLst>
          </p:cNvPr>
          <p:cNvPicPr>
            <a:picLocks noChangeAspect="1"/>
          </p:cNvPicPr>
          <p:nvPr/>
        </p:nvPicPr>
        <p:blipFill>
          <a:blip r:embed="rId3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6708908" y="4816225"/>
            <a:ext cx="678101" cy="678101"/>
          </a:xfrm>
          <a:prstGeom prst="rect">
            <a:avLst/>
          </a:prstGeom>
        </p:spPr>
      </p:pic>
      <p:pic>
        <p:nvPicPr>
          <p:cNvPr id="20516" name="Picture 20515">
            <a:extLst>
              <a:ext uri="{FF2B5EF4-FFF2-40B4-BE49-F238E27FC236}">
                <a16:creationId xmlns:a16="http://schemas.microsoft.com/office/drawing/2014/main" id="{D138C541-1D8C-55A8-ABBC-FC143C8DA618}"/>
              </a:ext>
            </a:extLst>
          </p:cNvPr>
          <p:cNvPicPr>
            <a:picLocks noChangeAspect="1"/>
          </p:cNvPicPr>
          <p:nvPr/>
        </p:nvPicPr>
        <p:blipFill>
          <a:blip r:embed="rId37">
            <a:duotone>
              <a:srgbClr val="765FFF"/>
              <a:srgbClr val="FFFFFF"/>
            </a:duotone>
          </a:blip>
          <a:srcRect l="3200" t="22555" r="553" b="25173"/>
          <a:stretch/>
        </p:blipFill>
        <p:spPr>
          <a:xfrm>
            <a:off x="2360175" y="4558045"/>
            <a:ext cx="1257489" cy="381654"/>
          </a:xfrm>
          <a:prstGeom prst="rect">
            <a:avLst/>
          </a:prstGeom>
        </p:spPr>
      </p:pic>
      <p:pic>
        <p:nvPicPr>
          <p:cNvPr id="20517" name="Picture 20516">
            <a:extLst>
              <a:ext uri="{FF2B5EF4-FFF2-40B4-BE49-F238E27FC236}">
                <a16:creationId xmlns:a16="http://schemas.microsoft.com/office/drawing/2014/main" id="{14F4CA6F-B821-52BF-0432-154A446CE3B2}"/>
              </a:ext>
            </a:extLst>
          </p:cNvPr>
          <p:cNvPicPr>
            <a:picLocks noChangeAspect="1"/>
          </p:cNvPicPr>
          <p:nvPr/>
        </p:nvPicPr>
        <p:blipFill>
          <a:blip r:embed="rId38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664439" y="4287760"/>
            <a:ext cx="972888" cy="318449"/>
          </a:xfrm>
          <a:prstGeom prst="rect">
            <a:avLst/>
          </a:prstGeom>
        </p:spPr>
      </p:pic>
      <p:pic>
        <p:nvPicPr>
          <p:cNvPr id="20518" name="Picture 20517">
            <a:extLst>
              <a:ext uri="{FF2B5EF4-FFF2-40B4-BE49-F238E27FC236}">
                <a16:creationId xmlns:a16="http://schemas.microsoft.com/office/drawing/2014/main" id="{FFF0B39B-C9CB-C76A-277D-2085B882FAF6}"/>
              </a:ext>
            </a:extLst>
          </p:cNvPr>
          <p:cNvPicPr>
            <a:picLocks noChangeAspect="1"/>
          </p:cNvPicPr>
          <p:nvPr/>
        </p:nvPicPr>
        <p:blipFill>
          <a:blip r:embed="rId39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50878" y="4590663"/>
            <a:ext cx="521168" cy="521168"/>
          </a:xfrm>
          <a:prstGeom prst="rect">
            <a:avLst/>
          </a:prstGeom>
        </p:spPr>
      </p:pic>
      <p:pic>
        <p:nvPicPr>
          <p:cNvPr id="20519" name="Picture 20518">
            <a:extLst>
              <a:ext uri="{FF2B5EF4-FFF2-40B4-BE49-F238E27FC236}">
                <a16:creationId xmlns:a16="http://schemas.microsoft.com/office/drawing/2014/main" id="{4F715631-A3A7-4B05-31A4-7028D19E87BE}"/>
              </a:ext>
            </a:extLst>
          </p:cNvPr>
          <p:cNvPicPr>
            <a:picLocks noChangeAspect="1"/>
          </p:cNvPicPr>
          <p:nvPr/>
        </p:nvPicPr>
        <p:blipFill>
          <a:blip r:embed="rId40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32900" y="5692948"/>
            <a:ext cx="814129" cy="137384"/>
          </a:xfrm>
          <a:prstGeom prst="rect">
            <a:avLst/>
          </a:prstGeom>
        </p:spPr>
      </p:pic>
      <p:pic>
        <p:nvPicPr>
          <p:cNvPr id="20520" name="Picture 20519">
            <a:extLst>
              <a:ext uri="{FF2B5EF4-FFF2-40B4-BE49-F238E27FC236}">
                <a16:creationId xmlns:a16="http://schemas.microsoft.com/office/drawing/2014/main" id="{5B41702B-50FC-8F26-16E9-EAFA0C22700E}"/>
              </a:ext>
            </a:extLst>
          </p:cNvPr>
          <p:cNvPicPr>
            <a:picLocks noChangeAspect="1"/>
          </p:cNvPicPr>
          <p:nvPr/>
        </p:nvPicPr>
        <p:blipFill>
          <a:blip r:embed="rId41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509607" y="5782101"/>
            <a:ext cx="815873" cy="256235"/>
          </a:xfrm>
          <a:prstGeom prst="rect">
            <a:avLst/>
          </a:prstGeom>
        </p:spPr>
      </p:pic>
      <p:pic>
        <p:nvPicPr>
          <p:cNvPr id="20521" name="Picture 20520">
            <a:extLst>
              <a:ext uri="{FF2B5EF4-FFF2-40B4-BE49-F238E27FC236}">
                <a16:creationId xmlns:a16="http://schemas.microsoft.com/office/drawing/2014/main" id="{91D4219D-3BFD-A56B-060D-4E3A84E454B3}"/>
              </a:ext>
            </a:extLst>
          </p:cNvPr>
          <p:cNvPicPr>
            <a:picLocks noChangeAspect="1"/>
          </p:cNvPicPr>
          <p:nvPr/>
        </p:nvPicPr>
        <p:blipFill>
          <a:blip r:embed="rId4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55956" y="5910218"/>
            <a:ext cx="728438" cy="447469"/>
          </a:xfrm>
          <a:prstGeom prst="rect">
            <a:avLst/>
          </a:prstGeom>
        </p:spPr>
      </p:pic>
      <p:pic>
        <p:nvPicPr>
          <p:cNvPr id="20522" name="Picture 20521">
            <a:extLst>
              <a:ext uri="{FF2B5EF4-FFF2-40B4-BE49-F238E27FC236}">
                <a16:creationId xmlns:a16="http://schemas.microsoft.com/office/drawing/2014/main" id="{76A6A0FD-317A-A905-5B64-A1542E78605B}"/>
              </a:ext>
            </a:extLst>
          </p:cNvPr>
          <p:cNvPicPr>
            <a:picLocks noChangeAspect="1"/>
          </p:cNvPicPr>
          <p:nvPr/>
        </p:nvPicPr>
        <p:blipFill>
          <a:blip r:embed="rId4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348540" y="6168721"/>
            <a:ext cx="1613991" cy="310768"/>
          </a:xfrm>
          <a:prstGeom prst="rect">
            <a:avLst/>
          </a:prstGeom>
        </p:spPr>
      </p:pic>
      <p:pic>
        <p:nvPicPr>
          <p:cNvPr id="20523" name="Graphic 20522">
            <a:extLst>
              <a:ext uri="{FF2B5EF4-FFF2-40B4-BE49-F238E27FC236}">
                <a16:creationId xmlns:a16="http://schemas.microsoft.com/office/drawing/2014/main" id="{86F6A49D-EC4B-6836-865F-9F233AE4E09B}"/>
              </a:ext>
            </a:extLst>
          </p:cNvPr>
          <p:cNvPicPr>
            <a:picLocks noChangeAspect="1"/>
          </p:cNvPicPr>
          <p:nvPr/>
        </p:nvPicPr>
        <p:blipFill>
          <a:blip r:embed="rId4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489423" y="5573533"/>
            <a:ext cx="839203" cy="433655"/>
          </a:xfrm>
          <a:prstGeom prst="rect">
            <a:avLst/>
          </a:prstGeom>
        </p:spPr>
      </p:pic>
      <p:pic>
        <p:nvPicPr>
          <p:cNvPr id="20524" name="Picture 20523">
            <a:extLst>
              <a:ext uri="{FF2B5EF4-FFF2-40B4-BE49-F238E27FC236}">
                <a16:creationId xmlns:a16="http://schemas.microsoft.com/office/drawing/2014/main" id="{843CFB3D-7D79-4D94-F11F-86AD4C11E0FF}"/>
              </a:ext>
            </a:extLst>
          </p:cNvPr>
          <p:cNvPicPr>
            <a:picLocks noChangeAspect="1"/>
          </p:cNvPicPr>
          <p:nvPr/>
        </p:nvPicPr>
        <p:blipFill>
          <a:blip r:embed="rId4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348171" y="5713243"/>
            <a:ext cx="462490" cy="227391"/>
          </a:xfrm>
          <a:prstGeom prst="rect">
            <a:avLst/>
          </a:prstGeom>
        </p:spPr>
      </p:pic>
      <p:pic>
        <p:nvPicPr>
          <p:cNvPr id="20525" name="Picture 20524">
            <a:extLst>
              <a:ext uri="{FF2B5EF4-FFF2-40B4-BE49-F238E27FC236}">
                <a16:creationId xmlns:a16="http://schemas.microsoft.com/office/drawing/2014/main" id="{6EDD8271-B322-FA42-53C3-648977F388AD}"/>
              </a:ext>
            </a:extLst>
          </p:cNvPr>
          <p:cNvPicPr>
            <a:picLocks noChangeAspect="1"/>
          </p:cNvPicPr>
          <p:nvPr/>
        </p:nvPicPr>
        <p:blipFill>
          <a:blip r:embed="rId4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178494" y="6131718"/>
            <a:ext cx="570922" cy="298782"/>
          </a:xfrm>
          <a:prstGeom prst="rect">
            <a:avLst/>
          </a:prstGeom>
        </p:spPr>
      </p:pic>
      <p:pic>
        <p:nvPicPr>
          <p:cNvPr id="20526" name="Picture 20525">
            <a:extLst>
              <a:ext uri="{FF2B5EF4-FFF2-40B4-BE49-F238E27FC236}">
                <a16:creationId xmlns:a16="http://schemas.microsoft.com/office/drawing/2014/main" id="{537F7E73-9AAC-BF0B-CEB0-CEC02335BAD1}"/>
              </a:ext>
            </a:extLst>
          </p:cNvPr>
          <p:cNvPicPr>
            <a:picLocks noChangeAspect="1"/>
          </p:cNvPicPr>
          <p:nvPr/>
        </p:nvPicPr>
        <p:blipFill>
          <a:blip r:embed="rId4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686290" y="6090422"/>
            <a:ext cx="441573" cy="342955"/>
          </a:xfrm>
          <a:prstGeom prst="rect">
            <a:avLst/>
          </a:prstGeom>
        </p:spPr>
      </p:pic>
      <p:pic>
        <p:nvPicPr>
          <p:cNvPr id="20527" name="Graphic 20526">
            <a:extLst>
              <a:ext uri="{FF2B5EF4-FFF2-40B4-BE49-F238E27FC236}">
                <a16:creationId xmlns:a16="http://schemas.microsoft.com/office/drawing/2014/main" id="{7175D7A6-26CC-B2E2-7B6E-505603F37547}"/>
              </a:ext>
            </a:extLst>
          </p:cNvPr>
          <p:cNvPicPr>
            <a:picLocks noChangeAspect="1"/>
          </p:cNvPicPr>
          <p:nvPr/>
        </p:nvPicPr>
        <p:blipFill>
          <a:blip r:embed="rId48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6674360" y="1369644"/>
            <a:ext cx="505557" cy="505557"/>
          </a:xfrm>
          <a:prstGeom prst="rect">
            <a:avLst/>
          </a:prstGeom>
        </p:spPr>
      </p:pic>
      <p:pic>
        <p:nvPicPr>
          <p:cNvPr id="20528" name="Picture 20527">
            <a:extLst>
              <a:ext uri="{FF2B5EF4-FFF2-40B4-BE49-F238E27FC236}">
                <a16:creationId xmlns:a16="http://schemas.microsoft.com/office/drawing/2014/main" id="{6DD0C2C7-585B-4082-AF84-3F4FCF23556C}"/>
              </a:ext>
            </a:extLst>
          </p:cNvPr>
          <p:cNvPicPr>
            <a:picLocks noChangeAspect="1"/>
          </p:cNvPicPr>
          <p:nvPr/>
        </p:nvPicPr>
        <p:blipFill>
          <a:blip r:embed="rId49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7334055" y="1064235"/>
            <a:ext cx="1136726" cy="596781"/>
          </a:xfrm>
          <a:prstGeom prst="rect">
            <a:avLst/>
          </a:prstGeom>
        </p:spPr>
      </p:pic>
      <p:pic>
        <p:nvPicPr>
          <p:cNvPr id="20529" name="Picture 20528">
            <a:extLst>
              <a:ext uri="{FF2B5EF4-FFF2-40B4-BE49-F238E27FC236}">
                <a16:creationId xmlns:a16="http://schemas.microsoft.com/office/drawing/2014/main" id="{FDA618BA-8658-11B3-E5AB-D5DEB7509B30}"/>
              </a:ext>
            </a:extLst>
          </p:cNvPr>
          <p:cNvPicPr>
            <a:picLocks noChangeAspect="1"/>
          </p:cNvPicPr>
          <p:nvPr/>
        </p:nvPicPr>
        <p:blipFill>
          <a:blip r:embed="rId50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7291588" y="1647033"/>
            <a:ext cx="574017" cy="505557"/>
          </a:xfrm>
          <a:prstGeom prst="rect">
            <a:avLst/>
          </a:prstGeom>
        </p:spPr>
      </p:pic>
      <p:pic>
        <p:nvPicPr>
          <p:cNvPr id="20530" name="Graphic 20529">
            <a:extLst>
              <a:ext uri="{FF2B5EF4-FFF2-40B4-BE49-F238E27FC236}">
                <a16:creationId xmlns:a16="http://schemas.microsoft.com/office/drawing/2014/main" id="{C9177A99-EF42-38DD-FE1E-C5715457BAD3}"/>
              </a:ext>
            </a:extLst>
          </p:cNvPr>
          <p:cNvPicPr>
            <a:picLocks noChangeAspect="1"/>
          </p:cNvPicPr>
          <p:nvPr/>
        </p:nvPicPr>
        <p:blipFill>
          <a:blip r:embed="rId51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7902418" y="1570404"/>
            <a:ext cx="1166030" cy="345145"/>
          </a:xfrm>
          <a:prstGeom prst="rect">
            <a:avLst/>
          </a:prstGeom>
        </p:spPr>
      </p:pic>
      <p:pic>
        <p:nvPicPr>
          <p:cNvPr id="20531" name="Picture 20530">
            <a:extLst>
              <a:ext uri="{FF2B5EF4-FFF2-40B4-BE49-F238E27FC236}">
                <a16:creationId xmlns:a16="http://schemas.microsoft.com/office/drawing/2014/main" id="{14E35EC1-E52E-4C8C-ECA4-1F5CC431E564}"/>
              </a:ext>
            </a:extLst>
          </p:cNvPr>
          <p:cNvPicPr>
            <a:picLocks noChangeAspect="1"/>
          </p:cNvPicPr>
          <p:nvPr/>
        </p:nvPicPr>
        <p:blipFill>
          <a:blip r:embed="rId5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9444862" y="1252368"/>
            <a:ext cx="986559" cy="516711"/>
          </a:xfrm>
          <a:prstGeom prst="rect">
            <a:avLst/>
          </a:prstGeom>
        </p:spPr>
      </p:pic>
      <p:pic>
        <p:nvPicPr>
          <p:cNvPr id="20532" name="Picture 20531">
            <a:extLst>
              <a:ext uri="{FF2B5EF4-FFF2-40B4-BE49-F238E27FC236}">
                <a16:creationId xmlns:a16="http://schemas.microsoft.com/office/drawing/2014/main" id="{D02202A4-DEAD-E0C8-756A-6805D8EFE8CD}"/>
              </a:ext>
            </a:extLst>
          </p:cNvPr>
          <p:cNvPicPr>
            <a:picLocks noChangeAspect="1"/>
          </p:cNvPicPr>
          <p:nvPr/>
        </p:nvPicPr>
        <p:blipFill>
          <a:blip r:embed="rId5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809189" y="617011"/>
            <a:ext cx="998417" cy="998417"/>
          </a:xfrm>
          <a:prstGeom prst="rect">
            <a:avLst/>
          </a:prstGeom>
        </p:spPr>
      </p:pic>
      <p:pic>
        <p:nvPicPr>
          <p:cNvPr id="20533" name="Picture 20532">
            <a:extLst>
              <a:ext uri="{FF2B5EF4-FFF2-40B4-BE49-F238E27FC236}">
                <a16:creationId xmlns:a16="http://schemas.microsoft.com/office/drawing/2014/main" id="{0938E8D3-BB4D-A9F0-42B0-4C96E259CCFF}"/>
              </a:ext>
            </a:extLst>
          </p:cNvPr>
          <p:cNvPicPr>
            <a:picLocks noChangeAspect="1"/>
          </p:cNvPicPr>
          <p:nvPr/>
        </p:nvPicPr>
        <p:blipFill>
          <a:blip r:embed="rId5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909872" y="1615971"/>
            <a:ext cx="998417" cy="332806"/>
          </a:xfrm>
          <a:prstGeom prst="rect">
            <a:avLst/>
          </a:prstGeom>
        </p:spPr>
      </p:pic>
      <p:pic>
        <p:nvPicPr>
          <p:cNvPr id="20534" name="Picture 20533">
            <a:extLst>
              <a:ext uri="{FF2B5EF4-FFF2-40B4-BE49-F238E27FC236}">
                <a16:creationId xmlns:a16="http://schemas.microsoft.com/office/drawing/2014/main" id="{8AEBA385-59E6-07E5-8F8C-7D33CB5DA5CA}"/>
              </a:ext>
            </a:extLst>
          </p:cNvPr>
          <p:cNvPicPr>
            <a:picLocks noChangeAspect="1"/>
          </p:cNvPicPr>
          <p:nvPr/>
        </p:nvPicPr>
        <p:blipFill>
          <a:blip r:embed="rId5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188955" y="1105938"/>
            <a:ext cx="787871" cy="365111"/>
          </a:xfrm>
          <a:prstGeom prst="rect">
            <a:avLst/>
          </a:prstGeom>
        </p:spPr>
      </p:pic>
      <p:pic>
        <p:nvPicPr>
          <p:cNvPr id="20535" name="Picture 20534">
            <a:extLst>
              <a:ext uri="{FF2B5EF4-FFF2-40B4-BE49-F238E27FC236}">
                <a16:creationId xmlns:a16="http://schemas.microsoft.com/office/drawing/2014/main" id="{48839817-45A3-FDF3-C1FC-145B225E9900}"/>
              </a:ext>
            </a:extLst>
          </p:cNvPr>
          <p:cNvPicPr>
            <a:picLocks noChangeAspect="1"/>
          </p:cNvPicPr>
          <p:nvPr/>
        </p:nvPicPr>
        <p:blipFill>
          <a:blip r:embed="rId5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8125045" y="4711498"/>
            <a:ext cx="538642" cy="210070"/>
          </a:xfrm>
          <a:prstGeom prst="rect">
            <a:avLst/>
          </a:prstGeom>
        </p:spPr>
      </p:pic>
      <p:pic>
        <p:nvPicPr>
          <p:cNvPr id="20536" name="Picture 20535">
            <a:extLst>
              <a:ext uri="{FF2B5EF4-FFF2-40B4-BE49-F238E27FC236}">
                <a16:creationId xmlns:a16="http://schemas.microsoft.com/office/drawing/2014/main" id="{C7DDAE41-1CE9-0AA2-1353-60D4CA666B89}"/>
              </a:ext>
            </a:extLst>
          </p:cNvPr>
          <p:cNvPicPr>
            <a:picLocks noChangeAspect="1"/>
          </p:cNvPicPr>
          <p:nvPr/>
        </p:nvPicPr>
        <p:blipFill>
          <a:blip r:embed="rId5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893863" y="6123593"/>
            <a:ext cx="784209" cy="434809"/>
          </a:xfrm>
          <a:prstGeom prst="rect">
            <a:avLst/>
          </a:prstGeom>
        </p:spPr>
      </p:pic>
      <p:pic>
        <p:nvPicPr>
          <p:cNvPr id="20537" name="Graphic 20536">
            <a:extLst>
              <a:ext uri="{FF2B5EF4-FFF2-40B4-BE49-F238E27FC236}">
                <a16:creationId xmlns:a16="http://schemas.microsoft.com/office/drawing/2014/main" id="{B79231C6-634C-985C-B2DF-B084E8BC3955}"/>
              </a:ext>
            </a:extLst>
          </p:cNvPr>
          <p:cNvPicPr>
            <a:picLocks noChangeAspect="1"/>
          </p:cNvPicPr>
          <p:nvPr/>
        </p:nvPicPr>
        <p:blipFill>
          <a:blip r:embed="rId58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9163572" y="4401521"/>
            <a:ext cx="1432426" cy="231314"/>
          </a:xfrm>
          <a:prstGeom prst="rect">
            <a:avLst/>
          </a:prstGeom>
        </p:spPr>
      </p:pic>
      <p:pic>
        <p:nvPicPr>
          <p:cNvPr id="20538" name="Picture 20537">
            <a:extLst>
              <a:ext uri="{FF2B5EF4-FFF2-40B4-BE49-F238E27FC236}">
                <a16:creationId xmlns:a16="http://schemas.microsoft.com/office/drawing/2014/main" id="{49707AAF-6B18-7C7E-7C0E-2A2755E41EFA}"/>
              </a:ext>
            </a:extLst>
          </p:cNvPr>
          <p:cNvPicPr>
            <a:picLocks noChangeAspect="1"/>
          </p:cNvPicPr>
          <p:nvPr/>
        </p:nvPicPr>
        <p:blipFill>
          <a:blip r:embed="rId59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7883639" y="5608174"/>
            <a:ext cx="1006541" cy="239054"/>
          </a:xfrm>
          <a:prstGeom prst="rect">
            <a:avLst/>
          </a:prstGeom>
        </p:spPr>
      </p:pic>
      <p:pic>
        <p:nvPicPr>
          <p:cNvPr id="20539" name="Picture 20538">
            <a:extLst>
              <a:ext uri="{FF2B5EF4-FFF2-40B4-BE49-F238E27FC236}">
                <a16:creationId xmlns:a16="http://schemas.microsoft.com/office/drawing/2014/main" id="{0AD77417-55B8-9848-4970-D7A7061E582B}"/>
              </a:ext>
            </a:extLst>
          </p:cNvPr>
          <p:cNvPicPr>
            <a:picLocks noChangeAspect="1"/>
          </p:cNvPicPr>
          <p:nvPr/>
        </p:nvPicPr>
        <p:blipFill>
          <a:blip r:embed="rId60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146552" y="1601942"/>
            <a:ext cx="1231904" cy="963389"/>
          </a:xfrm>
          <a:prstGeom prst="rect">
            <a:avLst/>
          </a:prstGeom>
        </p:spPr>
      </p:pic>
      <p:pic>
        <p:nvPicPr>
          <p:cNvPr id="20540" name="Picture 20539">
            <a:extLst>
              <a:ext uri="{FF2B5EF4-FFF2-40B4-BE49-F238E27FC236}">
                <a16:creationId xmlns:a16="http://schemas.microsoft.com/office/drawing/2014/main" id="{312F8BD1-96E4-E1D7-53AD-AAF9DA8B6A5C}"/>
              </a:ext>
            </a:extLst>
          </p:cNvPr>
          <p:cNvPicPr>
            <a:picLocks noChangeAspect="1"/>
          </p:cNvPicPr>
          <p:nvPr/>
        </p:nvPicPr>
        <p:blipFill>
          <a:blip r:embed="rId61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1192282" y="5594719"/>
            <a:ext cx="658150" cy="306015"/>
          </a:xfrm>
          <a:prstGeom prst="rect">
            <a:avLst/>
          </a:prstGeom>
        </p:spPr>
      </p:pic>
      <p:pic>
        <p:nvPicPr>
          <p:cNvPr id="20541" name="Picture 20540">
            <a:extLst>
              <a:ext uri="{FF2B5EF4-FFF2-40B4-BE49-F238E27FC236}">
                <a16:creationId xmlns:a16="http://schemas.microsoft.com/office/drawing/2014/main" id="{31287A60-0AA9-77D8-2489-99E063BC0C4D}"/>
              </a:ext>
            </a:extLst>
          </p:cNvPr>
          <p:cNvPicPr>
            <a:picLocks noChangeAspect="1"/>
          </p:cNvPicPr>
          <p:nvPr/>
        </p:nvPicPr>
        <p:blipFill>
          <a:blip r:embed="rId6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222581" y="4673195"/>
            <a:ext cx="1079292" cy="369541"/>
          </a:xfrm>
          <a:prstGeom prst="rect">
            <a:avLst/>
          </a:prstGeom>
        </p:spPr>
      </p:pic>
      <p:pic>
        <p:nvPicPr>
          <p:cNvPr id="20542" name="Picture 20541">
            <a:extLst>
              <a:ext uri="{FF2B5EF4-FFF2-40B4-BE49-F238E27FC236}">
                <a16:creationId xmlns:a16="http://schemas.microsoft.com/office/drawing/2014/main" id="{1E67D913-2FB7-AB47-C2D7-38D75544278E}"/>
              </a:ext>
            </a:extLst>
          </p:cNvPr>
          <p:cNvPicPr>
            <a:picLocks noChangeAspect="1"/>
          </p:cNvPicPr>
          <p:nvPr/>
        </p:nvPicPr>
        <p:blipFill>
          <a:blip r:embed="rId6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8115329" y="5030378"/>
            <a:ext cx="581369" cy="276330"/>
          </a:xfrm>
          <a:prstGeom prst="rect">
            <a:avLst/>
          </a:prstGeom>
        </p:spPr>
      </p:pic>
      <p:pic>
        <p:nvPicPr>
          <p:cNvPr id="20543" name="Picture 20542">
            <a:extLst>
              <a:ext uri="{FF2B5EF4-FFF2-40B4-BE49-F238E27FC236}">
                <a16:creationId xmlns:a16="http://schemas.microsoft.com/office/drawing/2014/main" id="{6BBFEC79-DE75-0D10-BEC9-0911308544DB}"/>
              </a:ext>
            </a:extLst>
          </p:cNvPr>
          <p:cNvPicPr>
            <a:picLocks noChangeAspect="1"/>
          </p:cNvPicPr>
          <p:nvPr/>
        </p:nvPicPr>
        <p:blipFill>
          <a:blip r:embed="rId6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9068448" y="5332737"/>
            <a:ext cx="1107573" cy="127576"/>
          </a:xfrm>
          <a:prstGeom prst="rect">
            <a:avLst/>
          </a:prstGeom>
        </p:spPr>
      </p:pic>
      <p:pic>
        <p:nvPicPr>
          <p:cNvPr id="20544" name="Picture 20543">
            <a:extLst>
              <a:ext uri="{FF2B5EF4-FFF2-40B4-BE49-F238E27FC236}">
                <a16:creationId xmlns:a16="http://schemas.microsoft.com/office/drawing/2014/main" id="{32F2D0DB-73D9-3D6B-F882-3B9DD5ED12E0}"/>
              </a:ext>
            </a:extLst>
          </p:cNvPr>
          <p:cNvPicPr>
            <a:picLocks noChangeAspect="1"/>
          </p:cNvPicPr>
          <p:nvPr/>
        </p:nvPicPr>
        <p:blipFill>
          <a:blip r:embed="rId6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9149526" y="5654778"/>
            <a:ext cx="993725" cy="149937"/>
          </a:xfrm>
          <a:prstGeom prst="rect">
            <a:avLst/>
          </a:prstGeom>
        </p:spPr>
      </p:pic>
      <p:pic>
        <p:nvPicPr>
          <p:cNvPr id="20545" name="Picture 20544">
            <a:extLst>
              <a:ext uri="{FF2B5EF4-FFF2-40B4-BE49-F238E27FC236}">
                <a16:creationId xmlns:a16="http://schemas.microsoft.com/office/drawing/2014/main" id="{E9A9B6BF-5B6C-DCFD-364C-31A880408858}"/>
              </a:ext>
            </a:extLst>
          </p:cNvPr>
          <p:cNvPicPr>
            <a:picLocks noChangeAspect="1"/>
          </p:cNvPicPr>
          <p:nvPr/>
        </p:nvPicPr>
        <p:blipFill>
          <a:blip r:embed="rId6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890585" y="4121455"/>
            <a:ext cx="753309" cy="753309"/>
          </a:xfrm>
          <a:prstGeom prst="rect">
            <a:avLst/>
          </a:prstGeom>
        </p:spPr>
      </p:pic>
      <p:grpSp>
        <p:nvGrpSpPr>
          <p:cNvPr id="20546" name="Group 20545">
            <a:extLst>
              <a:ext uri="{FF2B5EF4-FFF2-40B4-BE49-F238E27FC236}">
                <a16:creationId xmlns:a16="http://schemas.microsoft.com/office/drawing/2014/main" id="{FB0E443D-D505-4D9F-B75D-531C91159C1C}"/>
              </a:ext>
            </a:extLst>
          </p:cNvPr>
          <p:cNvGrpSpPr/>
          <p:nvPr/>
        </p:nvGrpSpPr>
        <p:grpSpPr>
          <a:xfrm>
            <a:off x="9397596" y="2378929"/>
            <a:ext cx="2684003" cy="1340746"/>
            <a:chOff x="12640167" y="4285337"/>
            <a:chExt cx="2684003" cy="1340746"/>
          </a:xfrm>
        </p:grpSpPr>
        <p:sp>
          <p:nvSpPr>
            <p:cNvPr id="20547" name="Rectangle 20546">
              <a:extLst>
                <a:ext uri="{FF2B5EF4-FFF2-40B4-BE49-F238E27FC236}">
                  <a16:creationId xmlns:a16="http://schemas.microsoft.com/office/drawing/2014/main" id="{825C1FBD-EF36-B0D1-A9B5-4E4AAE7708C5}"/>
                </a:ext>
              </a:extLst>
            </p:cNvPr>
            <p:cNvSpPr/>
            <p:nvPr/>
          </p:nvSpPr>
          <p:spPr>
            <a:xfrm>
              <a:off x="12640167" y="4285337"/>
              <a:ext cx="2684003" cy="1340746"/>
            </a:xfrm>
            <a:prstGeom prst="rect">
              <a:avLst/>
            </a:prstGeom>
            <a:noFill/>
            <a:ln w="25400" cap="flat" cmpd="sng" algn="ctr">
              <a:solidFill>
                <a:srgbClr val="4F81BD">
                  <a:shade val="15000"/>
                </a:srgbClr>
              </a:solidFill>
              <a:prstDash val="solid"/>
            </a:ln>
            <a:effectLst/>
          </p:spPr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-1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pic>
          <p:nvPicPr>
            <p:cNvPr id="20548" name="Picture 20547">
              <a:extLst>
                <a:ext uri="{FF2B5EF4-FFF2-40B4-BE49-F238E27FC236}">
                  <a16:creationId xmlns:a16="http://schemas.microsoft.com/office/drawing/2014/main" id="{9D8D89A1-2F5C-604D-F0DB-ADFA855FE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12842275" y="4859830"/>
              <a:ext cx="815458" cy="453032"/>
            </a:xfrm>
            <a:prstGeom prst="rect">
              <a:avLst/>
            </a:prstGeom>
          </p:spPr>
        </p:pic>
        <p:pic>
          <p:nvPicPr>
            <p:cNvPr id="20549" name="Picture 20548">
              <a:extLst>
                <a:ext uri="{FF2B5EF4-FFF2-40B4-BE49-F238E27FC236}">
                  <a16:creationId xmlns:a16="http://schemas.microsoft.com/office/drawing/2014/main" id="{8120EC8C-4B9A-1144-615E-AB3B8647E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12752132" y="4694283"/>
              <a:ext cx="815459" cy="241376"/>
            </a:xfrm>
            <a:prstGeom prst="rect">
              <a:avLst/>
            </a:prstGeom>
          </p:spPr>
        </p:pic>
        <p:pic>
          <p:nvPicPr>
            <p:cNvPr id="20550" name="Picture 20549">
              <a:extLst>
                <a:ext uri="{FF2B5EF4-FFF2-40B4-BE49-F238E27FC236}">
                  <a16:creationId xmlns:a16="http://schemas.microsoft.com/office/drawing/2014/main" id="{15F91C09-2CDD-6939-B463-5F565F24D8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13567591" y="4694283"/>
              <a:ext cx="857255" cy="363143"/>
            </a:xfrm>
            <a:prstGeom prst="rect">
              <a:avLst/>
            </a:prstGeom>
          </p:spPr>
        </p:pic>
        <p:pic>
          <p:nvPicPr>
            <p:cNvPr id="20551" name="Picture 20550">
              <a:extLst>
                <a:ext uri="{FF2B5EF4-FFF2-40B4-BE49-F238E27FC236}">
                  <a16:creationId xmlns:a16="http://schemas.microsoft.com/office/drawing/2014/main" id="{686BCA02-BF9E-FFFB-2960-FC3A4F956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13283596" y="5225391"/>
              <a:ext cx="928560" cy="218019"/>
            </a:xfrm>
            <a:prstGeom prst="rect">
              <a:avLst/>
            </a:prstGeom>
          </p:spPr>
        </p:pic>
        <p:pic>
          <p:nvPicPr>
            <p:cNvPr id="20552" name="Picture 20551">
              <a:extLst>
                <a:ext uri="{FF2B5EF4-FFF2-40B4-BE49-F238E27FC236}">
                  <a16:creationId xmlns:a16="http://schemas.microsoft.com/office/drawing/2014/main" id="{E7679DC1-616C-E12B-E735-7CD331CA9F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14424846" y="4610032"/>
              <a:ext cx="533950" cy="533950"/>
            </a:xfrm>
            <a:prstGeom prst="rect">
              <a:avLst/>
            </a:prstGeom>
          </p:spPr>
        </p:pic>
        <p:pic>
          <p:nvPicPr>
            <p:cNvPr id="20553" name="Picture 20552">
              <a:extLst>
                <a:ext uri="{FF2B5EF4-FFF2-40B4-BE49-F238E27FC236}">
                  <a16:creationId xmlns:a16="http://schemas.microsoft.com/office/drawing/2014/main" id="{DB47878A-B28B-2DF1-D117-D9E4285A5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14313541" y="5081668"/>
              <a:ext cx="853436" cy="444695"/>
            </a:xfrm>
            <a:prstGeom prst="rect">
              <a:avLst/>
            </a:prstGeom>
          </p:spPr>
        </p:pic>
      </p:grpSp>
      <p:pic>
        <p:nvPicPr>
          <p:cNvPr id="20554" name="Graphic 20553">
            <a:extLst>
              <a:ext uri="{FF2B5EF4-FFF2-40B4-BE49-F238E27FC236}">
                <a16:creationId xmlns:a16="http://schemas.microsoft.com/office/drawing/2014/main" id="{5E3AD74E-44E3-F6E2-D26C-AD4D6E37D7B3}"/>
              </a:ext>
            </a:extLst>
          </p:cNvPr>
          <p:cNvPicPr>
            <a:picLocks noChangeAspect="1"/>
          </p:cNvPicPr>
          <p:nvPr/>
        </p:nvPicPr>
        <p:blipFill>
          <a:blip r:embed="rId7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6609946" y="4647546"/>
            <a:ext cx="1139942" cy="309051"/>
          </a:xfrm>
          <a:prstGeom prst="rect">
            <a:avLst/>
          </a:prstGeom>
        </p:spPr>
      </p:pic>
      <p:pic>
        <p:nvPicPr>
          <p:cNvPr id="20555" name="Picture 20554">
            <a:extLst>
              <a:ext uri="{FF2B5EF4-FFF2-40B4-BE49-F238E27FC236}">
                <a16:creationId xmlns:a16="http://schemas.microsoft.com/office/drawing/2014/main" id="{85D9A580-98C5-2149-2B78-3101590108F0}"/>
              </a:ext>
            </a:extLst>
          </p:cNvPr>
          <p:cNvPicPr>
            <a:picLocks noChangeAspect="1"/>
          </p:cNvPicPr>
          <p:nvPr/>
        </p:nvPicPr>
        <p:blipFill>
          <a:blip r:embed="rId7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6795510" y="6168721"/>
            <a:ext cx="711929" cy="305549"/>
          </a:xfrm>
          <a:prstGeom prst="rect">
            <a:avLst/>
          </a:prstGeom>
        </p:spPr>
      </p:pic>
      <p:pic>
        <p:nvPicPr>
          <p:cNvPr id="20556" name="Picture 20555">
            <a:extLst>
              <a:ext uri="{FF2B5EF4-FFF2-40B4-BE49-F238E27FC236}">
                <a16:creationId xmlns:a16="http://schemas.microsoft.com/office/drawing/2014/main" id="{C0E51806-4585-09F9-BCD8-9F99CA719DD5}"/>
              </a:ext>
            </a:extLst>
          </p:cNvPr>
          <p:cNvPicPr>
            <a:picLocks noChangeAspect="1"/>
          </p:cNvPicPr>
          <p:nvPr/>
        </p:nvPicPr>
        <p:blipFill>
          <a:blip r:embed="rId7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1115093" y="4935179"/>
            <a:ext cx="626497" cy="393858"/>
          </a:xfrm>
          <a:prstGeom prst="rect">
            <a:avLst/>
          </a:prstGeom>
        </p:spPr>
      </p:pic>
      <p:pic>
        <p:nvPicPr>
          <p:cNvPr id="20557" name="Picture 20556">
            <a:extLst>
              <a:ext uri="{FF2B5EF4-FFF2-40B4-BE49-F238E27FC236}">
                <a16:creationId xmlns:a16="http://schemas.microsoft.com/office/drawing/2014/main" id="{3F5E6E83-719E-2689-5BEF-BCEAEF4C6B84}"/>
              </a:ext>
            </a:extLst>
          </p:cNvPr>
          <p:cNvPicPr>
            <a:picLocks noChangeAspect="1"/>
          </p:cNvPicPr>
          <p:nvPr/>
        </p:nvPicPr>
        <p:blipFill>
          <a:blip r:embed="rId7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442414" y="5519517"/>
            <a:ext cx="526827" cy="395120"/>
          </a:xfrm>
          <a:prstGeom prst="rect">
            <a:avLst/>
          </a:prstGeom>
        </p:spPr>
      </p:pic>
      <p:pic>
        <p:nvPicPr>
          <p:cNvPr id="20558" name="Picture 20557">
            <a:extLst>
              <a:ext uri="{FF2B5EF4-FFF2-40B4-BE49-F238E27FC236}">
                <a16:creationId xmlns:a16="http://schemas.microsoft.com/office/drawing/2014/main" id="{C33789E4-FD69-0369-1154-7F483561BBC5}"/>
              </a:ext>
            </a:extLst>
          </p:cNvPr>
          <p:cNvPicPr>
            <a:picLocks noChangeAspect="1"/>
          </p:cNvPicPr>
          <p:nvPr/>
        </p:nvPicPr>
        <p:blipFill>
          <a:blip r:embed="rId7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8133446" y="6247328"/>
            <a:ext cx="571852" cy="153553"/>
          </a:xfrm>
          <a:prstGeom prst="rect">
            <a:avLst/>
          </a:prstGeom>
        </p:spPr>
      </p:pic>
      <p:pic>
        <p:nvPicPr>
          <p:cNvPr id="20559" name="Picture 20558">
            <a:extLst>
              <a:ext uri="{FF2B5EF4-FFF2-40B4-BE49-F238E27FC236}">
                <a16:creationId xmlns:a16="http://schemas.microsoft.com/office/drawing/2014/main" id="{45560F9B-9B73-D598-1B14-3C515396CD2A}"/>
              </a:ext>
            </a:extLst>
          </p:cNvPr>
          <p:cNvPicPr>
            <a:picLocks noChangeAspect="1"/>
          </p:cNvPicPr>
          <p:nvPr/>
        </p:nvPicPr>
        <p:blipFill>
          <a:blip r:embed="rId78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9068448" y="4791917"/>
            <a:ext cx="922435" cy="259302"/>
          </a:xfrm>
          <a:prstGeom prst="rect">
            <a:avLst/>
          </a:prstGeom>
        </p:spPr>
      </p:pic>
      <p:pic>
        <p:nvPicPr>
          <p:cNvPr id="20560" name="Picture 20559">
            <a:extLst>
              <a:ext uri="{FF2B5EF4-FFF2-40B4-BE49-F238E27FC236}">
                <a16:creationId xmlns:a16="http://schemas.microsoft.com/office/drawing/2014/main" id="{D33F5819-7CBE-FD7F-8C4F-8600F5E88BDB}"/>
              </a:ext>
            </a:extLst>
          </p:cNvPr>
          <p:cNvPicPr>
            <a:picLocks noChangeAspect="1"/>
          </p:cNvPicPr>
          <p:nvPr/>
        </p:nvPicPr>
        <p:blipFill>
          <a:blip r:embed="rId79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9441974" y="6131718"/>
            <a:ext cx="437811" cy="243228"/>
          </a:xfrm>
          <a:prstGeom prst="rect">
            <a:avLst/>
          </a:prstGeom>
        </p:spPr>
      </p:pic>
      <p:pic>
        <p:nvPicPr>
          <p:cNvPr id="20561" name="Picture 20560">
            <a:extLst>
              <a:ext uri="{FF2B5EF4-FFF2-40B4-BE49-F238E27FC236}">
                <a16:creationId xmlns:a16="http://schemas.microsoft.com/office/drawing/2014/main" id="{CBAB685C-2348-A04A-E12D-C1EA23885599}"/>
              </a:ext>
            </a:extLst>
          </p:cNvPr>
          <p:cNvPicPr>
            <a:picLocks noChangeAspect="1"/>
          </p:cNvPicPr>
          <p:nvPr/>
        </p:nvPicPr>
        <p:blipFill>
          <a:blip r:embed="rId80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444737" y="4858939"/>
            <a:ext cx="440160" cy="517673"/>
          </a:xfrm>
          <a:prstGeom prst="rect">
            <a:avLst/>
          </a:prstGeom>
        </p:spPr>
      </p:pic>
      <p:pic>
        <p:nvPicPr>
          <p:cNvPr id="20562" name="Picture 20561">
            <a:extLst>
              <a:ext uri="{FF2B5EF4-FFF2-40B4-BE49-F238E27FC236}">
                <a16:creationId xmlns:a16="http://schemas.microsoft.com/office/drawing/2014/main" id="{6D9EB0C8-7D5D-1357-655A-DD811F4E8540}"/>
              </a:ext>
            </a:extLst>
          </p:cNvPr>
          <p:cNvPicPr>
            <a:picLocks noChangeAspect="1"/>
          </p:cNvPicPr>
          <p:nvPr/>
        </p:nvPicPr>
        <p:blipFill>
          <a:blip r:embed="rId81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209164" y="6090422"/>
            <a:ext cx="807572" cy="330473"/>
          </a:xfrm>
          <a:prstGeom prst="rect">
            <a:avLst/>
          </a:prstGeom>
        </p:spPr>
      </p:pic>
      <p:pic>
        <p:nvPicPr>
          <p:cNvPr id="20563" name="Picture 20562">
            <a:extLst>
              <a:ext uri="{FF2B5EF4-FFF2-40B4-BE49-F238E27FC236}">
                <a16:creationId xmlns:a16="http://schemas.microsoft.com/office/drawing/2014/main" id="{AA9E224A-FEF0-9AAD-1AA8-000C9873CBA4}"/>
              </a:ext>
            </a:extLst>
          </p:cNvPr>
          <p:cNvPicPr>
            <a:picLocks noChangeAspect="1"/>
          </p:cNvPicPr>
          <p:nvPr/>
        </p:nvPicPr>
        <p:blipFill>
          <a:blip r:embed="rId8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973078" y="6104938"/>
            <a:ext cx="1130737" cy="355691"/>
          </a:xfrm>
          <a:prstGeom prst="rect">
            <a:avLst/>
          </a:prstGeom>
        </p:spPr>
      </p:pic>
      <p:grpSp>
        <p:nvGrpSpPr>
          <p:cNvPr id="20564" name="Group 20563">
            <a:extLst>
              <a:ext uri="{FF2B5EF4-FFF2-40B4-BE49-F238E27FC236}">
                <a16:creationId xmlns:a16="http://schemas.microsoft.com/office/drawing/2014/main" id="{59EE0F94-63E7-8589-FB91-04D8D5E8A00B}"/>
              </a:ext>
            </a:extLst>
          </p:cNvPr>
          <p:cNvGrpSpPr/>
          <p:nvPr/>
        </p:nvGrpSpPr>
        <p:grpSpPr>
          <a:xfrm>
            <a:off x="6545403" y="2368041"/>
            <a:ext cx="2766364" cy="1340746"/>
            <a:chOff x="9210902" y="2469945"/>
            <a:chExt cx="2766364" cy="1340746"/>
          </a:xfrm>
        </p:grpSpPr>
        <p:sp>
          <p:nvSpPr>
            <p:cNvPr id="20565" name="Rectangle 20564">
              <a:extLst>
                <a:ext uri="{FF2B5EF4-FFF2-40B4-BE49-F238E27FC236}">
                  <a16:creationId xmlns:a16="http://schemas.microsoft.com/office/drawing/2014/main" id="{D639F5FC-45DA-78D2-E0F3-64FA5AFB8C2B}"/>
                </a:ext>
              </a:extLst>
            </p:cNvPr>
            <p:cNvSpPr/>
            <p:nvPr/>
          </p:nvSpPr>
          <p:spPr>
            <a:xfrm>
              <a:off x="9210902" y="2469945"/>
              <a:ext cx="2680238" cy="1340746"/>
            </a:xfrm>
            <a:prstGeom prst="rect">
              <a:avLst/>
            </a:prstGeom>
            <a:noFill/>
            <a:ln w="25400" cap="flat" cmpd="sng" algn="ctr">
              <a:solidFill>
                <a:srgbClr val="4F81BD">
                  <a:shade val="15000"/>
                </a:srgbClr>
              </a:solidFill>
              <a:prstDash val="solid"/>
            </a:ln>
            <a:effectLst/>
          </p:spPr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-1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pic>
          <p:nvPicPr>
            <p:cNvPr id="20566" name="Picture 20565">
              <a:extLst>
                <a:ext uri="{FF2B5EF4-FFF2-40B4-BE49-F238E27FC236}">
                  <a16:creationId xmlns:a16="http://schemas.microsoft.com/office/drawing/2014/main" id="{8262B8FF-8D9E-5155-7208-1E4652C0B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9290785" y="2774803"/>
              <a:ext cx="648106" cy="268182"/>
            </a:xfrm>
            <a:prstGeom prst="rect">
              <a:avLst/>
            </a:prstGeom>
          </p:spPr>
        </p:pic>
        <p:pic>
          <p:nvPicPr>
            <p:cNvPr id="20567" name="Picture 20566">
              <a:extLst>
                <a:ext uri="{FF2B5EF4-FFF2-40B4-BE49-F238E27FC236}">
                  <a16:creationId xmlns:a16="http://schemas.microsoft.com/office/drawing/2014/main" id="{E7BCDAA1-7FE8-9531-C4FE-3FED8312E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9284325" y="3097452"/>
              <a:ext cx="1057790" cy="358106"/>
            </a:xfrm>
            <a:prstGeom prst="rect">
              <a:avLst/>
            </a:prstGeom>
          </p:spPr>
        </p:pic>
        <p:pic>
          <p:nvPicPr>
            <p:cNvPr id="20568" name="Picture 20567">
              <a:extLst>
                <a:ext uri="{FF2B5EF4-FFF2-40B4-BE49-F238E27FC236}">
                  <a16:creationId xmlns:a16="http://schemas.microsoft.com/office/drawing/2014/main" id="{3662B77A-FE72-031B-44AA-B7041FC88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10018445" y="2884559"/>
              <a:ext cx="536576" cy="230961"/>
            </a:xfrm>
            <a:prstGeom prst="rect">
              <a:avLst/>
            </a:prstGeom>
          </p:spPr>
        </p:pic>
        <p:pic>
          <p:nvPicPr>
            <p:cNvPr id="20569" name="Picture 20568">
              <a:extLst>
                <a:ext uri="{FF2B5EF4-FFF2-40B4-BE49-F238E27FC236}">
                  <a16:creationId xmlns:a16="http://schemas.microsoft.com/office/drawing/2014/main" id="{7B514D16-030D-478A-58FC-1506E469A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10389895" y="3186653"/>
              <a:ext cx="935847" cy="449206"/>
            </a:xfrm>
            <a:prstGeom prst="rect">
              <a:avLst/>
            </a:prstGeom>
          </p:spPr>
        </p:pic>
        <p:pic>
          <p:nvPicPr>
            <p:cNvPr id="20570" name="Picture 20569">
              <a:extLst>
                <a:ext uri="{FF2B5EF4-FFF2-40B4-BE49-F238E27FC236}">
                  <a16:creationId xmlns:a16="http://schemas.microsoft.com/office/drawing/2014/main" id="{602712F0-9127-4EB1-FD84-7F8C73051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>
              <a:duotone>
                <a:srgbClr val="765FFF"/>
                <a:srgbClr val="FFFFFF"/>
              </a:duotone>
            </a:blip>
            <a:srcRect t="26231" b="18916"/>
            <a:stretch/>
          </p:blipFill>
          <p:spPr>
            <a:xfrm>
              <a:off x="11073484" y="3020151"/>
              <a:ext cx="872178" cy="290466"/>
            </a:xfrm>
            <a:prstGeom prst="rect">
              <a:avLst/>
            </a:prstGeom>
          </p:spPr>
        </p:pic>
        <p:pic>
          <p:nvPicPr>
            <p:cNvPr id="20571" name="Picture 20570">
              <a:extLst>
                <a:ext uri="{FF2B5EF4-FFF2-40B4-BE49-F238E27FC236}">
                  <a16:creationId xmlns:a16="http://schemas.microsoft.com/office/drawing/2014/main" id="{D5A9B6C1-0A8A-9EF5-DD7D-E957CACBDD72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>
              <a:duotone>
                <a:srgbClr val="765FFF"/>
                <a:srgbClr val="FFFFFF"/>
              </a:duotone>
            </a:blip>
            <a:srcRect t="23741" b="25783"/>
            <a:stretch/>
          </p:blipFill>
          <p:spPr>
            <a:xfrm>
              <a:off x="9245502" y="3409128"/>
              <a:ext cx="620533" cy="313222"/>
            </a:xfrm>
            <a:prstGeom prst="rect">
              <a:avLst/>
            </a:prstGeom>
          </p:spPr>
        </p:pic>
        <p:pic>
          <p:nvPicPr>
            <p:cNvPr id="20572" name="Picture 20571">
              <a:extLst>
                <a:ext uri="{FF2B5EF4-FFF2-40B4-BE49-F238E27FC236}">
                  <a16:creationId xmlns:a16="http://schemas.microsoft.com/office/drawing/2014/main" id="{1BFB9EBA-BCB7-FF72-068D-C47D21459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9894204" y="3431445"/>
              <a:ext cx="502749" cy="340705"/>
            </a:xfrm>
            <a:prstGeom prst="rect">
              <a:avLst/>
            </a:prstGeom>
          </p:spPr>
        </p:pic>
        <p:pic>
          <p:nvPicPr>
            <p:cNvPr id="20573" name="Picture 20572">
              <a:extLst>
                <a:ext uri="{FF2B5EF4-FFF2-40B4-BE49-F238E27FC236}">
                  <a16:creationId xmlns:a16="http://schemas.microsoft.com/office/drawing/2014/main" id="{129AA104-1EC0-6347-B0C2-0AAE13FA7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11165910" y="3319304"/>
              <a:ext cx="811356" cy="477739"/>
            </a:xfrm>
            <a:prstGeom prst="rect">
              <a:avLst/>
            </a:prstGeom>
          </p:spPr>
        </p:pic>
        <p:pic>
          <p:nvPicPr>
            <p:cNvPr id="20574" name="Picture 20573">
              <a:extLst>
                <a:ext uri="{FF2B5EF4-FFF2-40B4-BE49-F238E27FC236}">
                  <a16:creationId xmlns:a16="http://schemas.microsoft.com/office/drawing/2014/main" id="{B4759B98-A5DD-193B-4EF6-3E04ADB7A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10550096" y="2973837"/>
              <a:ext cx="572665" cy="358932"/>
            </a:xfrm>
            <a:prstGeom prst="rect">
              <a:avLst/>
            </a:prstGeom>
          </p:spPr>
        </p:pic>
        <p:sp>
          <p:nvSpPr>
            <p:cNvPr id="20575" name="TextBox 20574">
              <a:extLst>
                <a:ext uri="{FF2B5EF4-FFF2-40B4-BE49-F238E27FC236}">
                  <a16:creationId xmlns:a16="http://schemas.microsoft.com/office/drawing/2014/main" id="{ADF932CF-7139-563E-BEE0-3264EB385426}"/>
                </a:ext>
              </a:extLst>
            </p:cNvPr>
            <p:cNvSpPr txBox="1"/>
            <p:nvPr/>
          </p:nvSpPr>
          <p:spPr>
            <a:xfrm>
              <a:off x="9210902" y="2502125"/>
              <a:ext cx="2684003" cy="23247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-1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Segoe UI" pitchFamily="34" charset="0"/>
                  <a:ea typeface="+mn-ea"/>
                  <a:cs typeface="Lato Light" panose="020F0402020204030203" pitchFamily="34" charset="0"/>
                </a:rPr>
                <a:t>ENERGY &amp; INDUSTRIAL</a:t>
              </a:r>
              <a:endParaRPr kumimoji="0" lang="en-US" sz="1800" i="0" u="none" strike="noStrike" kern="0" cap="none" spc="-1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ea typeface="+mn-ea"/>
                <a:cs typeface="Lato Light" panose="020F0402020204030203" pitchFamily="34" charset="0"/>
              </a:endParaRPr>
            </a:p>
          </p:txBody>
        </p:sp>
      </p:grpSp>
      <p:sp>
        <p:nvSpPr>
          <p:cNvPr id="20576" name="TextBox 20575">
            <a:extLst>
              <a:ext uri="{FF2B5EF4-FFF2-40B4-BE49-F238E27FC236}">
                <a16:creationId xmlns:a16="http://schemas.microsoft.com/office/drawing/2014/main" id="{20C794F8-0F65-B777-8CE9-3D9F98B39278}"/>
              </a:ext>
            </a:extLst>
          </p:cNvPr>
          <p:cNvSpPr txBox="1"/>
          <p:nvPr/>
        </p:nvSpPr>
        <p:spPr>
          <a:xfrm>
            <a:off x="9455426" y="2416427"/>
            <a:ext cx="3305908" cy="23247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itchFamily="34" charset="0"/>
                <a:ea typeface="+mn-ea"/>
                <a:cs typeface="Lato Light" panose="020F0402020204030203" pitchFamily="34" charset="0"/>
              </a:rPr>
              <a:t>IT SERVICES</a:t>
            </a:r>
            <a:r>
              <a:rPr kumimoji="0" lang="en-US" sz="1200" i="0" u="none" strike="noStrike" kern="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ea typeface="+mn-ea"/>
                <a:cs typeface="Lato Light" panose="020F0402020204030203" pitchFamily="34" charset="0"/>
              </a:rPr>
              <a:t> </a:t>
            </a:r>
            <a:endParaRPr kumimoji="0" lang="en-US" sz="1800" i="0" u="none" strike="noStrike" kern="0" cap="none" spc="-1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n-ea"/>
              <a:cs typeface="Lato Light" panose="020F0402020204030203" pitchFamily="34" charset="0"/>
            </a:endParaRPr>
          </a:p>
        </p:txBody>
      </p:sp>
      <p:pic>
        <p:nvPicPr>
          <p:cNvPr id="20577" name="Picture 2" descr="GreenCell Mobility gets Rs 3,000 cr debt funding for sustainable projects -  The Sunday Guardian Live">
            <a:extLst>
              <a:ext uri="{FF2B5EF4-FFF2-40B4-BE49-F238E27FC236}">
                <a16:creationId xmlns:a16="http://schemas.microsoft.com/office/drawing/2014/main" id="{3802EAAD-2B04-6244-7653-6D8327336A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2">
            <a:duotone>
              <a:srgbClr val="765FFF"/>
              <a:srgbClr val="FFFFFF"/>
            </a:duotone>
          </a:blip>
          <a:srcRect l="7999" t="32621" b="10283"/>
          <a:stretch/>
        </p:blipFill>
        <p:spPr bwMode="auto">
          <a:xfrm>
            <a:off x="6708908" y="5553087"/>
            <a:ext cx="1026680" cy="331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8" name="Picture 4" descr="Sandoz">
            <a:extLst>
              <a:ext uri="{FF2B5EF4-FFF2-40B4-BE49-F238E27FC236}">
                <a16:creationId xmlns:a16="http://schemas.microsoft.com/office/drawing/2014/main" id="{79B79332-85F6-0DA7-D6FF-C30CB17A2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3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2536703" y="4889086"/>
            <a:ext cx="927793" cy="28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1" name="Picture 2" descr="GE Vernova">
            <a:extLst>
              <a:ext uri="{FF2B5EF4-FFF2-40B4-BE49-F238E27FC236}">
                <a16:creationId xmlns:a16="http://schemas.microsoft.com/office/drawing/2014/main" id="{B7BB6B27-11DF-EE66-A058-E9014A2C1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4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8160986" y="2593174"/>
            <a:ext cx="1064655" cy="360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KN Aerospace - Third Wave Systems">
            <a:extLst>
              <a:ext uri="{FF2B5EF4-FFF2-40B4-BE49-F238E27FC236}">
                <a16:creationId xmlns:a16="http://schemas.microsoft.com/office/drawing/2014/main" id="{DEACB965-5069-10A4-BB0A-CA0E03567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5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7129644" y="4230682"/>
            <a:ext cx="1545548" cy="53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Cencora">
            <a:extLst>
              <a:ext uri="{FF2B5EF4-FFF2-40B4-BE49-F238E27FC236}">
                <a16:creationId xmlns:a16="http://schemas.microsoft.com/office/drawing/2014/main" id="{F2030375-2588-6763-65DE-F90693B05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6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9481909" y="1768980"/>
            <a:ext cx="1106008" cy="365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8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rPr/>
              <a:t>2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A8954F-8096-B18D-DAA7-44FC4B2F5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</p:spPr>
        <p:txBody>
          <a:bodyPr/>
          <a:lstStyle/>
          <a:p>
            <a:r>
              <a:rPr lang="en-US" b="1" spc="-25" noProof="0" dirty="0">
                <a:ea typeface="Lato" panose="020F0502020204030203" pitchFamily="34" charset="0"/>
                <a:cs typeface="Lato" panose="020F0502020204030203" pitchFamily="34" charset="0"/>
              </a:rPr>
              <a:t>Our Clients</a:t>
            </a:r>
            <a:endParaRPr lang="en-US" b="1" spc="-25" noProof="0" dirty="0">
              <a:latin typeface="Segoe UI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626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07898-9C03-D96B-B2C6-35C53208B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4">
            <a:extLst>
              <a:ext uri="{FF2B5EF4-FFF2-40B4-BE49-F238E27FC236}">
                <a16:creationId xmlns:a16="http://schemas.microsoft.com/office/drawing/2014/main" id="{36777DCE-7D13-2E1D-5A14-DB1F1AAF6AB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0" cy="0"/>
          </a:xfrm>
        </p:spPr>
        <p:txBody>
          <a:bodyPr lIns="91440" tIns="45720" rIns="91440" bIns="45720"/>
          <a:lstStyle>
            <a:defPPr>
              <a:defRPr kern="0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900" i="0" u="none" strike="noStrike" kern="1200" cap="none" spc="-1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itchFamily="34" charset="0"/>
                <a:ea typeface="+mn-ea"/>
                <a:cs typeface="Lato Light" panose="020F0402020204030203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i="0" u="none" strike="noStrike" kern="1200" cap="none" spc="-1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n-ea"/>
              <a:cs typeface="Lato Light" panose="020F0402020204030203" pitchFamily="34" charset="0"/>
            </a:endParaRPr>
          </a:p>
        </p:txBody>
      </p: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C5A21309-8EF2-1DDC-8A12-230B0C9C84A7}"/>
              </a:ext>
            </a:extLst>
          </p:cNvPr>
          <p:cNvSpPr txBox="1">
            <a:spLocks/>
          </p:cNvSpPr>
          <p:nvPr/>
        </p:nvSpPr>
        <p:spPr>
          <a:xfrm>
            <a:off x="6205" y="253040"/>
            <a:ext cx="557048" cy="557048"/>
          </a:xfrm>
          <a:prstGeom prst="rect">
            <a:avLst/>
          </a:prstGeom>
        </p:spPr>
        <p:txBody>
          <a:bodyPr lIns="91440" tIns="45720" rIns="91440" bIns="45720"/>
          <a:lstStyle>
            <a:defPPr>
              <a:defRPr kern="0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090C17-CD3C-61B0-B7F8-91101B105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</p:spPr>
        <p:txBody>
          <a:bodyPr/>
          <a:lstStyle/>
          <a:p>
            <a:r>
              <a:rPr lang="en-US" sz="2800" b="1" spc="-25" noProof="0" dirty="0">
                <a:ea typeface="Lato" panose="020F0502020204030203" pitchFamily="34" charset="0"/>
                <a:cs typeface="Lato" panose="020F0502020204030203" pitchFamily="34" charset="0"/>
              </a:rPr>
              <a:t>Our Clients</a:t>
            </a:r>
            <a:endParaRPr lang="en-US" sz="2800" b="1" spc="-25" noProof="0" dirty="0">
              <a:latin typeface="Segoe UI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685707-A1A4-A391-6AB3-3B35521CA48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0" cy="0"/>
          </a:xfrm>
        </p:spPr>
        <p:txBody>
          <a:bodyPr/>
          <a:lstStyle>
            <a:defPPr>
              <a:defRPr kern="0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Lato Light" panose="020F0402020204030203" pitchFamily="34" charset="0"/>
                <a:ea typeface="+mn-ea"/>
                <a:cs typeface="Lato Light" panose="020F0402020204030203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Lato Light" panose="020F0402020204030203" pitchFamily="34" charset="0"/>
              <a:ea typeface="+mn-ea"/>
              <a:cs typeface="Lato Light" panose="020F04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23E729-CF37-9D37-8BE0-9F441658A6CD}"/>
              </a:ext>
            </a:extLst>
          </p:cNvPr>
          <p:cNvSpPr txBox="1"/>
          <p:nvPr/>
        </p:nvSpPr>
        <p:spPr>
          <a:xfrm>
            <a:off x="6751782" y="-30480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Lato Light" panose="020F0402020204030203" pitchFamily="34" charset="0"/>
              <a:ea typeface="+mn-ea"/>
              <a:cs typeface="Lato Light" panose="020F040202020403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437321-B682-A34F-936E-7CFDBC6E3CA0}"/>
              </a:ext>
            </a:extLst>
          </p:cNvPr>
          <p:cNvSpPr txBox="1"/>
          <p:nvPr/>
        </p:nvSpPr>
        <p:spPr>
          <a:xfrm>
            <a:off x="451956" y="946849"/>
            <a:ext cx="3305908" cy="23247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PRIVATE EQUITY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" name="Picture 9" descr="Korea&amp;#39;s NPS commits $268 mn in tech fund of Apax Partners - Pulse by Maeil  Business News Korea">
            <a:extLst>
              <a:ext uri="{FF2B5EF4-FFF2-40B4-BE49-F238E27FC236}">
                <a16:creationId xmlns:a16="http://schemas.microsoft.com/office/drawing/2014/main" id="{572D88C8-746B-6FF0-8E73-448732FF5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231" y="1519139"/>
            <a:ext cx="763544" cy="337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KKR - EDF+Business">
            <a:extLst>
              <a:ext uri="{FF2B5EF4-FFF2-40B4-BE49-F238E27FC236}">
                <a16:creationId xmlns:a16="http://schemas.microsoft.com/office/drawing/2014/main" id="{A1C208E4-826D-A1FF-6155-4F39F00035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40" b="30491"/>
          <a:stretch/>
        </p:blipFill>
        <p:spPr bwMode="auto">
          <a:xfrm>
            <a:off x="1849058" y="1577431"/>
            <a:ext cx="524965" cy="149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Stephane Etroy Joins Ares Management Corporation as Head of European  Private Equity | Business Wire">
            <a:extLst>
              <a:ext uri="{FF2B5EF4-FFF2-40B4-BE49-F238E27FC236}">
                <a16:creationId xmlns:a16="http://schemas.microsoft.com/office/drawing/2014/main" id="{CE6F0D93-6434-7662-3968-0BF09648B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186" y="1432617"/>
            <a:ext cx="662736" cy="38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goldman-sachs-logo - First Tee - Greater Austin">
            <a:extLst>
              <a:ext uri="{FF2B5EF4-FFF2-40B4-BE49-F238E27FC236}">
                <a16:creationId xmlns:a16="http://schemas.microsoft.com/office/drawing/2014/main" id="{7A72FC2D-F2D3-6ED3-5A48-1C39B7AE5F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830" y="1129163"/>
            <a:ext cx="823887" cy="445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Tony O&amp;#39;Carroll | Capital Creation 2021">
            <a:extLst>
              <a:ext uri="{FF2B5EF4-FFF2-40B4-BE49-F238E27FC236}">
                <a16:creationId xmlns:a16="http://schemas.microsoft.com/office/drawing/2014/main" id="{A09C1F64-25EF-15F6-EB1B-97141E48E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507" y="1254650"/>
            <a:ext cx="775431" cy="184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Cofra Holding | iVentiv">
            <a:extLst>
              <a:ext uri="{FF2B5EF4-FFF2-40B4-BE49-F238E27FC236}">
                <a16:creationId xmlns:a16="http://schemas.microsoft.com/office/drawing/2014/main" id="{4BB5C380-8576-7F01-9B17-F180925CE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499" y="1750183"/>
            <a:ext cx="498124" cy="38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LIVEKINDLY Collective Announces an Additional $135 Million Capital Raise -  private-equitynews.com">
            <a:extLst>
              <a:ext uri="{FF2B5EF4-FFF2-40B4-BE49-F238E27FC236}">
                <a16:creationId xmlns:a16="http://schemas.microsoft.com/office/drawing/2014/main" id="{7CA1CC16-196F-F963-F01D-27DEAA6BB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007" y="1789764"/>
            <a:ext cx="394231" cy="392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8B4303F-5AB0-F8CC-4A0A-A8089B87C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66" y="1911933"/>
            <a:ext cx="628865" cy="202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C36F1529-386B-CAA5-4B4B-72E1D26EF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386" y="1919778"/>
            <a:ext cx="758639" cy="212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E8F975E-DA30-8CAE-D6D0-0D64071C109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7113" y="1537215"/>
            <a:ext cx="537752" cy="25887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E593F3B-09F1-15B7-0C7F-8AE3E1A929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273" y="1233957"/>
            <a:ext cx="507546" cy="206402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C9990DE-C558-3362-0693-B673821D732D}"/>
              </a:ext>
            </a:extLst>
          </p:cNvPr>
          <p:cNvSpPr/>
          <p:nvPr/>
        </p:nvSpPr>
        <p:spPr>
          <a:xfrm>
            <a:off x="428153" y="892112"/>
            <a:ext cx="3329711" cy="1340746"/>
          </a:xfrm>
          <a:prstGeom prst="rect">
            <a:avLst/>
          </a:prstGeom>
          <a:noFill/>
          <a:ln w="25400" cap="flat" cmpd="sng" algn="ctr">
            <a:solidFill>
              <a:schemeClr val="bg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3E18B7-D283-0FE0-DE1C-129FB83CFB43}"/>
              </a:ext>
            </a:extLst>
          </p:cNvPr>
          <p:cNvSpPr/>
          <p:nvPr/>
        </p:nvSpPr>
        <p:spPr>
          <a:xfrm>
            <a:off x="4012518" y="892112"/>
            <a:ext cx="2294804" cy="1340746"/>
          </a:xfrm>
          <a:prstGeom prst="rect">
            <a:avLst/>
          </a:prstGeom>
          <a:noFill/>
          <a:ln w="25400" cap="flat" cmpd="sng" algn="ctr">
            <a:solidFill>
              <a:schemeClr val="bg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7FFF7D-09B2-AB52-A4AB-0CC034FC1EE5}"/>
              </a:ext>
            </a:extLst>
          </p:cNvPr>
          <p:cNvSpPr txBox="1"/>
          <p:nvPr/>
        </p:nvSpPr>
        <p:spPr>
          <a:xfrm>
            <a:off x="3985680" y="963758"/>
            <a:ext cx="3305908" cy="23247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PROFESSIONAL SERVICES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171529E-C8EF-90B5-6972-7C20F90F6210}"/>
              </a:ext>
            </a:extLst>
          </p:cNvPr>
          <p:cNvSpPr/>
          <p:nvPr/>
        </p:nvSpPr>
        <p:spPr>
          <a:xfrm>
            <a:off x="6543553" y="891931"/>
            <a:ext cx="2682088" cy="1340746"/>
          </a:xfrm>
          <a:prstGeom prst="rect">
            <a:avLst/>
          </a:prstGeom>
          <a:noFill/>
          <a:ln w="25400" cap="flat" cmpd="sng" algn="ctr">
            <a:solidFill>
              <a:schemeClr val="bg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E2CD36-DF5B-85BC-6F7F-7BB38A05BFCF}"/>
              </a:ext>
            </a:extLst>
          </p:cNvPr>
          <p:cNvSpPr txBox="1"/>
          <p:nvPr/>
        </p:nvSpPr>
        <p:spPr>
          <a:xfrm>
            <a:off x="6573877" y="952405"/>
            <a:ext cx="3305908" cy="23247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RETAIL/ONLINE RETAIL FORUM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3E676B8-B1DD-6327-BBF2-1AE0D89BAC98}"/>
              </a:ext>
            </a:extLst>
          </p:cNvPr>
          <p:cNvSpPr/>
          <p:nvPr/>
        </p:nvSpPr>
        <p:spPr>
          <a:xfrm>
            <a:off x="9377025" y="892420"/>
            <a:ext cx="2712061" cy="1340746"/>
          </a:xfrm>
          <a:prstGeom prst="rect">
            <a:avLst/>
          </a:prstGeom>
          <a:noFill/>
          <a:ln w="25400" cap="flat" cmpd="sng" algn="ctr">
            <a:solidFill>
              <a:schemeClr val="bg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E34239A-7E96-1168-1C28-3DA24EB68D66}"/>
              </a:ext>
            </a:extLst>
          </p:cNvPr>
          <p:cNvSpPr txBox="1"/>
          <p:nvPr/>
        </p:nvSpPr>
        <p:spPr>
          <a:xfrm>
            <a:off x="9388926" y="969345"/>
            <a:ext cx="2692673" cy="23247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HEALTHCARE/HEALTH TECHNOLOGY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24" name="Picture 1023">
            <a:extLst>
              <a:ext uri="{FF2B5EF4-FFF2-40B4-BE49-F238E27FC236}">
                <a16:creationId xmlns:a16="http://schemas.microsoft.com/office/drawing/2014/main" id="{45DB3625-5F83-A959-269F-F96092A4242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01174" y="1385543"/>
            <a:ext cx="1117529" cy="176942"/>
          </a:xfrm>
          <a:prstGeom prst="rect">
            <a:avLst/>
          </a:prstGeom>
        </p:spPr>
      </p:pic>
      <p:pic>
        <p:nvPicPr>
          <p:cNvPr id="1025" name="Picture 1024">
            <a:extLst>
              <a:ext uri="{FF2B5EF4-FFF2-40B4-BE49-F238E27FC236}">
                <a16:creationId xmlns:a16="http://schemas.microsoft.com/office/drawing/2014/main" id="{22675628-7949-E920-3415-C64D970F04F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92349" y="1677056"/>
            <a:ext cx="757852" cy="395767"/>
          </a:xfrm>
          <a:prstGeom prst="rect">
            <a:avLst/>
          </a:prstGeom>
        </p:spPr>
      </p:pic>
      <p:pic>
        <p:nvPicPr>
          <p:cNvPr id="1026" name="Picture 1025">
            <a:extLst>
              <a:ext uri="{FF2B5EF4-FFF2-40B4-BE49-F238E27FC236}">
                <a16:creationId xmlns:a16="http://schemas.microsoft.com/office/drawing/2014/main" id="{61222A38-7524-9DF2-7BCE-628B35EED35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15669" y="1302000"/>
            <a:ext cx="810895" cy="264892"/>
          </a:xfrm>
          <a:prstGeom prst="rect">
            <a:avLst/>
          </a:prstGeom>
        </p:spPr>
      </p:pic>
      <p:pic>
        <p:nvPicPr>
          <p:cNvPr id="1027" name="Picture 1026">
            <a:extLst>
              <a:ext uri="{FF2B5EF4-FFF2-40B4-BE49-F238E27FC236}">
                <a16:creationId xmlns:a16="http://schemas.microsoft.com/office/drawing/2014/main" id="{B5028D1A-C527-8261-3997-DD37CC13009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74227" y="1598149"/>
            <a:ext cx="557598" cy="557598"/>
          </a:xfrm>
          <a:prstGeom prst="rect">
            <a:avLst/>
          </a:prstGeom>
        </p:spPr>
      </p:pic>
      <p:pic>
        <p:nvPicPr>
          <p:cNvPr id="1058" name="Graphic 1057">
            <a:extLst>
              <a:ext uri="{FF2B5EF4-FFF2-40B4-BE49-F238E27FC236}">
                <a16:creationId xmlns:a16="http://schemas.microsoft.com/office/drawing/2014/main" id="{3DEA1983-A53D-4529-9F9C-D6AC75A515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74360" y="1369644"/>
            <a:ext cx="505557" cy="505557"/>
          </a:xfrm>
          <a:prstGeom prst="rect">
            <a:avLst/>
          </a:prstGeom>
        </p:spPr>
      </p:pic>
      <p:pic>
        <p:nvPicPr>
          <p:cNvPr id="1059" name="Picture 1058">
            <a:extLst>
              <a:ext uri="{FF2B5EF4-FFF2-40B4-BE49-F238E27FC236}">
                <a16:creationId xmlns:a16="http://schemas.microsoft.com/office/drawing/2014/main" id="{80C2DD1C-625C-1B8A-9991-057DF36BEA9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34055" y="1064235"/>
            <a:ext cx="1136726" cy="596781"/>
          </a:xfrm>
          <a:prstGeom prst="rect">
            <a:avLst/>
          </a:prstGeom>
        </p:spPr>
      </p:pic>
      <p:pic>
        <p:nvPicPr>
          <p:cNvPr id="1060" name="Picture 1059">
            <a:extLst>
              <a:ext uri="{FF2B5EF4-FFF2-40B4-BE49-F238E27FC236}">
                <a16:creationId xmlns:a16="http://schemas.microsoft.com/office/drawing/2014/main" id="{4DDF2760-225A-E6CE-2C0E-07136C4C6F9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91588" y="1647033"/>
            <a:ext cx="574017" cy="505557"/>
          </a:xfrm>
          <a:prstGeom prst="rect">
            <a:avLst/>
          </a:prstGeom>
        </p:spPr>
      </p:pic>
      <p:pic>
        <p:nvPicPr>
          <p:cNvPr id="1061" name="Graphic 1060">
            <a:extLst>
              <a:ext uri="{FF2B5EF4-FFF2-40B4-BE49-F238E27FC236}">
                <a16:creationId xmlns:a16="http://schemas.microsoft.com/office/drawing/2014/main" id="{B8B50D96-D7B8-7F1D-EB34-8CCFF1855A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902418" y="1570404"/>
            <a:ext cx="1166030" cy="345145"/>
          </a:xfrm>
          <a:prstGeom prst="rect">
            <a:avLst/>
          </a:prstGeom>
        </p:spPr>
      </p:pic>
      <p:pic>
        <p:nvPicPr>
          <p:cNvPr id="1062" name="Picture 1061">
            <a:extLst>
              <a:ext uri="{FF2B5EF4-FFF2-40B4-BE49-F238E27FC236}">
                <a16:creationId xmlns:a16="http://schemas.microsoft.com/office/drawing/2014/main" id="{16CE158A-8386-F924-3D3A-16EFFF384BA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444862" y="1252368"/>
            <a:ext cx="986559" cy="516711"/>
          </a:xfrm>
          <a:prstGeom prst="rect">
            <a:avLst/>
          </a:prstGeom>
        </p:spPr>
      </p:pic>
      <p:pic>
        <p:nvPicPr>
          <p:cNvPr id="1063" name="Picture 1062">
            <a:extLst>
              <a:ext uri="{FF2B5EF4-FFF2-40B4-BE49-F238E27FC236}">
                <a16:creationId xmlns:a16="http://schemas.microsoft.com/office/drawing/2014/main" id="{2F4B01CE-D0B3-11A6-0A9F-282F572315E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809189" y="917460"/>
            <a:ext cx="998417" cy="998417"/>
          </a:xfrm>
          <a:prstGeom prst="rect">
            <a:avLst/>
          </a:prstGeom>
        </p:spPr>
      </p:pic>
      <p:pic>
        <p:nvPicPr>
          <p:cNvPr id="1064" name="Picture 1063">
            <a:extLst>
              <a:ext uri="{FF2B5EF4-FFF2-40B4-BE49-F238E27FC236}">
                <a16:creationId xmlns:a16="http://schemas.microsoft.com/office/drawing/2014/main" id="{D24A7243-2A21-EE86-8275-BE958CC3979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909872" y="1615971"/>
            <a:ext cx="998417" cy="332806"/>
          </a:xfrm>
          <a:prstGeom prst="rect">
            <a:avLst/>
          </a:prstGeom>
        </p:spPr>
      </p:pic>
      <p:pic>
        <p:nvPicPr>
          <p:cNvPr id="1065" name="Picture 1064">
            <a:extLst>
              <a:ext uri="{FF2B5EF4-FFF2-40B4-BE49-F238E27FC236}">
                <a16:creationId xmlns:a16="http://schemas.microsoft.com/office/drawing/2014/main" id="{F07CBB52-0456-BE32-92B8-EE3F833CB09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188955" y="1105938"/>
            <a:ext cx="787871" cy="365111"/>
          </a:xfrm>
          <a:prstGeom prst="rect">
            <a:avLst/>
          </a:prstGeom>
        </p:spPr>
      </p:pic>
      <p:pic>
        <p:nvPicPr>
          <p:cNvPr id="1070" name="Picture 1069">
            <a:extLst>
              <a:ext uri="{FF2B5EF4-FFF2-40B4-BE49-F238E27FC236}">
                <a16:creationId xmlns:a16="http://schemas.microsoft.com/office/drawing/2014/main" id="{0B498933-E7E2-DAF9-B7CD-58B7A777A94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146552" y="1601942"/>
            <a:ext cx="1231904" cy="96338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2443E0A-04B4-C947-C15F-457778C99FF1}"/>
              </a:ext>
            </a:extLst>
          </p:cNvPr>
          <p:cNvGrpSpPr/>
          <p:nvPr/>
        </p:nvGrpSpPr>
        <p:grpSpPr>
          <a:xfrm>
            <a:off x="424966" y="2286867"/>
            <a:ext cx="12336368" cy="1340746"/>
            <a:chOff x="424966" y="2391371"/>
            <a:chExt cx="12336368" cy="1340746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3D01EC6-19BC-218A-B633-367A923727D5}"/>
                </a:ext>
              </a:extLst>
            </p:cNvPr>
            <p:cNvSpPr/>
            <p:nvPr/>
          </p:nvSpPr>
          <p:spPr>
            <a:xfrm>
              <a:off x="4007427" y="2391371"/>
              <a:ext cx="2291198" cy="1340746"/>
            </a:xfrm>
            <a:prstGeom prst="rect">
              <a:avLst/>
            </a:prstGeom>
            <a:noFill/>
            <a:ln w="25400" cap="flat" cmpd="sng" algn="ctr">
              <a:solidFill>
                <a:schemeClr val="bg2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C985D2D-2FDF-913B-7C53-CBE3C9310929}"/>
                </a:ext>
              </a:extLst>
            </p:cNvPr>
            <p:cNvSpPr txBox="1"/>
            <p:nvPr/>
          </p:nvSpPr>
          <p:spPr>
            <a:xfrm>
              <a:off x="3985680" y="2441370"/>
              <a:ext cx="3305908" cy="23247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81A42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MEDICAL DEVICES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047E392-7C96-65A3-4F75-8104112E0ACD}"/>
                </a:ext>
              </a:extLst>
            </p:cNvPr>
            <p:cNvSpPr/>
            <p:nvPr/>
          </p:nvSpPr>
          <p:spPr>
            <a:xfrm>
              <a:off x="435006" y="2391371"/>
              <a:ext cx="3329711" cy="1340746"/>
            </a:xfrm>
            <a:prstGeom prst="rect">
              <a:avLst/>
            </a:prstGeom>
            <a:noFill/>
            <a:ln w="25400" cap="flat" cmpd="sng" algn="ctr">
              <a:solidFill>
                <a:schemeClr val="bg2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83AC510-6191-EA7C-D144-77301265101E}"/>
                </a:ext>
              </a:extLst>
            </p:cNvPr>
            <p:cNvSpPr txBox="1"/>
            <p:nvPr/>
          </p:nvSpPr>
          <p:spPr>
            <a:xfrm>
              <a:off x="424966" y="2463243"/>
              <a:ext cx="3305908" cy="23247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281A42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FINANCIAL SERVICES</a:t>
              </a: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281A42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2" name="Picture 1031">
              <a:extLst>
                <a:ext uri="{FF2B5EF4-FFF2-40B4-BE49-F238E27FC236}">
                  <a16:creationId xmlns:a16="http://schemas.microsoft.com/office/drawing/2014/main" id="{FE6DAD6D-75D2-26F6-8B07-7CBAB19D4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063504" y="2753995"/>
              <a:ext cx="1051471" cy="453690"/>
            </a:xfrm>
            <a:prstGeom prst="rect">
              <a:avLst/>
            </a:prstGeom>
          </p:spPr>
        </p:pic>
        <p:pic>
          <p:nvPicPr>
            <p:cNvPr id="1033" name="Picture 1032">
              <a:extLst>
                <a:ext uri="{FF2B5EF4-FFF2-40B4-BE49-F238E27FC236}">
                  <a16:creationId xmlns:a16="http://schemas.microsoft.com/office/drawing/2014/main" id="{64FD975E-FD00-CE51-5F44-A2A442DDB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5180031" y="2859475"/>
              <a:ext cx="928560" cy="232140"/>
            </a:xfrm>
            <a:prstGeom prst="rect">
              <a:avLst/>
            </a:prstGeom>
          </p:spPr>
        </p:pic>
        <p:pic>
          <p:nvPicPr>
            <p:cNvPr id="1034" name="Picture 1033">
              <a:extLst>
                <a:ext uri="{FF2B5EF4-FFF2-40B4-BE49-F238E27FC236}">
                  <a16:creationId xmlns:a16="http://schemas.microsoft.com/office/drawing/2014/main" id="{0EE291D5-5863-6B3A-D086-627B8A4B8A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4178494" y="3177487"/>
              <a:ext cx="884199" cy="462065"/>
            </a:xfrm>
            <a:prstGeom prst="rect">
              <a:avLst/>
            </a:prstGeom>
          </p:spPr>
        </p:pic>
        <p:pic>
          <p:nvPicPr>
            <p:cNvPr id="1035" name="Picture 1034">
              <a:extLst>
                <a:ext uri="{FF2B5EF4-FFF2-40B4-BE49-F238E27FC236}">
                  <a16:creationId xmlns:a16="http://schemas.microsoft.com/office/drawing/2014/main" id="{E2809009-528F-EFD8-6129-448DD84215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532900" y="2782655"/>
              <a:ext cx="906914" cy="355208"/>
            </a:xfrm>
            <a:prstGeom prst="rect">
              <a:avLst/>
            </a:prstGeom>
          </p:spPr>
        </p:pic>
        <p:pic>
          <p:nvPicPr>
            <p:cNvPr id="1036" name="Picture 1035">
              <a:extLst>
                <a:ext uri="{FF2B5EF4-FFF2-40B4-BE49-F238E27FC236}">
                  <a16:creationId xmlns:a16="http://schemas.microsoft.com/office/drawing/2014/main" id="{DE9ACAA5-CCC3-3944-B2D0-C6CCA4F564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594534" y="3208974"/>
              <a:ext cx="783456" cy="167709"/>
            </a:xfrm>
            <a:prstGeom prst="rect">
              <a:avLst/>
            </a:prstGeom>
          </p:spPr>
        </p:pic>
        <p:pic>
          <p:nvPicPr>
            <p:cNvPr id="1037" name="Picture 1036">
              <a:extLst>
                <a:ext uri="{FF2B5EF4-FFF2-40B4-BE49-F238E27FC236}">
                  <a16:creationId xmlns:a16="http://schemas.microsoft.com/office/drawing/2014/main" id="{34A2D76B-8A41-C82F-44E7-FCBB72EA96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1560179" y="2687513"/>
              <a:ext cx="699180" cy="300849"/>
            </a:xfrm>
            <a:prstGeom prst="rect">
              <a:avLst/>
            </a:prstGeom>
          </p:spPr>
        </p:pic>
        <p:pic>
          <p:nvPicPr>
            <p:cNvPr id="1038" name="Picture 1037">
              <a:extLst>
                <a:ext uri="{FF2B5EF4-FFF2-40B4-BE49-F238E27FC236}">
                  <a16:creationId xmlns:a16="http://schemas.microsoft.com/office/drawing/2014/main" id="{513F0ECE-9F70-9AEB-9B15-0DDBB27ED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573156" y="3044461"/>
              <a:ext cx="662011" cy="167709"/>
            </a:xfrm>
            <a:prstGeom prst="rect">
              <a:avLst/>
            </a:prstGeom>
          </p:spPr>
        </p:pic>
        <p:pic>
          <p:nvPicPr>
            <p:cNvPr id="1039" name="Picture 1038">
              <a:extLst>
                <a:ext uri="{FF2B5EF4-FFF2-40B4-BE49-F238E27FC236}">
                  <a16:creationId xmlns:a16="http://schemas.microsoft.com/office/drawing/2014/main" id="{8F733D89-D681-7C5C-2D03-C2BB9C3FA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1530862" y="3416267"/>
              <a:ext cx="615132" cy="175752"/>
            </a:xfrm>
            <a:prstGeom prst="rect">
              <a:avLst/>
            </a:prstGeom>
          </p:spPr>
        </p:pic>
        <p:pic>
          <p:nvPicPr>
            <p:cNvPr id="1040" name="Picture 1039">
              <a:extLst>
                <a:ext uri="{FF2B5EF4-FFF2-40B4-BE49-F238E27FC236}">
                  <a16:creationId xmlns:a16="http://schemas.microsoft.com/office/drawing/2014/main" id="{D89BB1DD-43CE-4C9C-BAE5-0034EB588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2535910" y="2644703"/>
              <a:ext cx="1097359" cy="144028"/>
            </a:xfrm>
            <a:prstGeom prst="rect">
              <a:avLst/>
            </a:prstGeom>
          </p:spPr>
        </p:pic>
        <p:pic>
          <p:nvPicPr>
            <p:cNvPr id="1041" name="Picture 1040">
              <a:extLst>
                <a:ext uri="{FF2B5EF4-FFF2-40B4-BE49-F238E27FC236}">
                  <a16:creationId xmlns:a16="http://schemas.microsoft.com/office/drawing/2014/main" id="{1AFA67F8-D205-86CC-CC8E-E6BF27A3E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2635865" y="2813926"/>
              <a:ext cx="907082" cy="300849"/>
            </a:xfrm>
            <a:prstGeom prst="rect">
              <a:avLst/>
            </a:prstGeom>
          </p:spPr>
        </p:pic>
        <p:pic>
          <p:nvPicPr>
            <p:cNvPr id="1043" name="Picture 1042">
              <a:extLst>
                <a:ext uri="{FF2B5EF4-FFF2-40B4-BE49-F238E27FC236}">
                  <a16:creationId xmlns:a16="http://schemas.microsoft.com/office/drawing/2014/main" id="{141CCAAA-B834-2B6A-5828-05F198CBF1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2558285" y="3156765"/>
              <a:ext cx="984662" cy="512845"/>
            </a:xfrm>
            <a:prstGeom prst="rect">
              <a:avLst/>
            </a:prstGeom>
          </p:spPr>
        </p:pic>
        <p:grpSp>
          <p:nvGrpSpPr>
            <p:cNvPr id="1077" name="Group 1076">
              <a:extLst>
                <a:ext uri="{FF2B5EF4-FFF2-40B4-BE49-F238E27FC236}">
                  <a16:creationId xmlns:a16="http://schemas.microsoft.com/office/drawing/2014/main" id="{54864DF7-5538-B7D8-572E-4F5B8C929699}"/>
                </a:ext>
              </a:extLst>
            </p:cNvPr>
            <p:cNvGrpSpPr/>
            <p:nvPr/>
          </p:nvGrpSpPr>
          <p:grpSpPr>
            <a:xfrm>
              <a:off x="9397596" y="2391371"/>
              <a:ext cx="2684003" cy="1340746"/>
              <a:chOff x="12640167" y="4297779"/>
              <a:chExt cx="2684003" cy="1340746"/>
            </a:xfrm>
          </p:grpSpPr>
          <p:sp>
            <p:nvSpPr>
              <p:cNvPr id="1078" name="Rectangle 1077">
                <a:extLst>
                  <a:ext uri="{FF2B5EF4-FFF2-40B4-BE49-F238E27FC236}">
                    <a16:creationId xmlns:a16="http://schemas.microsoft.com/office/drawing/2014/main" id="{EC491CAA-86B6-81AB-13AE-B2E601BF6251}"/>
                  </a:ext>
                </a:extLst>
              </p:cNvPr>
              <p:cNvSpPr/>
              <p:nvPr/>
            </p:nvSpPr>
            <p:spPr>
              <a:xfrm>
                <a:off x="12640167" y="4297779"/>
                <a:ext cx="2684003" cy="1340746"/>
              </a:xfrm>
              <a:prstGeom prst="rect">
                <a:avLst/>
              </a:prstGeom>
              <a:noFill/>
              <a:ln w="25400" cap="flat" cmpd="sng" algn="ctr">
                <a:solidFill>
                  <a:schemeClr val="bg2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1079" name="Picture 1078">
                <a:extLst>
                  <a:ext uri="{FF2B5EF4-FFF2-40B4-BE49-F238E27FC236}">
                    <a16:creationId xmlns:a16="http://schemas.microsoft.com/office/drawing/2014/main" id="{449DE914-ECCF-294B-94B7-EF5DF6EE39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2842275" y="4859830"/>
                <a:ext cx="815458" cy="453032"/>
              </a:xfrm>
              <a:prstGeom prst="rect">
                <a:avLst/>
              </a:prstGeom>
            </p:spPr>
          </p:pic>
          <p:pic>
            <p:nvPicPr>
              <p:cNvPr id="1080" name="Picture 1079">
                <a:extLst>
                  <a:ext uri="{FF2B5EF4-FFF2-40B4-BE49-F238E27FC236}">
                    <a16:creationId xmlns:a16="http://schemas.microsoft.com/office/drawing/2014/main" id="{D3E61E26-DF9A-6600-DC66-5BEA0FD55E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2752132" y="4694283"/>
                <a:ext cx="815459" cy="241376"/>
              </a:xfrm>
              <a:prstGeom prst="rect">
                <a:avLst/>
              </a:prstGeom>
            </p:spPr>
          </p:pic>
          <p:pic>
            <p:nvPicPr>
              <p:cNvPr id="1081" name="Picture 1080">
                <a:extLst>
                  <a:ext uri="{FF2B5EF4-FFF2-40B4-BE49-F238E27FC236}">
                    <a16:creationId xmlns:a16="http://schemas.microsoft.com/office/drawing/2014/main" id="{99B92A8F-2EE1-ABD7-E439-30541B0CC6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3567591" y="4694283"/>
                <a:ext cx="857255" cy="363143"/>
              </a:xfrm>
              <a:prstGeom prst="rect">
                <a:avLst/>
              </a:prstGeom>
            </p:spPr>
          </p:pic>
          <p:pic>
            <p:nvPicPr>
              <p:cNvPr id="1082" name="Picture 1081">
                <a:extLst>
                  <a:ext uri="{FF2B5EF4-FFF2-40B4-BE49-F238E27FC236}">
                    <a16:creationId xmlns:a16="http://schemas.microsoft.com/office/drawing/2014/main" id="{C11875C5-E6BA-F5D4-BF4B-8002AD0E46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3283596" y="5225391"/>
                <a:ext cx="928560" cy="218019"/>
              </a:xfrm>
              <a:prstGeom prst="rect">
                <a:avLst/>
              </a:prstGeom>
            </p:spPr>
          </p:pic>
          <p:pic>
            <p:nvPicPr>
              <p:cNvPr id="1083" name="Picture 1082">
                <a:extLst>
                  <a:ext uri="{FF2B5EF4-FFF2-40B4-BE49-F238E27FC236}">
                    <a16:creationId xmlns:a16="http://schemas.microsoft.com/office/drawing/2014/main" id="{16101F49-7921-B01A-5D88-8161F31E4D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4424846" y="4610032"/>
                <a:ext cx="533950" cy="533950"/>
              </a:xfrm>
              <a:prstGeom prst="rect">
                <a:avLst/>
              </a:prstGeom>
            </p:spPr>
          </p:pic>
          <p:pic>
            <p:nvPicPr>
              <p:cNvPr id="1084" name="Picture 1083">
                <a:extLst>
                  <a:ext uri="{FF2B5EF4-FFF2-40B4-BE49-F238E27FC236}">
                    <a16:creationId xmlns:a16="http://schemas.microsoft.com/office/drawing/2014/main" id="{5C3C9C87-B3E4-5A94-C090-0579F106A1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4313541" y="5081668"/>
                <a:ext cx="853436" cy="444695"/>
              </a:xfrm>
              <a:prstGeom prst="rect">
                <a:avLst/>
              </a:prstGeom>
            </p:spPr>
          </p:pic>
        </p:grpSp>
        <p:grpSp>
          <p:nvGrpSpPr>
            <p:cNvPr id="20587" name="Group 20586">
              <a:extLst>
                <a:ext uri="{FF2B5EF4-FFF2-40B4-BE49-F238E27FC236}">
                  <a16:creationId xmlns:a16="http://schemas.microsoft.com/office/drawing/2014/main" id="{4D73BDBA-FF57-F648-951F-A709DBB64046}"/>
                </a:ext>
              </a:extLst>
            </p:cNvPr>
            <p:cNvGrpSpPr/>
            <p:nvPr/>
          </p:nvGrpSpPr>
          <p:grpSpPr>
            <a:xfrm>
              <a:off x="6545403" y="2391371"/>
              <a:ext cx="2766364" cy="1340746"/>
              <a:chOff x="9210902" y="2493275"/>
              <a:chExt cx="2766364" cy="1340746"/>
            </a:xfrm>
          </p:grpSpPr>
          <p:sp>
            <p:nvSpPr>
              <p:cNvPr id="20588" name="Rectangle 20587">
                <a:extLst>
                  <a:ext uri="{FF2B5EF4-FFF2-40B4-BE49-F238E27FC236}">
                    <a16:creationId xmlns:a16="http://schemas.microsoft.com/office/drawing/2014/main" id="{25FD9F90-D972-0CE2-B00E-F4A27C7AF2E5}"/>
                  </a:ext>
                </a:extLst>
              </p:cNvPr>
              <p:cNvSpPr/>
              <p:nvPr/>
            </p:nvSpPr>
            <p:spPr>
              <a:xfrm>
                <a:off x="9210902" y="2493275"/>
                <a:ext cx="2680238" cy="1340746"/>
              </a:xfrm>
              <a:prstGeom prst="rect">
                <a:avLst/>
              </a:prstGeom>
              <a:noFill/>
              <a:ln w="25400" cap="flat" cmpd="sng" algn="ctr">
                <a:solidFill>
                  <a:schemeClr val="bg2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20589" name="Picture 20588">
                <a:extLst>
                  <a:ext uri="{FF2B5EF4-FFF2-40B4-BE49-F238E27FC236}">
                    <a16:creationId xmlns:a16="http://schemas.microsoft.com/office/drawing/2014/main" id="{3C10F657-62EF-148C-8647-0C09ED515A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290785" y="2774803"/>
                <a:ext cx="648106" cy="268182"/>
              </a:xfrm>
              <a:prstGeom prst="rect">
                <a:avLst/>
              </a:prstGeom>
            </p:spPr>
          </p:pic>
          <p:pic>
            <p:nvPicPr>
              <p:cNvPr id="20590" name="Picture 20589">
                <a:extLst>
                  <a:ext uri="{FF2B5EF4-FFF2-40B4-BE49-F238E27FC236}">
                    <a16:creationId xmlns:a16="http://schemas.microsoft.com/office/drawing/2014/main" id="{EF27342F-CD99-C1F2-5787-88C81255DF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284325" y="3097452"/>
                <a:ext cx="1057790" cy="358106"/>
              </a:xfrm>
              <a:prstGeom prst="rect">
                <a:avLst/>
              </a:prstGeom>
            </p:spPr>
          </p:pic>
          <p:pic>
            <p:nvPicPr>
              <p:cNvPr id="20591" name="Picture 20590">
                <a:extLst>
                  <a:ext uri="{FF2B5EF4-FFF2-40B4-BE49-F238E27FC236}">
                    <a16:creationId xmlns:a16="http://schemas.microsoft.com/office/drawing/2014/main" id="{1BE44D76-DAD5-BE03-2552-42CB669079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018445" y="2884559"/>
                <a:ext cx="536576" cy="230961"/>
              </a:xfrm>
              <a:prstGeom prst="rect">
                <a:avLst/>
              </a:prstGeom>
            </p:spPr>
          </p:pic>
          <p:pic>
            <p:nvPicPr>
              <p:cNvPr id="20592" name="Picture 20591">
                <a:extLst>
                  <a:ext uri="{FF2B5EF4-FFF2-40B4-BE49-F238E27FC236}">
                    <a16:creationId xmlns:a16="http://schemas.microsoft.com/office/drawing/2014/main" id="{54D8876D-1F08-0EB2-7645-F091D3DF2D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389895" y="3186653"/>
                <a:ext cx="935847" cy="449206"/>
              </a:xfrm>
              <a:prstGeom prst="rect">
                <a:avLst/>
              </a:prstGeom>
            </p:spPr>
          </p:pic>
          <p:pic>
            <p:nvPicPr>
              <p:cNvPr id="20593" name="Picture 20592">
                <a:extLst>
                  <a:ext uri="{FF2B5EF4-FFF2-40B4-BE49-F238E27FC236}">
                    <a16:creationId xmlns:a16="http://schemas.microsoft.com/office/drawing/2014/main" id="{371FB525-8645-0DE4-B0B0-6A6E8ADD76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8"/>
              <a:srcRect t="26231" b="18916"/>
              <a:stretch/>
            </p:blipFill>
            <p:spPr>
              <a:xfrm>
                <a:off x="11073484" y="3020151"/>
                <a:ext cx="872178" cy="290466"/>
              </a:xfrm>
              <a:prstGeom prst="rect">
                <a:avLst/>
              </a:prstGeom>
            </p:spPr>
          </p:pic>
          <p:pic>
            <p:nvPicPr>
              <p:cNvPr id="20594" name="Picture 20593">
                <a:extLst>
                  <a:ext uri="{FF2B5EF4-FFF2-40B4-BE49-F238E27FC236}">
                    <a16:creationId xmlns:a16="http://schemas.microsoft.com/office/drawing/2014/main" id="{3CA06EF7-2771-1EA4-75F1-507227E799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9"/>
              <a:srcRect t="23741" b="25783"/>
              <a:stretch/>
            </p:blipFill>
            <p:spPr>
              <a:xfrm>
                <a:off x="9245502" y="3409128"/>
                <a:ext cx="620533" cy="313222"/>
              </a:xfrm>
              <a:prstGeom prst="rect">
                <a:avLst/>
              </a:prstGeom>
            </p:spPr>
          </p:pic>
          <p:pic>
            <p:nvPicPr>
              <p:cNvPr id="20595" name="Picture 20594">
                <a:extLst>
                  <a:ext uri="{FF2B5EF4-FFF2-40B4-BE49-F238E27FC236}">
                    <a16:creationId xmlns:a16="http://schemas.microsoft.com/office/drawing/2014/main" id="{6C5F4220-8A0D-DAD2-AE61-3F49356E4F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894204" y="3431445"/>
                <a:ext cx="502749" cy="340705"/>
              </a:xfrm>
              <a:prstGeom prst="rect">
                <a:avLst/>
              </a:prstGeom>
            </p:spPr>
          </p:pic>
          <p:pic>
            <p:nvPicPr>
              <p:cNvPr id="20596" name="Picture 20595">
                <a:extLst>
                  <a:ext uri="{FF2B5EF4-FFF2-40B4-BE49-F238E27FC236}">
                    <a16:creationId xmlns:a16="http://schemas.microsoft.com/office/drawing/2014/main" id="{23481302-664F-AEA7-B45F-3A00757784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1165910" y="3319304"/>
                <a:ext cx="811356" cy="477739"/>
              </a:xfrm>
              <a:prstGeom prst="rect">
                <a:avLst/>
              </a:prstGeom>
            </p:spPr>
          </p:pic>
          <p:pic>
            <p:nvPicPr>
              <p:cNvPr id="20597" name="Picture 20596">
                <a:extLst>
                  <a:ext uri="{FF2B5EF4-FFF2-40B4-BE49-F238E27FC236}">
                    <a16:creationId xmlns:a16="http://schemas.microsoft.com/office/drawing/2014/main" id="{F55CA680-2B51-E7FC-46F7-E6ED68485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0550096" y="2973837"/>
                <a:ext cx="572665" cy="358932"/>
              </a:xfrm>
              <a:prstGeom prst="rect">
                <a:avLst/>
              </a:prstGeom>
            </p:spPr>
          </p:pic>
          <p:sp>
            <p:nvSpPr>
              <p:cNvPr id="20598" name="TextBox 20597">
                <a:extLst>
                  <a:ext uri="{FF2B5EF4-FFF2-40B4-BE49-F238E27FC236}">
                    <a16:creationId xmlns:a16="http://schemas.microsoft.com/office/drawing/2014/main" id="{12704939-F32F-73CD-AACB-C4CF6A6A65A5}"/>
                  </a:ext>
                </a:extLst>
              </p:cNvPr>
              <p:cNvSpPr txBox="1"/>
              <p:nvPr/>
            </p:nvSpPr>
            <p:spPr>
              <a:xfrm>
                <a:off x="9210902" y="2502125"/>
                <a:ext cx="2684003" cy="232472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281A42"/>
                    </a:solidFill>
                    <a:effectLst/>
                    <a:uLnTx/>
                    <a:uFillTx/>
                    <a:latin typeface="Segoe UI" panose="020B0502040204020203" pitchFamily="34" charset="0"/>
                    <a:cs typeface="Segoe UI" panose="020B0502040204020203" pitchFamily="34" charset="0"/>
                  </a:rPr>
                  <a:t>ENERGY &amp; INDUSTRIAL</a:t>
                </a: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281A42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0599" name="TextBox 20598">
              <a:extLst>
                <a:ext uri="{FF2B5EF4-FFF2-40B4-BE49-F238E27FC236}">
                  <a16:creationId xmlns:a16="http://schemas.microsoft.com/office/drawing/2014/main" id="{07BF109E-4575-4301-76F3-2219349A2632}"/>
                </a:ext>
              </a:extLst>
            </p:cNvPr>
            <p:cNvSpPr txBox="1"/>
            <p:nvPr/>
          </p:nvSpPr>
          <p:spPr>
            <a:xfrm>
              <a:off x="9455426" y="2416427"/>
              <a:ext cx="3305908" cy="23247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81A42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IT SERVICES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81A42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20602" name="Picture 2" descr="GE Vernova">
              <a:extLst>
                <a:ext uri="{FF2B5EF4-FFF2-40B4-BE49-F238E27FC236}">
                  <a16:creationId xmlns:a16="http://schemas.microsoft.com/office/drawing/2014/main" id="{C4C7EB1D-95BA-8F10-207A-131B53819F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0986" y="2593174"/>
              <a:ext cx="1064655" cy="360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603" name="AutoShape 2" descr="GKN Aerospace - NIDV">
              <a:extLst>
                <a:ext uri="{FF2B5EF4-FFF2-40B4-BE49-F238E27FC236}">
                  <a16:creationId xmlns:a16="http://schemas.microsoft.com/office/drawing/2014/main" id="{9F981D2A-6A2B-6C65-97DA-C5AE21F108F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21834" y="2488013"/>
              <a:ext cx="45719" cy="457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2060"/>
                </a:solidFill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A55CC37-58C9-8A68-9AF6-0B08316177DD}"/>
              </a:ext>
            </a:extLst>
          </p:cNvPr>
          <p:cNvGrpSpPr/>
          <p:nvPr/>
        </p:nvGrpSpPr>
        <p:grpSpPr>
          <a:xfrm>
            <a:off x="437530" y="3598293"/>
            <a:ext cx="11679348" cy="2833722"/>
            <a:chOff x="424467" y="3807301"/>
            <a:chExt cx="11679348" cy="283372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961A49F-637F-14E8-5030-87797E3AC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4892033" y="5971516"/>
              <a:ext cx="611258" cy="611258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322A756-4097-F75B-A374-EE1C8AA24733}"/>
                </a:ext>
              </a:extLst>
            </p:cNvPr>
            <p:cNvSpPr/>
            <p:nvPr/>
          </p:nvSpPr>
          <p:spPr>
            <a:xfrm>
              <a:off x="6535372" y="3887663"/>
              <a:ext cx="5547448" cy="275336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chemeClr val="bg2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06A1421-F54A-C1B9-AD96-22C069D08118}"/>
                </a:ext>
              </a:extLst>
            </p:cNvPr>
            <p:cNvSpPr txBox="1"/>
            <p:nvPr/>
          </p:nvSpPr>
          <p:spPr>
            <a:xfrm>
              <a:off x="6573876" y="3807301"/>
              <a:ext cx="5475783" cy="478623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OTHER</a:t>
              </a: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BB9C456-57E3-FC0E-6EAA-4C68FFF54D63}"/>
                </a:ext>
              </a:extLst>
            </p:cNvPr>
            <p:cNvSpPr/>
            <p:nvPr/>
          </p:nvSpPr>
          <p:spPr>
            <a:xfrm>
              <a:off x="4007915" y="3882335"/>
              <a:ext cx="2294804" cy="1332751"/>
            </a:xfrm>
            <a:prstGeom prst="rect">
              <a:avLst/>
            </a:prstGeom>
            <a:noFill/>
            <a:ln w="25400" cap="flat" cmpd="sng" algn="ctr">
              <a:solidFill>
                <a:schemeClr val="bg2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99961A1-FD92-CF52-7FB9-F6ABE10A430B}"/>
                </a:ext>
              </a:extLst>
            </p:cNvPr>
            <p:cNvSpPr txBox="1"/>
            <p:nvPr/>
          </p:nvSpPr>
          <p:spPr>
            <a:xfrm>
              <a:off x="4047038" y="3954938"/>
              <a:ext cx="3305908" cy="23247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EDUCATION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C7CDA14-5652-EDB8-20A7-365369B7800D}"/>
                </a:ext>
              </a:extLst>
            </p:cNvPr>
            <p:cNvSpPr/>
            <p:nvPr/>
          </p:nvSpPr>
          <p:spPr>
            <a:xfrm>
              <a:off x="424467" y="3874340"/>
              <a:ext cx="3329711" cy="1340746"/>
            </a:xfrm>
            <a:prstGeom prst="rect">
              <a:avLst/>
            </a:prstGeom>
            <a:noFill/>
            <a:ln w="25400" cap="flat" cmpd="sng" algn="ctr">
              <a:solidFill>
                <a:schemeClr val="bg2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1B91F06-9348-AA2D-3852-A75A2447F50A}"/>
                </a:ext>
              </a:extLst>
            </p:cNvPr>
            <p:cNvSpPr txBox="1"/>
            <p:nvPr/>
          </p:nvSpPr>
          <p:spPr>
            <a:xfrm>
              <a:off x="436368" y="3954440"/>
              <a:ext cx="3305908" cy="23247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PHARMECEUTICALS AND LIFE SCIENCES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DF03B1E-70B2-1E55-DDDD-05BF8A261599}"/>
                </a:ext>
              </a:extLst>
            </p:cNvPr>
            <p:cNvSpPr/>
            <p:nvPr/>
          </p:nvSpPr>
          <p:spPr>
            <a:xfrm>
              <a:off x="4011521" y="5299885"/>
              <a:ext cx="2291198" cy="1341138"/>
            </a:xfrm>
            <a:prstGeom prst="rect">
              <a:avLst/>
            </a:prstGeom>
            <a:noFill/>
            <a:ln w="25400" cap="flat" cmpd="sng" algn="ctr">
              <a:solidFill>
                <a:schemeClr val="bg2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2984184-56F9-32D1-389D-73CFAFF7BAEF}"/>
                </a:ext>
              </a:extLst>
            </p:cNvPr>
            <p:cNvSpPr txBox="1"/>
            <p:nvPr/>
          </p:nvSpPr>
          <p:spPr>
            <a:xfrm>
              <a:off x="4035136" y="5429197"/>
              <a:ext cx="2290772" cy="23247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INSURANCE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C4C96F2-E29B-178B-F913-F3FDA9915AC9}"/>
                </a:ext>
              </a:extLst>
            </p:cNvPr>
            <p:cNvSpPr/>
            <p:nvPr/>
          </p:nvSpPr>
          <p:spPr>
            <a:xfrm>
              <a:off x="424467" y="5300277"/>
              <a:ext cx="3329711" cy="1340746"/>
            </a:xfrm>
            <a:prstGeom prst="rect">
              <a:avLst/>
            </a:prstGeom>
            <a:noFill/>
            <a:ln w="25400" cap="flat" cmpd="sng" algn="ctr">
              <a:solidFill>
                <a:schemeClr val="bg2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16CC776-8DDE-46DF-146B-C96739A1C057}"/>
                </a:ext>
              </a:extLst>
            </p:cNvPr>
            <p:cNvSpPr txBox="1"/>
            <p:nvPr/>
          </p:nvSpPr>
          <p:spPr>
            <a:xfrm>
              <a:off x="436368" y="5380376"/>
              <a:ext cx="3305908" cy="23247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CONSUMER PACKAGED GOODS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9" name="Picture 1028">
              <a:extLst>
                <a:ext uri="{FF2B5EF4-FFF2-40B4-BE49-F238E27FC236}">
                  <a16:creationId xmlns:a16="http://schemas.microsoft.com/office/drawing/2014/main" id="{79FA217D-482C-9172-F8BC-16F9FBFDC1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4094510" y="4292223"/>
              <a:ext cx="1028314" cy="537951"/>
            </a:xfrm>
            <a:prstGeom prst="rect">
              <a:avLst/>
            </a:prstGeom>
          </p:spPr>
        </p:pic>
        <p:pic>
          <p:nvPicPr>
            <p:cNvPr id="1030" name="Picture 1029">
              <a:extLst>
                <a:ext uri="{FF2B5EF4-FFF2-40B4-BE49-F238E27FC236}">
                  <a16:creationId xmlns:a16="http://schemas.microsoft.com/office/drawing/2014/main" id="{81D72A64-E068-AC2C-4E91-459A75F0D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5094753" y="4788334"/>
              <a:ext cx="952963" cy="266468"/>
            </a:xfrm>
            <a:prstGeom prst="rect">
              <a:avLst/>
            </a:prstGeom>
          </p:spPr>
        </p:pic>
        <p:pic>
          <p:nvPicPr>
            <p:cNvPr id="1031" name="Picture 1030">
              <a:extLst>
                <a:ext uri="{FF2B5EF4-FFF2-40B4-BE49-F238E27FC236}">
                  <a16:creationId xmlns:a16="http://schemas.microsoft.com/office/drawing/2014/main" id="{DA9754EF-78F6-12A3-576F-C90F86755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5042824" y="4108909"/>
              <a:ext cx="1117529" cy="585224"/>
            </a:xfrm>
            <a:prstGeom prst="rect">
              <a:avLst/>
            </a:prstGeom>
          </p:spPr>
        </p:pic>
        <p:pic>
          <p:nvPicPr>
            <p:cNvPr id="1042" name="Picture 1041">
              <a:extLst>
                <a:ext uri="{FF2B5EF4-FFF2-40B4-BE49-F238E27FC236}">
                  <a16:creationId xmlns:a16="http://schemas.microsoft.com/office/drawing/2014/main" id="{26CF7E62-D73D-C5B5-214A-E2BB1CE53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5003106" y="5696719"/>
              <a:ext cx="928550" cy="289802"/>
            </a:xfrm>
            <a:prstGeom prst="rect">
              <a:avLst/>
            </a:prstGeom>
          </p:spPr>
        </p:pic>
        <p:pic>
          <p:nvPicPr>
            <p:cNvPr id="1044" name="Picture 1043">
              <a:extLst>
                <a:ext uri="{FF2B5EF4-FFF2-40B4-BE49-F238E27FC236}">
                  <a16:creationId xmlns:a16="http://schemas.microsoft.com/office/drawing/2014/main" id="{854595E4-7501-378F-905A-9574EEACB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534704" y="3983107"/>
              <a:ext cx="999964" cy="726224"/>
            </a:xfrm>
            <a:prstGeom prst="rect">
              <a:avLst/>
            </a:prstGeom>
          </p:spPr>
        </p:pic>
        <p:pic>
          <p:nvPicPr>
            <p:cNvPr id="1045" name="Picture 1044">
              <a:extLst>
                <a:ext uri="{FF2B5EF4-FFF2-40B4-BE49-F238E27FC236}">
                  <a16:creationId xmlns:a16="http://schemas.microsoft.com/office/drawing/2014/main" id="{FEBA57B8-7FB7-4794-FC09-1C92FB7B9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2976721" y="4266517"/>
              <a:ext cx="662285" cy="247253"/>
            </a:xfrm>
            <a:prstGeom prst="rect">
              <a:avLst/>
            </a:prstGeom>
          </p:spPr>
        </p:pic>
        <p:pic>
          <p:nvPicPr>
            <p:cNvPr id="1046" name="Picture 1045">
              <a:extLst>
                <a:ext uri="{FF2B5EF4-FFF2-40B4-BE49-F238E27FC236}">
                  <a16:creationId xmlns:a16="http://schemas.microsoft.com/office/drawing/2014/main" id="{58ED2FDC-F279-CF3C-B35A-1AB2D51FA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6708908" y="4816225"/>
              <a:ext cx="678101" cy="678101"/>
            </a:xfrm>
            <a:prstGeom prst="rect">
              <a:avLst/>
            </a:prstGeom>
          </p:spPr>
        </p:pic>
        <p:pic>
          <p:nvPicPr>
            <p:cNvPr id="1047" name="Picture 1046">
              <a:extLst>
                <a:ext uri="{FF2B5EF4-FFF2-40B4-BE49-F238E27FC236}">
                  <a16:creationId xmlns:a16="http://schemas.microsoft.com/office/drawing/2014/main" id="{5C4A1B7E-17A9-53C2-9B4B-41BD46686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rcRect l="3200" t="22555" r="553" b="25173"/>
            <a:stretch/>
          </p:blipFill>
          <p:spPr>
            <a:xfrm>
              <a:off x="2360175" y="4558045"/>
              <a:ext cx="1257489" cy="381654"/>
            </a:xfrm>
            <a:prstGeom prst="rect">
              <a:avLst/>
            </a:prstGeom>
          </p:spPr>
        </p:pic>
        <p:pic>
          <p:nvPicPr>
            <p:cNvPr id="1048" name="Picture 1047">
              <a:extLst>
                <a:ext uri="{FF2B5EF4-FFF2-40B4-BE49-F238E27FC236}">
                  <a16:creationId xmlns:a16="http://schemas.microsoft.com/office/drawing/2014/main" id="{F11CAB9A-90E1-5B77-024F-8E5C2053B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1664439" y="4287760"/>
              <a:ext cx="972888" cy="318449"/>
            </a:xfrm>
            <a:prstGeom prst="rect">
              <a:avLst/>
            </a:prstGeom>
          </p:spPr>
        </p:pic>
        <p:pic>
          <p:nvPicPr>
            <p:cNvPr id="1049" name="Picture 1048">
              <a:extLst>
                <a:ext uri="{FF2B5EF4-FFF2-40B4-BE49-F238E27FC236}">
                  <a16:creationId xmlns:a16="http://schemas.microsoft.com/office/drawing/2014/main" id="{16AF4FF4-D79D-7FFE-20F3-ADB10D0A6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550878" y="4590663"/>
              <a:ext cx="521168" cy="521168"/>
            </a:xfrm>
            <a:prstGeom prst="rect">
              <a:avLst/>
            </a:prstGeom>
          </p:spPr>
        </p:pic>
        <p:pic>
          <p:nvPicPr>
            <p:cNvPr id="1050" name="Picture 1049">
              <a:extLst>
                <a:ext uri="{FF2B5EF4-FFF2-40B4-BE49-F238E27FC236}">
                  <a16:creationId xmlns:a16="http://schemas.microsoft.com/office/drawing/2014/main" id="{63F5AEA1-4EF5-8A10-06B6-2BB6776DA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532900" y="5692948"/>
              <a:ext cx="814129" cy="137384"/>
            </a:xfrm>
            <a:prstGeom prst="rect">
              <a:avLst/>
            </a:prstGeom>
          </p:spPr>
        </p:pic>
        <p:pic>
          <p:nvPicPr>
            <p:cNvPr id="1051" name="Picture 1050">
              <a:extLst>
                <a:ext uri="{FF2B5EF4-FFF2-40B4-BE49-F238E27FC236}">
                  <a16:creationId xmlns:a16="http://schemas.microsoft.com/office/drawing/2014/main" id="{B7D50748-BE9C-D7CA-4DDF-8256F1B2A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1509607" y="5782101"/>
              <a:ext cx="815873" cy="256235"/>
            </a:xfrm>
            <a:prstGeom prst="rect">
              <a:avLst/>
            </a:prstGeom>
          </p:spPr>
        </p:pic>
        <p:pic>
          <p:nvPicPr>
            <p:cNvPr id="1052" name="Picture 1051">
              <a:extLst>
                <a:ext uri="{FF2B5EF4-FFF2-40B4-BE49-F238E27FC236}">
                  <a16:creationId xmlns:a16="http://schemas.microsoft.com/office/drawing/2014/main" id="{3564D9FA-4B55-5167-E670-299ACC036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555956" y="5910218"/>
              <a:ext cx="728438" cy="447469"/>
            </a:xfrm>
            <a:prstGeom prst="rect">
              <a:avLst/>
            </a:prstGeom>
          </p:spPr>
        </p:pic>
        <p:pic>
          <p:nvPicPr>
            <p:cNvPr id="1053" name="Picture 1052">
              <a:extLst>
                <a:ext uri="{FF2B5EF4-FFF2-40B4-BE49-F238E27FC236}">
                  <a16:creationId xmlns:a16="http://schemas.microsoft.com/office/drawing/2014/main" id="{9818AD54-4331-CD63-8AF0-CBCE98895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1348540" y="6168721"/>
              <a:ext cx="1613991" cy="310768"/>
            </a:xfrm>
            <a:prstGeom prst="rect">
              <a:avLst/>
            </a:prstGeom>
          </p:spPr>
        </p:pic>
        <p:pic>
          <p:nvPicPr>
            <p:cNvPr id="1054" name="Graphic 1053">
              <a:extLst>
                <a:ext uri="{FF2B5EF4-FFF2-40B4-BE49-F238E27FC236}">
                  <a16:creationId xmlns:a16="http://schemas.microsoft.com/office/drawing/2014/main" id="{FEC10DBA-E99C-8977-0D74-E7DD0E0F920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/>
            </a:stretch>
          </p:blipFill>
          <p:spPr>
            <a:xfrm>
              <a:off x="2489423" y="5573533"/>
              <a:ext cx="839203" cy="433655"/>
            </a:xfrm>
            <a:prstGeom prst="rect">
              <a:avLst/>
            </a:prstGeom>
          </p:spPr>
        </p:pic>
        <p:pic>
          <p:nvPicPr>
            <p:cNvPr id="1055" name="Picture 1054">
              <a:extLst>
                <a:ext uri="{FF2B5EF4-FFF2-40B4-BE49-F238E27FC236}">
                  <a16:creationId xmlns:a16="http://schemas.microsoft.com/office/drawing/2014/main" id="{9F92BB6E-7FBC-DA76-5D08-B072B514F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4348171" y="5713243"/>
              <a:ext cx="462490" cy="227391"/>
            </a:xfrm>
            <a:prstGeom prst="rect">
              <a:avLst/>
            </a:prstGeom>
          </p:spPr>
        </p:pic>
        <p:pic>
          <p:nvPicPr>
            <p:cNvPr id="1056" name="Picture 1055">
              <a:extLst>
                <a:ext uri="{FF2B5EF4-FFF2-40B4-BE49-F238E27FC236}">
                  <a16:creationId xmlns:a16="http://schemas.microsoft.com/office/drawing/2014/main" id="{38B92B35-38B2-E372-6DC0-A3B390A54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4178494" y="6131718"/>
              <a:ext cx="570922" cy="298782"/>
            </a:xfrm>
            <a:prstGeom prst="rect">
              <a:avLst/>
            </a:prstGeom>
          </p:spPr>
        </p:pic>
        <p:pic>
          <p:nvPicPr>
            <p:cNvPr id="1057" name="Picture 1056">
              <a:extLst>
                <a:ext uri="{FF2B5EF4-FFF2-40B4-BE49-F238E27FC236}">
                  <a16:creationId xmlns:a16="http://schemas.microsoft.com/office/drawing/2014/main" id="{19E89F2E-3DAB-5318-0C71-BBB6BF893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5686290" y="6090422"/>
              <a:ext cx="441573" cy="342955"/>
            </a:xfrm>
            <a:prstGeom prst="rect">
              <a:avLst/>
            </a:prstGeom>
          </p:spPr>
        </p:pic>
        <p:pic>
          <p:nvPicPr>
            <p:cNvPr id="1066" name="Picture 1065">
              <a:extLst>
                <a:ext uri="{FF2B5EF4-FFF2-40B4-BE49-F238E27FC236}">
                  <a16:creationId xmlns:a16="http://schemas.microsoft.com/office/drawing/2014/main" id="{72345DC4-8FCA-A182-E02E-54D715FB2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8125045" y="4711498"/>
              <a:ext cx="538642" cy="210070"/>
            </a:xfrm>
            <a:prstGeom prst="rect">
              <a:avLst/>
            </a:prstGeom>
          </p:spPr>
        </p:pic>
        <p:pic>
          <p:nvPicPr>
            <p:cNvPr id="1067" name="Picture 1066">
              <a:extLst>
                <a:ext uri="{FF2B5EF4-FFF2-40B4-BE49-F238E27FC236}">
                  <a16:creationId xmlns:a16="http://schemas.microsoft.com/office/drawing/2014/main" id="{D7D6BBCE-2EFE-0BAA-71F8-57AD13F10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2893863" y="6123593"/>
              <a:ext cx="784209" cy="434809"/>
            </a:xfrm>
            <a:prstGeom prst="rect">
              <a:avLst/>
            </a:prstGeom>
          </p:spPr>
        </p:pic>
        <p:pic>
          <p:nvPicPr>
            <p:cNvPr id="1068" name="Graphic 1067">
              <a:extLst>
                <a:ext uri="{FF2B5EF4-FFF2-40B4-BE49-F238E27FC236}">
                  <a16:creationId xmlns:a16="http://schemas.microsoft.com/office/drawing/2014/main" id="{9C25346C-3D0F-4DA6-3C3D-C69D1EAD6A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/>
            </a:stretch>
          </p:blipFill>
          <p:spPr>
            <a:xfrm>
              <a:off x="9163572" y="4401521"/>
              <a:ext cx="1432426" cy="231314"/>
            </a:xfrm>
            <a:prstGeom prst="rect">
              <a:avLst/>
            </a:prstGeom>
          </p:spPr>
        </p:pic>
        <p:pic>
          <p:nvPicPr>
            <p:cNvPr id="1069" name="Picture 1068">
              <a:extLst>
                <a:ext uri="{FF2B5EF4-FFF2-40B4-BE49-F238E27FC236}">
                  <a16:creationId xmlns:a16="http://schemas.microsoft.com/office/drawing/2014/main" id="{32D8D855-04C2-2BA7-6CB7-48633BC4B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7883639" y="5608174"/>
              <a:ext cx="1006541" cy="239054"/>
            </a:xfrm>
            <a:prstGeom prst="rect">
              <a:avLst/>
            </a:prstGeom>
          </p:spPr>
        </p:pic>
        <p:pic>
          <p:nvPicPr>
            <p:cNvPr id="1071" name="Picture 1070">
              <a:extLst>
                <a:ext uri="{FF2B5EF4-FFF2-40B4-BE49-F238E27FC236}">
                  <a16:creationId xmlns:a16="http://schemas.microsoft.com/office/drawing/2014/main" id="{08C01A3A-3A04-8866-6C69-C0E0842C2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1192282" y="5594719"/>
              <a:ext cx="658150" cy="306015"/>
            </a:xfrm>
            <a:prstGeom prst="rect">
              <a:avLst/>
            </a:prstGeom>
          </p:spPr>
        </p:pic>
        <p:pic>
          <p:nvPicPr>
            <p:cNvPr id="1072" name="Picture 1071">
              <a:extLst>
                <a:ext uri="{FF2B5EF4-FFF2-40B4-BE49-F238E27FC236}">
                  <a16:creationId xmlns:a16="http://schemas.microsoft.com/office/drawing/2014/main" id="{B132B2DA-55C0-55BE-0ABA-6EDBAE59F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1222581" y="4673195"/>
              <a:ext cx="1079292" cy="369541"/>
            </a:xfrm>
            <a:prstGeom prst="rect">
              <a:avLst/>
            </a:prstGeom>
          </p:spPr>
        </p:pic>
        <p:pic>
          <p:nvPicPr>
            <p:cNvPr id="1073" name="Picture 1072">
              <a:extLst>
                <a:ext uri="{FF2B5EF4-FFF2-40B4-BE49-F238E27FC236}">
                  <a16:creationId xmlns:a16="http://schemas.microsoft.com/office/drawing/2014/main" id="{811D2B78-F968-6D7F-67EA-103D92E0EC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8115329" y="5030378"/>
              <a:ext cx="581369" cy="276330"/>
            </a:xfrm>
            <a:prstGeom prst="rect">
              <a:avLst/>
            </a:prstGeom>
          </p:spPr>
        </p:pic>
        <p:pic>
          <p:nvPicPr>
            <p:cNvPr id="1074" name="Picture 1073">
              <a:extLst>
                <a:ext uri="{FF2B5EF4-FFF2-40B4-BE49-F238E27FC236}">
                  <a16:creationId xmlns:a16="http://schemas.microsoft.com/office/drawing/2014/main" id="{726F4AAA-D500-7E84-D25B-A240DD3BD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9068448" y="5332737"/>
              <a:ext cx="1107573" cy="127576"/>
            </a:xfrm>
            <a:prstGeom prst="rect">
              <a:avLst/>
            </a:prstGeom>
          </p:spPr>
        </p:pic>
        <p:pic>
          <p:nvPicPr>
            <p:cNvPr id="1075" name="Picture 1074">
              <a:extLst>
                <a:ext uri="{FF2B5EF4-FFF2-40B4-BE49-F238E27FC236}">
                  <a16:creationId xmlns:a16="http://schemas.microsoft.com/office/drawing/2014/main" id="{C1555850-CDD0-DF8E-247F-676599773B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9149526" y="5654778"/>
              <a:ext cx="993725" cy="149937"/>
            </a:xfrm>
            <a:prstGeom prst="rect">
              <a:avLst/>
            </a:prstGeom>
          </p:spPr>
        </p:pic>
        <p:pic>
          <p:nvPicPr>
            <p:cNvPr id="1076" name="Picture 1075">
              <a:extLst>
                <a:ext uri="{FF2B5EF4-FFF2-40B4-BE49-F238E27FC236}">
                  <a16:creationId xmlns:a16="http://schemas.microsoft.com/office/drawing/2014/main" id="{89BD3A10-BB6D-F7F7-FD1B-3E799E659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10890585" y="4121455"/>
              <a:ext cx="753309" cy="753309"/>
            </a:xfrm>
            <a:prstGeom prst="rect">
              <a:avLst/>
            </a:prstGeom>
          </p:spPr>
        </p:pic>
        <p:pic>
          <p:nvPicPr>
            <p:cNvPr id="1085" name="Graphic 1084">
              <a:extLst>
                <a:ext uri="{FF2B5EF4-FFF2-40B4-BE49-F238E27FC236}">
                  <a16:creationId xmlns:a16="http://schemas.microsoft.com/office/drawing/2014/main" id="{D4AE0EF3-44D7-3681-C0E0-1BAD707768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/>
            </a:stretch>
          </p:blipFill>
          <p:spPr>
            <a:xfrm>
              <a:off x="6609946" y="4647546"/>
              <a:ext cx="1139942" cy="309051"/>
            </a:xfrm>
            <a:prstGeom prst="rect">
              <a:avLst/>
            </a:prstGeom>
          </p:spPr>
        </p:pic>
        <p:pic>
          <p:nvPicPr>
            <p:cNvPr id="1086" name="Picture 1085">
              <a:extLst>
                <a:ext uri="{FF2B5EF4-FFF2-40B4-BE49-F238E27FC236}">
                  <a16:creationId xmlns:a16="http://schemas.microsoft.com/office/drawing/2014/main" id="{FC1CAAC7-427C-8820-9F95-4A14147E06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6795510" y="6168721"/>
              <a:ext cx="711929" cy="305549"/>
            </a:xfrm>
            <a:prstGeom prst="rect">
              <a:avLst/>
            </a:prstGeom>
          </p:spPr>
        </p:pic>
        <p:pic>
          <p:nvPicPr>
            <p:cNvPr id="1087" name="Picture 1086">
              <a:extLst>
                <a:ext uri="{FF2B5EF4-FFF2-40B4-BE49-F238E27FC236}">
                  <a16:creationId xmlns:a16="http://schemas.microsoft.com/office/drawing/2014/main" id="{CFB34821-CB71-CCB7-AE1B-A9A5DD92B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11115093" y="4935179"/>
              <a:ext cx="626497" cy="393858"/>
            </a:xfrm>
            <a:prstGeom prst="rect">
              <a:avLst/>
            </a:prstGeom>
          </p:spPr>
        </p:pic>
        <p:pic>
          <p:nvPicPr>
            <p:cNvPr id="20481" name="Picture 20480">
              <a:extLst>
                <a:ext uri="{FF2B5EF4-FFF2-40B4-BE49-F238E27FC236}">
                  <a16:creationId xmlns:a16="http://schemas.microsoft.com/office/drawing/2014/main" id="{D9BD472E-99FA-C9F2-5550-E9C70597C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10442414" y="5519517"/>
              <a:ext cx="526827" cy="395120"/>
            </a:xfrm>
            <a:prstGeom prst="rect">
              <a:avLst/>
            </a:prstGeom>
          </p:spPr>
        </p:pic>
        <p:pic>
          <p:nvPicPr>
            <p:cNvPr id="20579" name="Picture 20578">
              <a:extLst>
                <a:ext uri="{FF2B5EF4-FFF2-40B4-BE49-F238E27FC236}">
                  <a16:creationId xmlns:a16="http://schemas.microsoft.com/office/drawing/2014/main" id="{47B94559-5EA8-4FE6-71E6-F2AB1666E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8133446" y="6247328"/>
              <a:ext cx="571852" cy="153553"/>
            </a:xfrm>
            <a:prstGeom prst="rect">
              <a:avLst/>
            </a:prstGeom>
          </p:spPr>
        </p:pic>
        <p:pic>
          <p:nvPicPr>
            <p:cNvPr id="20580" name="Picture 20579">
              <a:extLst>
                <a:ext uri="{FF2B5EF4-FFF2-40B4-BE49-F238E27FC236}">
                  <a16:creationId xmlns:a16="http://schemas.microsoft.com/office/drawing/2014/main" id="{318EB074-9430-3284-1A92-44B9341F8D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9068448" y="4791917"/>
              <a:ext cx="922435" cy="259302"/>
            </a:xfrm>
            <a:prstGeom prst="rect">
              <a:avLst/>
            </a:prstGeom>
          </p:spPr>
        </p:pic>
        <p:pic>
          <p:nvPicPr>
            <p:cNvPr id="20583" name="Picture 20582">
              <a:extLst>
                <a:ext uri="{FF2B5EF4-FFF2-40B4-BE49-F238E27FC236}">
                  <a16:creationId xmlns:a16="http://schemas.microsoft.com/office/drawing/2014/main" id="{13A434DF-37DB-BEFE-63FD-FA18BDF67C23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9441974" y="6131718"/>
              <a:ext cx="437811" cy="243228"/>
            </a:xfrm>
            <a:prstGeom prst="rect">
              <a:avLst/>
            </a:prstGeom>
          </p:spPr>
        </p:pic>
        <p:pic>
          <p:nvPicPr>
            <p:cNvPr id="20584" name="Picture 20583">
              <a:extLst>
                <a:ext uri="{FF2B5EF4-FFF2-40B4-BE49-F238E27FC236}">
                  <a16:creationId xmlns:a16="http://schemas.microsoft.com/office/drawing/2014/main" id="{7C18F6E5-F433-BD10-239B-FCD194C73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444737" y="4858939"/>
              <a:ext cx="440160" cy="517673"/>
            </a:xfrm>
            <a:prstGeom prst="rect">
              <a:avLst/>
            </a:prstGeom>
          </p:spPr>
        </p:pic>
        <p:pic>
          <p:nvPicPr>
            <p:cNvPr id="20585" name="Picture 20584">
              <a:extLst>
                <a:ext uri="{FF2B5EF4-FFF2-40B4-BE49-F238E27FC236}">
                  <a16:creationId xmlns:a16="http://schemas.microsoft.com/office/drawing/2014/main" id="{FF9B27EB-A5DB-8E26-83CA-B65E413C9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209164" y="6090422"/>
              <a:ext cx="807572" cy="330473"/>
            </a:xfrm>
            <a:prstGeom prst="rect">
              <a:avLst/>
            </a:prstGeom>
          </p:spPr>
        </p:pic>
        <p:pic>
          <p:nvPicPr>
            <p:cNvPr id="20586" name="Picture 20585">
              <a:extLst>
                <a:ext uri="{FF2B5EF4-FFF2-40B4-BE49-F238E27FC236}">
                  <a16:creationId xmlns:a16="http://schemas.microsoft.com/office/drawing/2014/main" id="{E8B3887B-B480-5B7E-F226-392506CDBBB3}"/>
                </a:ext>
              </a:extLst>
            </p:cNvPr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973078" y="6104938"/>
              <a:ext cx="1130737" cy="355691"/>
            </a:xfrm>
            <a:prstGeom prst="rect">
              <a:avLst/>
            </a:prstGeom>
          </p:spPr>
        </p:pic>
        <p:pic>
          <p:nvPicPr>
            <p:cNvPr id="20600" name="Picture 2" descr="GreenCell Mobility gets Rs 3,000 cr debt funding for sustainable projects -  The Sunday Guardian Live">
              <a:extLst>
                <a:ext uri="{FF2B5EF4-FFF2-40B4-BE49-F238E27FC236}">
                  <a16:creationId xmlns:a16="http://schemas.microsoft.com/office/drawing/2014/main" id="{C6DC78D3-4F7C-CC30-DA10-F0E055D0B77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99" t="32621" b="10283"/>
            <a:stretch/>
          </p:blipFill>
          <p:spPr bwMode="auto">
            <a:xfrm>
              <a:off x="6708908" y="5553087"/>
              <a:ext cx="1026680" cy="3313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01" name="Picture 4" descr="Sandoz">
              <a:extLst>
                <a:ext uri="{FF2B5EF4-FFF2-40B4-BE49-F238E27FC236}">
                  <a16:creationId xmlns:a16="http://schemas.microsoft.com/office/drawing/2014/main" id="{77AD4308-AAE1-DB9A-DBF2-615B342D39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6703" y="4889086"/>
              <a:ext cx="927793" cy="2840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04" name="Picture 4" descr="GKN Aerospace - Third Wave Systems">
              <a:extLst>
                <a:ext uri="{FF2B5EF4-FFF2-40B4-BE49-F238E27FC236}">
                  <a16:creationId xmlns:a16="http://schemas.microsoft.com/office/drawing/2014/main" id="{728A079B-0829-A5B6-8F89-6124910058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29644" y="4230682"/>
              <a:ext cx="1545548" cy="530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605" name="Picture 4" descr="Cencora">
            <a:extLst>
              <a:ext uri="{FF2B5EF4-FFF2-40B4-BE49-F238E27FC236}">
                <a16:creationId xmlns:a16="http://schemas.microsoft.com/office/drawing/2014/main" id="{4361E53B-AB7C-C8BA-715D-39D74DDCDC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1909" y="1768980"/>
            <a:ext cx="1106008" cy="365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882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B5C73-5C47-C6EE-D629-47DBE555C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9A5DE748-553F-585F-00E6-EECA22997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75" y="374650"/>
            <a:ext cx="10506992" cy="3349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i="0" u="none" strike="noStrike" cap="none" spc="-10">
                <a:solidFill>
                  <a:schemeClr val="dk1"/>
                </a:solidFill>
                <a:latin typeface="Arial" pitchFamily="34" charset="0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 spc="-10">
                <a:solidFill>
                  <a:schemeClr val="dk1"/>
                </a:solidFill>
                <a:latin typeface="Arial" pitchFamily="34" charset="0"/>
                <a:ea typeface="Calibri"/>
                <a:cs typeface="Calibri"/>
                <a:sym typeface="Calibri"/>
              </a:defRPr>
            </a:lvl2pPr>
            <a:lvl3pPr marL="1371600" marR="0" lvl="2" indent="-355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 spc="-10">
                <a:solidFill>
                  <a:schemeClr val="dk1"/>
                </a:solidFill>
                <a:latin typeface="Arial" pitchFamily="34" charset="0"/>
                <a:ea typeface="Calibri"/>
                <a:cs typeface="Calibri"/>
                <a:sym typeface="Calibri"/>
              </a:defRPr>
            </a:lvl3pPr>
            <a:lvl4pPr marL="1828800" marR="0" lvl="3" indent="-3429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-10">
                <a:solidFill>
                  <a:schemeClr val="dk1"/>
                </a:solidFill>
                <a:latin typeface="Arial" pitchFamily="34" charset="0"/>
                <a:ea typeface="Calibri"/>
                <a:cs typeface="Calibri"/>
                <a:sym typeface="Calibri"/>
              </a:defRPr>
            </a:lvl4pPr>
            <a:lvl5pPr marL="2286000" marR="0" lvl="4" indent="-3429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-10">
                <a:solidFill>
                  <a:schemeClr val="dk1"/>
                </a:solidFill>
                <a:latin typeface="Arial" pitchFamily="34" charset="0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-10">
                <a:solidFill>
                  <a:schemeClr val="dk1"/>
                </a:solidFill>
                <a:latin typeface="Arial" pitchFamily="34" charset="0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-10">
                <a:solidFill>
                  <a:schemeClr val="dk1"/>
                </a:solidFill>
                <a:latin typeface="Arial" pitchFamily="34" charset="0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-10">
                <a:solidFill>
                  <a:schemeClr val="dk1"/>
                </a:solidFill>
                <a:latin typeface="Arial" pitchFamily="34" charset="0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 spc="-10">
                <a:solidFill>
                  <a:schemeClr val="dk1"/>
                </a:solidFill>
                <a:latin typeface="Arial" pitchFamily="34" charset="0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SzPts val="2400"/>
              <a:defRPr/>
            </a:pPr>
            <a:r>
              <a:rPr lang="en-US" dirty="0">
                <a:ea typeface="Lato" panose="020F0502020204030203" pitchFamily="34" charset="0"/>
                <a:cs typeface="Lato" panose="020F0502020204030203" pitchFamily="34" charset="0"/>
              </a:rPr>
              <a:t>Historically, Transformations Have Low Success Rates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53E3DC5-FD2F-4FEE-1FAA-E49FC6F25BC8}"/>
              </a:ext>
            </a:extLst>
          </p:cNvPr>
          <p:cNvSpPr/>
          <p:nvPr/>
        </p:nvSpPr>
        <p:spPr bwMode="auto">
          <a:xfrm>
            <a:off x="687882" y="2192602"/>
            <a:ext cx="5603852" cy="2494349"/>
          </a:xfrm>
          <a:prstGeom prst="rect">
            <a:avLst/>
          </a:prstGeom>
          <a:gradFill>
            <a:gsLst>
              <a:gs pos="12000">
                <a:srgbClr val="E9E4FE"/>
              </a:gs>
              <a:gs pos="50000">
                <a:srgbClr val="281A43"/>
              </a:gs>
            </a:gsLst>
            <a:lin ang="5400000" scaled="1"/>
          </a:gradFill>
          <a:ln w="10795" cap="flat" cmpd="sng" algn="ctr">
            <a:noFill/>
            <a:prstDash val="solid"/>
          </a:ln>
          <a:effectLst/>
        </p:spPr>
        <p:txBody>
          <a:bodyPr lIns="82296" tIns="82296" rIns="82296" bIns="82296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-10" normalizeH="0" baseline="0" noProof="0">
              <a:ln>
                <a:noFill/>
              </a:ln>
              <a:solidFill>
                <a:srgbClr val="281A43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39A6AE-9A7C-9A38-1ADB-97BFA0B6F459}"/>
              </a:ext>
            </a:extLst>
          </p:cNvPr>
          <p:cNvSpPr txBox="1"/>
          <p:nvPr/>
        </p:nvSpPr>
        <p:spPr>
          <a:xfrm>
            <a:off x="2139637" y="3381987"/>
            <a:ext cx="2393312" cy="707886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-10" normalizeH="0" baseline="0" noProof="0">
                <a:ln>
                  <a:noFill/>
                </a:ln>
                <a:solidFill>
                  <a:srgbClr val="281A43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4 in 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8DA80F4-4EBD-8E31-4D1A-FFF8B8D62379}"/>
              </a:ext>
            </a:extLst>
          </p:cNvPr>
          <p:cNvSpPr txBox="1"/>
          <p:nvPr/>
        </p:nvSpPr>
        <p:spPr>
          <a:xfrm>
            <a:off x="1252994" y="4024055"/>
            <a:ext cx="4645877" cy="40011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-10" normalizeH="0" baseline="0" noProof="0">
                <a:ln>
                  <a:noFill/>
                </a:ln>
                <a:solidFill>
                  <a:srgbClr val="281A43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Corporate transformations fail*</a:t>
            </a:r>
          </a:p>
        </p:txBody>
      </p:sp>
      <p:sp>
        <p:nvSpPr>
          <p:cNvPr id="47" name="Text Placeholder 1">
            <a:extLst>
              <a:ext uri="{FF2B5EF4-FFF2-40B4-BE49-F238E27FC236}">
                <a16:creationId xmlns:a16="http://schemas.microsoft.com/office/drawing/2014/main" id="{5AE3CC1A-1D44-9C74-E0EE-4248789E5518}"/>
              </a:ext>
            </a:extLst>
          </p:cNvPr>
          <p:cNvSpPr txBox="1">
            <a:spLocks/>
          </p:cNvSpPr>
          <p:nvPr/>
        </p:nvSpPr>
        <p:spPr>
          <a:xfrm>
            <a:off x="8018924" y="1167961"/>
            <a:ext cx="3666565" cy="456879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i="0" kern="1200" spc="-10">
                <a:solidFill>
                  <a:schemeClr val="tx1"/>
                </a:solidFill>
                <a:latin typeface="Arial" pitchFamily="34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 fontAlgn="auto">
              <a:spcAft>
                <a:spcPts val="0"/>
              </a:spcAft>
              <a:defRPr/>
            </a:pPr>
            <a:r>
              <a:rPr lang="en-US" sz="1600" b="1" spc="-10">
                <a:solidFill>
                  <a:srgbClr val="01744B">
                    <a:lumMod val="25000"/>
                  </a:srgbClr>
                </a:solidFill>
                <a:latin typeface="Segoe UI" pitchFamily="34" charset="0"/>
                <a:ea typeface="Helvetica Neue" panose="02000503000000020004" pitchFamily="2" charset="0"/>
              </a:rPr>
              <a:t>DUE TO 3 KEY DERAILERS…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CEE3EA9-DB4B-B7D9-30C6-FCD34D1461FB}"/>
              </a:ext>
            </a:extLst>
          </p:cNvPr>
          <p:cNvSpPr/>
          <p:nvPr/>
        </p:nvSpPr>
        <p:spPr>
          <a:xfrm>
            <a:off x="7879975" y="1649508"/>
            <a:ext cx="3944471" cy="1344536"/>
          </a:xfrm>
          <a:prstGeom prst="roundRect">
            <a:avLst/>
          </a:prstGeom>
          <a:solidFill>
            <a:schemeClr val="bg1"/>
          </a:solidFill>
          <a:ln w="10795" cap="flat" cmpd="sng" algn="ctr">
            <a:solidFill>
              <a:srgbClr val="003A26">
                <a:shade val="15000"/>
              </a:srgbClr>
            </a:solidFill>
            <a:prstDash val="solid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-1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3C3B3E1-4941-24F5-DC7E-73FD43A65603}"/>
              </a:ext>
            </a:extLst>
          </p:cNvPr>
          <p:cNvSpPr/>
          <p:nvPr/>
        </p:nvSpPr>
        <p:spPr>
          <a:xfrm>
            <a:off x="7879974" y="3159307"/>
            <a:ext cx="3944471" cy="1344536"/>
          </a:xfrm>
          <a:prstGeom prst="roundRect">
            <a:avLst/>
          </a:prstGeom>
          <a:solidFill>
            <a:schemeClr val="bg1"/>
          </a:solidFill>
          <a:ln w="10795" cap="flat" cmpd="sng" algn="ctr">
            <a:solidFill>
              <a:srgbClr val="003A26">
                <a:shade val="15000"/>
              </a:srgbClr>
            </a:solidFill>
            <a:prstDash val="solid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-1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D3950B9-7D98-1296-66BC-89DD494CEE54}"/>
              </a:ext>
            </a:extLst>
          </p:cNvPr>
          <p:cNvSpPr/>
          <p:nvPr/>
        </p:nvSpPr>
        <p:spPr>
          <a:xfrm>
            <a:off x="7879974" y="4694212"/>
            <a:ext cx="3944471" cy="1344536"/>
          </a:xfrm>
          <a:prstGeom prst="roundRect">
            <a:avLst/>
          </a:prstGeom>
          <a:solidFill>
            <a:schemeClr val="bg1"/>
          </a:solidFill>
          <a:ln w="10795" cap="flat" cmpd="sng" algn="ctr">
            <a:solidFill>
              <a:srgbClr val="003A26">
                <a:shade val="15000"/>
              </a:srgbClr>
            </a:solidFill>
            <a:prstDash val="solid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-1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8A3237A-2581-6E14-96F6-B7F53C8A1552}"/>
              </a:ext>
            </a:extLst>
          </p:cNvPr>
          <p:cNvSpPr/>
          <p:nvPr/>
        </p:nvSpPr>
        <p:spPr>
          <a:xfrm>
            <a:off x="7829771" y="1588704"/>
            <a:ext cx="243840" cy="243840"/>
          </a:xfrm>
          <a:prstGeom prst="ellipse">
            <a:avLst/>
          </a:prstGeom>
          <a:solidFill>
            <a:srgbClr val="271A42"/>
          </a:solidFill>
          <a:ln w="10795" cap="flat" cmpd="sng" algn="ctr">
            <a:solidFill>
              <a:srgbClr val="002060"/>
            </a:solidFill>
            <a:prstDash val="solid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E8F4340-BFBB-E7D3-AA84-79A139C6C6C1}"/>
              </a:ext>
            </a:extLst>
          </p:cNvPr>
          <p:cNvSpPr/>
          <p:nvPr/>
        </p:nvSpPr>
        <p:spPr>
          <a:xfrm>
            <a:off x="7829771" y="3085447"/>
            <a:ext cx="243840" cy="243840"/>
          </a:xfrm>
          <a:prstGeom prst="ellipse">
            <a:avLst/>
          </a:prstGeom>
          <a:solidFill>
            <a:srgbClr val="271A42"/>
          </a:solidFill>
          <a:ln w="10795" cap="flat" cmpd="sng" algn="ctr">
            <a:solidFill>
              <a:srgbClr val="002060"/>
            </a:solidFill>
            <a:prstDash val="solid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F455315-811E-E2FA-DAAB-CE27DE84965C}"/>
              </a:ext>
            </a:extLst>
          </p:cNvPr>
          <p:cNvSpPr/>
          <p:nvPr/>
        </p:nvSpPr>
        <p:spPr>
          <a:xfrm>
            <a:off x="7829771" y="4615471"/>
            <a:ext cx="243840" cy="243840"/>
          </a:xfrm>
          <a:prstGeom prst="ellipse">
            <a:avLst/>
          </a:prstGeom>
          <a:solidFill>
            <a:srgbClr val="271A42"/>
          </a:solidFill>
          <a:ln w="10795" cap="flat" cmpd="sng" algn="ctr">
            <a:solidFill>
              <a:srgbClr val="002060"/>
            </a:solidFill>
            <a:prstDash val="solid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-1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55" name="Text Placeholder 1">
            <a:extLst>
              <a:ext uri="{FF2B5EF4-FFF2-40B4-BE49-F238E27FC236}">
                <a16:creationId xmlns:a16="http://schemas.microsoft.com/office/drawing/2014/main" id="{94AF57DB-929F-C164-A961-7F2663717ADA}"/>
              </a:ext>
            </a:extLst>
          </p:cNvPr>
          <p:cNvSpPr txBox="1">
            <a:spLocks/>
          </p:cNvSpPr>
          <p:nvPr/>
        </p:nvSpPr>
        <p:spPr>
          <a:xfrm>
            <a:off x="8479322" y="1699610"/>
            <a:ext cx="2754745" cy="456879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i="0" kern="1200" spc="-10">
                <a:solidFill>
                  <a:schemeClr val="tx1"/>
                </a:solidFill>
                <a:latin typeface="Arial" pitchFamily="34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 fontAlgn="auto">
              <a:spcAft>
                <a:spcPts val="0"/>
              </a:spcAft>
              <a:defRPr/>
            </a:pPr>
            <a:r>
              <a:rPr lang="en-US" sz="1333" b="1" spc="-10" dirty="0">
                <a:solidFill>
                  <a:schemeClr val="accent1"/>
                </a:solidFill>
                <a:latin typeface="Segoe UI" pitchFamily="34" charset="0"/>
                <a:ea typeface="Helvetica Neue" panose="02000503000000020004" pitchFamily="2" charset="0"/>
              </a:rPr>
              <a:t>Initiative Overload</a:t>
            </a:r>
          </a:p>
        </p:txBody>
      </p:sp>
      <p:sp>
        <p:nvSpPr>
          <p:cNvPr id="56" name="Text Placeholder 1">
            <a:extLst>
              <a:ext uri="{FF2B5EF4-FFF2-40B4-BE49-F238E27FC236}">
                <a16:creationId xmlns:a16="http://schemas.microsoft.com/office/drawing/2014/main" id="{4099DB61-DE24-E90B-A46D-E8C835806D48}"/>
              </a:ext>
            </a:extLst>
          </p:cNvPr>
          <p:cNvSpPr txBox="1">
            <a:spLocks/>
          </p:cNvSpPr>
          <p:nvPr/>
        </p:nvSpPr>
        <p:spPr>
          <a:xfrm>
            <a:off x="8479322" y="3185053"/>
            <a:ext cx="2754745" cy="456879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i="0" kern="1200" spc="-10">
                <a:solidFill>
                  <a:schemeClr val="tx1"/>
                </a:solidFill>
                <a:latin typeface="Arial" pitchFamily="34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 fontAlgn="auto">
              <a:spcAft>
                <a:spcPts val="0"/>
              </a:spcAft>
              <a:defRPr/>
            </a:pPr>
            <a:r>
              <a:rPr lang="en-US" sz="1333" b="1" spc="-10" dirty="0">
                <a:solidFill>
                  <a:schemeClr val="accent1"/>
                </a:solidFill>
                <a:latin typeface="Segoe UI" pitchFamily="34" charset="0"/>
                <a:ea typeface="Helvetica Neue" panose="02000503000000020004" pitchFamily="2" charset="0"/>
              </a:rPr>
              <a:t>Poor Talent Decisions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C5BBF403-2089-F881-5102-E98EA55713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biLevel thresh="75000"/>
          </a:blip>
          <a:srcRect l="69773" t="24332" r="1270" b="38066"/>
          <a:stretch/>
        </p:blipFill>
        <p:spPr>
          <a:xfrm>
            <a:off x="8688809" y="4903375"/>
            <a:ext cx="2448995" cy="1125527"/>
          </a:xfrm>
          <a:prstGeom prst="rect">
            <a:avLst/>
          </a:prstGeom>
        </p:spPr>
      </p:pic>
      <p:sp>
        <p:nvSpPr>
          <p:cNvPr id="59" name="Text Placeholder 1">
            <a:extLst>
              <a:ext uri="{FF2B5EF4-FFF2-40B4-BE49-F238E27FC236}">
                <a16:creationId xmlns:a16="http://schemas.microsoft.com/office/drawing/2014/main" id="{0EEECC4F-4C8F-CB43-5102-F989795BDC0D}"/>
              </a:ext>
            </a:extLst>
          </p:cNvPr>
          <p:cNvSpPr txBox="1">
            <a:spLocks/>
          </p:cNvSpPr>
          <p:nvPr/>
        </p:nvSpPr>
        <p:spPr>
          <a:xfrm>
            <a:off x="8337098" y="4716609"/>
            <a:ext cx="3030220" cy="456879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i="0" kern="1200" spc="-10">
                <a:solidFill>
                  <a:schemeClr val="tx1"/>
                </a:solidFill>
                <a:latin typeface="Arial" pitchFamily="34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 fontAlgn="auto">
              <a:spcAft>
                <a:spcPts val="0"/>
              </a:spcAft>
              <a:defRPr/>
            </a:pPr>
            <a:r>
              <a:rPr lang="en-US" sz="1333" b="1" spc="-10" dirty="0">
                <a:solidFill>
                  <a:schemeClr val="accent1"/>
                </a:solidFill>
                <a:latin typeface="Segoe UI" pitchFamily="34" charset="0"/>
                <a:ea typeface="Helvetica Neue" panose="02000503000000020004" pitchFamily="2" charset="0"/>
              </a:rPr>
              <a:t>Not Enough Talent at the Problem</a:t>
            </a:r>
          </a:p>
        </p:txBody>
      </p:sp>
      <p:sp>
        <p:nvSpPr>
          <p:cNvPr id="60" name="Text Placeholder 1">
            <a:extLst>
              <a:ext uri="{FF2B5EF4-FFF2-40B4-BE49-F238E27FC236}">
                <a16:creationId xmlns:a16="http://schemas.microsoft.com/office/drawing/2014/main" id="{E93A56EB-731C-0E2C-3328-93DF0366D263}"/>
              </a:ext>
            </a:extLst>
          </p:cNvPr>
          <p:cNvSpPr txBox="1">
            <a:spLocks/>
          </p:cNvSpPr>
          <p:nvPr/>
        </p:nvSpPr>
        <p:spPr>
          <a:xfrm>
            <a:off x="824682" y="4758696"/>
            <a:ext cx="5516876" cy="456879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i="0" kern="1200" spc="-10">
                <a:solidFill>
                  <a:schemeClr val="tx1"/>
                </a:solidFill>
                <a:latin typeface="Arial" pitchFamily="34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 fontAlgn="auto">
              <a:spcAft>
                <a:spcPts val="0"/>
              </a:spcAft>
              <a:defRPr/>
            </a:pPr>
            <a:r>
              <a:rPr lang="en-US" sz="1000" i="1" spc="-10" dirty="0">
                <a:solidFill>
                  <a:srgbClr val="281A43"/>
                </a:solidFill>
                <a:latin typeface="Arial" pitchFamily="34" charset="0"/>
                <a:ea typeface="Helvetica Neue" panose="02000503000000020004" pitchFamily="2" charset="0"/>
              </a:rPr>
              <a:t>*Statistic source: Harvard Business Review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448ACB3-D3F6-2474-35B0-F77A9658991B}"/>
              </a:ext>
            </a:extLst>
          </p:cNvPr>
          <p:cNvGrpSpPr/>
          <p:nvPr/>
        </p:nvGrpSpPr>
        <p:grpSpPr>
          <a:xfrm>
            <a:off x="289659" y="2022574"/>
            <a:ext cx="5251661" cy="1941124"/>
            <a:chOff x="76954" y="2529330"/>
            <a:chExt cx="3982655" cy="1591669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52DA29E3-0BDC-8362-D347-30F822C3E6DE}"/>
                </a:ext>
              </a:extLst>
            </p:cNvPr>
            <p:cNvGrpSpPr/>
            <p:nvPr/>
          </p:nvGrpSpPr>
          <p:grpSpPr>
            <a:xfrm>
              <a:off x="1144357" y="2990672"/>
              <a:ext cx="1754892" cy="675919"/>
              <a:chOff x="1573639" y="3061990"/>
              <a:chExt cx="1448392" cy="675919"/>
            </a:xfrm>
          </p:grpSpPr>
          <p:sp>
            <p:nvSpPr>
              <p:cNvPr id="20492" name="Arrow: Pentagon 20491">
                <a:extLst>
                  <a:ext uri="{FF2B5EF4-FFF2-40B4-BE49-F238E27FC236}">
                    <a16:creationId xmlns:a16="http://schemas.microsoft.com/office/drawing/2014/main" id="{8B5E85CD-F477-6C6B-FDCA-939704C2B50F}"/>
                  </a:ext>
                </a:extLst>
              </p:cNvPr>
              <p:cNvSpPr/>
              <p:nvPr/>
            </p:nvSpPr>
            <p:spPr>
              <a:xfrm>
                <a:off x="1573639" y="3061990"/>
                <a:ext cx="1448392" cy="675919"/>
              </a:xfrm>
              <a:prstGeom prst="homePlate">
                <a:avLst/>
              </a:prstGeom>
              <a:solidFill>
                <a:sysClr val="window" lastClr="FFFFFF"/>
              </a:solidFill>
              <a:ln w="10795" cap="flat" cmpd="sng" algn="ctr">
                <a:solidFill>
                  <a:sysClr val="window" lastClr="FFFFFF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91440" tIns="45720" rIns="91440" bIns="4572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-1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0493" name="TextBox 20492">
                <a:extLst>
                  <a:ext uri="{FF2B5EF4-FFF2-40B4-BE49-F238E27FC236}">
                    <a16:creationId xmlns:a16="http://schemas.microsoft.com/office/drawing/2014/main" id="{1C44BD40-5B66-F875-9CD0-5BF54DF684FC}"/>
                  </a:ext>
                </a:extLst>
              </p:cNvPr>
              <p:cNvSpPr txBox="1"/>
              <p:nvPr/>
            </p:nvSpPr>
            <p:spPr>
              <a:xfrm>
                <a:off x="1901897" y="3166652"/>
                <a:ext cx="999516" cy="28607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67" b="1" i="0" u="none" strike="noStrike" kern="0" cap="none" spc="-10" normalizeH="0" baseline="0" noProof="0" dirty="0">
                    <a:ln>
                      <a:noFill/>
                    </a:ln>
                    <a:solidFill>
                      <a:srgbClr val="281A43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VALUE</a:t>
                </a:r>
              </a:p>
            </p:txBody>
          </p:sp>
          <p:sp>
            <p:nvSpPr>
              <p:cNvPr id="20494" name="TextBox 20493">
                <a:extLst>
                  <a:ext uri="{FF2B5EF4-FFF2-40B4-BE49-F238E27FC236}">
                    <a16:creationId xmlns:a16="http://schemas.microsoft.com/office/drawing/2014/main" id="{555C0AF6-8538-DDA0-CB0A-11A1AB78301F}"/>
                  </a:ext>
                </a:extLst>
              </p:cNvPr>
              <p:cNvSpPr txBox="1"/>
              <p:nvPr/>
            </p:nvSpPr>
            <p:spPr>
              <a:xfrm>
                <a:off x="1896240" y="3359486"/>
                <a:ext cx="999516" cy="3028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1" u="none" strike="noStrike" kern="0" cap="none" spc="-10" normalizeH="0" baseline="0" noProof="0" dirty="0">
                    <a:ln>
                      <a:noFill/>
                    </a:ln>
                    <a:solidFill>
                      <a:srgbClr val="281A43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shifts</a:t>
                </a: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2A17842-A752-9F49-3DD2-32C102E71209}"/>
                </a:ext>
              </a:extLst>
            </p:cNvPr>
            <p:cNvGrpSpPr/>
            <p:nvPr/>
          </p:nvGrpSpPr>
          <p:grpSpPr>
            <a:xfrm>
              <a:off x="76954" y="2529330"/>
              <a:ext cx="1748444" cy="1591669"/>
              <a:chOff x="571887" y="2426724"/>
              <a:chExt cx="1753172" cy="1346063"/>
            </a:xfrm>
          </p:grpSpPr>
          <p:sp>
            <p:nvSpPr>
              <p:cNvPr id="20486" name="Explosion: 14 Points 20485">
                <a:extLst>
                  <a:ext uri="{FF2B5EF4-FFF2-40B4-BE49-F238E27FC236}">
                    <a16:creationId xmlns:a16="http://schemas.microsoft.com/office/drawing/2014/main" id="{0CE5369F-F307-DE94-B7E3-63604AAB69EE}"/>
                  </a:ext>
                </a:extLst>
              </p:cNvPr>
              <p:cNvSpPr/>
              <p:nvPr/>
            </p:nvSpPr>
            <p:spPr>
              <a:xfrm rot="3268494">
                <a:off x="775441" y="2223170"/>
                <a:ext cx="1346063" cy="1753172"/>
              </a:xfrm>
              <a:prstGeom prst="irregularSeal2">
                <a:avLst/>
              </a:prstGeom>
              <a:solidFill>
                <a:sysClr val="window" lastClr="FFFFFF"/>
              </a:solidFill>
              <a:ln w="10795" cap="flat" cmpd="sng" algn="ctr">
                <a:solidFill>
                  <a:sysClr val="window" lastClr="FFFFFF"/>
                </a:solidFill>
                <a:prstDash val="solid"/>
              </a:ln>
              <a:effectLst>
                <a:outerShdw blurRad="63500" dist="38100" dir="2700000">
                  <a:srgbClr val="1D1D1D">
                    <a:alpha val="39000"/>
                  </a:srgbClr>
                </a:outerShdw>
              </a:effectLst>
            </p:spPr>
            <p:txBody>
              <a:bodyPr lIns="91440" tIns="45720" rIns="91440" bIns="4572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-1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0487" name="Isosceles Triangle 20486">
                <a:extLst>
                  <a:ext uri="{FF2B5EF4-FFF2-40B4-BE49-F238E27FC236}">
                    <a16:creationId xmlns:a16="http://schemas.microsoft.com/office/drawing/2014/main" id="{6278CFA4-47C8-87F4-10A1-56A9C4A01351}"/>
                  </a:ext>
                </a:extLst>
              </p:cNvPr>
              <p:cNvSpPr/>
              <p:nvPr/>
            </p:nvSpPr>
            <p:spPr>
              <a:xfrm>
                <a:off x="1184596" y="2679814"/>
                <a:ext cx="419826" cy="356958"/>
              </a:xfrm>
              <a:prstGeom prst="triangle">
                <a:avLst/>
              </a:prstGeom>
              <a:solidFill>
                <a:srgbClr val="271A42"/>
              </a:solidFill>
              <a:ln w="10795" cap="flat" cmpd="sng" algn="ctr">
                <a:solidFill>
                  <a:srgbClr val="002060"/>
                </a:solidFill>
                <a:prstDash val="solid"/>
              </a:ln>
              <a:effectLst>
                <a:outerShdw blurRad="63500" dist="38100" dir="2700000">
                  <a:srgbClr val="1D1D1D">
                    <a:alpha val="17000"/>
                  </a:srgbClr>
                </a:outerShdw>
              </a:effectLst>
            </p:spPr>
            <p:txBody>
              <a:bodyPr lIns="91440" tIns="45720" rIns="91440" bIns="4572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-10" normalizeH="0" baseline="0" noProof="0" dirty="0">
                  <a:ln>
                    <a:noFill/>
                  </a:ln>
                  <a:solidFill>
                    <a:srgbClr val="281A43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0488" name="TextBox 20487">
                <a:extLst>
                  <a:ext uri="{FF2B5EF4-FFF2-40B4-BE49-F238E27FC236}">
                    <a16:creationId xmlns:a16="http://schemas.microsoft.com/office/drawing/2014/main" id="{A5E08435-B949-E308-4084-4C8E5C613EF4}"/>
                  </a:ext>
                </a:extLst>
              </p:cNvPr>
              <p:cNvSpPr txBox="1"/>
              <p:nvPr/>
            </p:nvSpPr>
            <p:spPr>
              <a:xfrm>
                <a:off x="1229890" y="2700169"/>
                <a:ext cx="326097" cy="39835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933" b="1" i="0" u="none" strike="noStrike" kern="0" cap="none" spc="-1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!</a:t>
                </a:r>
              </a:p>
            </p:txBody>
          </p:sp>
          <p:sp>
            <p:nvSpPr>
              <p:cNvPr id="20489" name="TextBox 20488">
                <a:extLst>
                  <a:ext uri="{FF2B5EF4-FFF2-40B4-BE49-F238E27FC236}">
                    <a16:creationId xmlns:a16="http://schemas.microsoft.com/office/drawing/2014/main" id="{C3CD5CB5-CCB7-589B-D161-BD0B021A8904}"/>
                  </a:ext>
                </a:extLst>
              </p:cNvPr>
              <p:cNvSpPr txBox="1"/>
              <p:nvPr/>
            </p:nvSpPr>
            <p:spPr>
              <a:xfrm>
                <a:off x="883633" y="3061606"/>
                <a:ext cx="999516" cy="24192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67" b="1" i="0" u="none" strike="noStrike" kern="0" cap="none" spc="-10" normalizeH="0" baseline="0" noProof="0" dirty="0">
                    <a:ln>
                      <a:noFill/>
                    </a:ln>
                    <a:solidFill>
                      <a:srgbClr val="281A43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CHANGE</a:t>
                </a:r>
              </a:p>
            </p:txBody>
          </p:sp>
          <p:sp>
            <p:nvSpPr>
              <p:cNvPr id="20490" name="TextBox 20489">
                <a:extLst>
                  <a:ext uri="{FF2B5EF4-FFF2-40B4-BE49-F238E27FC236}">
                    <a16:creationId xmlns:a16="http://schemas.microsoft.com/office/drawing/2014/main" id="{7CFE755B-1331-9859-A43C-07C72BEEA1EC}"/>
                  </a:ext>
                </a:extLst>
              </p:cNvPr>
              <p:cNvSpPr txBox="1"/>
              <p:nvPr/>
            </p:nvSpPr>
            <p:spPr>
              <a:xfrm>
                <a:off x="895885" y="3212840"/>
                <a:ext cx="999516" cy="25611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1" u="none" strike="noStrike" kern="0" cap="none" spc="-10" normalizeH="0" baseline="0" noProof="0" dirty="0">
                    <a:ln>
                      <a:noFill/>
                    </a:ln>
                    <a:solidFill>
                      <a:srgbClr val="281A43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hits</a:t>
                </a:r>
              </a:p>
            </p:txBody>
          </p:sp>
        </p:grpSp>
        <p:grpSp>
          <p:nvGrpSpPr>
            <p:cNvPr id="20480" name="Group 20479">
              <a:extLst>
                <a:ext uri="{FF2B5EF4-FFF2-40B4-BE49-F238E27FC236}">
                  <a16:creationId xmlns:a16="http://schemas.microsoft.com/office/drawing/2014/main" id="{C0F46C05-F5CA-E1A9-77EA-3298A394F917}"/>
                </a:ext>
              </a:extLst>
            </p:cNvPr>
            <p:cNvGrpSpPr/>
            <p:nvPr/>
          </p:nvGrpSpPr>
          <p:grpSpPr>
            <a:xfrm>
              <a:off x="2663843" y="2983739"/>
              <a:ext cx="1395766" cy="682852"/>
              <a:chOff x="2721670" y="2990672"/>
              <a:chExt cx="1395766" cy="682852"/>
            </a:xfrm>
          </p:grpSpPr>
          <p:sp>
            <p:nvSpPr>
              <p:cNvPr id="20482" name="Arrow: Chevron 20481">
                <a:extLst>
                  <a:ext uri="{FF2B5EF4-FFF2-40B4-BE49-F238E27FC236}">
                    <a16:creationId xmlns:a16="http://schemas.microsoft.com/office/drawing/2014/main" id="{32A403D4-5965-40F4-9878-CA29BAE08EFD}"/>
                  </a:ext>
                </a:extLst>
              </p:cNvPr>
              <p:cNvSpPr/>
              <p:nvPr/>
            </p:nvSpPr>
            <p:spPr>
              <a:xfrm>
                <a:off x="2721670" y="2990672"/>
                <a:ext cx="1395766" cy="682852"/>
              </a:xfrm>
              <a:prstGeom prst="chevron">
                <a:avLst/>
              </a:prstGeom>
              <a:solidFill>
                <a:sysClr val="window" lastClr="FFFFFF"/>
              </a:solidFill>
              <a:ln w="10795" cap="flat" cmpd="sng" algn="ctr">
                <a:solidFill>
                  <a:sysClr val="window" lastClr="FFFFFF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91440" tIns="45720" rIns="91440" bIns="4572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-1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0483" name="TextBox 20482">
                <a:extLst>
                  <a:ext uri="{FF2B5EF4-FFF2-40B4-BE49-F238E27FC236}">
                    <a16:creationId xmlns:a16="http://schemas.microsoft.com/office/drawing/2014/main" id="{DD77DB21-0F23-91FD-600B-DC3F89D3CE40}"/>
                  </a:ext>
                </a:extLst>
              </p:cNvPr>
              <p:cNvSpPr txBox="1"/>
              <p:nvPr/>
            </p:nvSpPr>
            <p:spPr>
              <a:xfrm>
                <a:off x="2822116" y="3095335"/>
                <a:ext cx="1211028" cy="28607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67" b="1" i="0" u="none" strike="noStrike" kern="0" cap="none" spc="-10" normalizeH="0" baseline="0" noProof="0" dirty="0">
                    <a:ln>
                      <a:noFill/>
                    </a:ln>
                    <a:solidFill>
                      <a:srgbClr val="281A43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MONEY</a:t>
                </a:r>
              </a:p>
            </p:txBody>
          </p:sp>
          <p:sp>
            <p:nvSpPr>
              <p:cNvPr id="20485" name="TextBox 20484">
                <a:extLst>
                  <a:ext uri="{FF2B5EF4-FFF2-40B4-BE49-F238E27FC236}">
                    <a16:creationId xmlns:a16="http://schemas.microsoft.com/office/drawing/2014/main" id="{8A7AF7C2-965A-3E98-A94C-2B8F117099EF}"/>
                  </a:ext>
                </a:extLst>
              </p:cNvPr>
              <p:cNvSpPr txBox="1"/>
              <p:nvPr/>
            </p:nvSpPr>
            <p:spPr>
              <a:xfrm>
                <a:off x="2815262" y="3288168"/>
                <a:ext cx="1211028" cy="30284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1" u="none" strike="noStrike" kern="0" cap="none" spc="-10" normalizeH="0" baseline="0" noProof="0" dirty="0">
                    <a:ln>
                      <a:noFill/>
                    </a:ln>
                    <a:solidFill>
                      <a:srgbClr val="281A43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moves</a:t>
                </a:r>
              </a:p>
            </p:txBody>
          </p:sp>
        </p:grpSp>
      </p:grpSp>
      <p:grpSp>
        <p:nvGrpSpPr>
          <p:cNvPr id="20495" name="Group 20494">
            <a:extLst>
              <a:ext uri="{FF2B5EF4-FFF2-40B4-BE49-F238E27FC236}">
                <a16:creationId xmlns:a16="http://schemas.microsoft.com/office/drawing/2014/main" id="{E4919CA8-5090-1C04-447E-D8669FAA2565}"/>
              </a:ext>
            </a:extLst>
          </p:cNvPr>
          <p:cNvGrpSpPr/>
          <p:nvPr/>
        </p:nvGrpSpPr>
        <p:grpSpPr>
          <a:xfrm>
            <a:off x="5312880" y="2911314"/>
            <a:ext cx="2217217" cy="1217111"/>
            <a:chOff x="3965024" y="1294526"/>
            <a:chExt cx="1662913" cy="912833"/>
          </a:xfrm>
        </p:grpSpPr>
        <p:grpSp>
          <p:nvGrpSpPr>
            <p:cNvPr id="20496" name="Group 20495">
              <a:extLst>
                <a:ext uri="{FF2B5EF4-FFF2-40B4-BE49-F238E27FC236}">
                  <a16:creationId xmlns:a16="http://schemas.microsoft.com/office/drawing/2014/main" id="{300D1078-B563-3DB9-0694-5870C8E3ADF4}"/>
                </a:ext>
              </a:extLst>
            </p:cNvPr>
            <p:cNvGrpSpPr/>
            <p:nvPr/>
          </p:nvGrpSpPr>
          <p:grpSpPr>
            <a:xfrm rot="21370148">
              <a:off x="3965024" y="1294526"/>
              <a:ext cx="1330426" cy="624581"/>
              <a:chOff x="4005510" y="1301746"/>
              <a:chExt cx="1330426" cy="624581"/>
            </a:xfrm>
          </p:grpSpPr>
          <p:sp>
            <p:nvSpPr>
              <p:cNvPr id="20499" name="Arrow: Chevron 20498">
                <a:extLst>
                  <a:ext uri="{FF2B5EF4-FFF2-40B4-BE49-F238E27FC236}">
                    <a16:creationId xmlns:a16="http://schemas.microsoft.com/office/drawing/2014/main" id="{134C515B-D25C-BBFE-81B6-B03ECF887FD0}"/>
                  </a:ext>
                </a:extLst>
              </p:cNvPr>
              <p:cNvSpPr/>
              <p:nvPr/>
            </p:nvSpPr>
            <p:spPr>
              <a:xfrm rot="1325274">
                <a:off x="4005510" y="1301746"/>
                <a:ext cx="1318265" cy="624581"/>
              </a:xfrm>
              <a:prstGeom prst="chevron">
                <a:avLst/>
              </a:prstGeom>
              <a:solidFill>
                <a:sysClr val="window" lastClr="FFFFFF"/>
              </a:solidFill>
              <a:ln w="10795" cap="flat" cmpd="sng" algn="ctr">
                <a:solidFill>
                  <a:sysClr val="window" lastClr="FFFFFF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91440" tIns="45720" rIns="91440" bIns="4572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-10" normalizeH="0" baseline="0" noProof="0">
                  <a:ln>
                    <a:noFill/>
                  </a:ln>
                  <a:solidFill>
                    <a:srgbClr val="281A43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0500" name="TextBox 20499">
                <a:extLst>
                  <a:ext uri="{FF2B5EF4-FFF2-40B4-BE49-F238E27FC236}">
                    <a16:creationId xmlns:a16="http://schemas.microsoft.com/office/drawing/2014/main" id="{A3270D73-45D6-6DF1-A9CC-EE1CF94552E8}"/>
                  </a:ext>
                </a:extLst>
              </p:cNvPr>
              <p:cNvSpPr txBox="1"/>
              <p:nvPr/>
            </p:nvSpPr>
            <p:spPr>
              <a:xfrm rot="1330582">
                <a:off x="4138260" y="1415800"/>
                <a:ext cx="1197676" cy="26165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67" b="1" i="0" u="none" strike="noStrike" kern="0" cap="none" spc="-10" normalizeH="0" baseline="0" noProof="0" dirty="0">
                    <a:ln>
                      <a:noFill/>
                    </a:ln>
                    <a:solidFill>
                      <a:srgbClr val="281A43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</a:t>
                </a:r>
              </a:p>
            </p:txBody>
          </p:sp>
          <p:sp>
            <p:nvSpPr>
              <p:cNvPr id="20501" name="TextBox 20500">
                <a:extLst>
                  <a:ext uri="{FF2B5EF4-FFF2-40B4-BE49-F238E27FC236}">
                    <a16:creationId xmlns:a16="http://schemas.microsoft.com/office/drawing/2014/main" id="{ADD1642A-6739-2456-7120-A708E0F3A1F8}"/>
                  </a:ext>
                </a:extLst>
              </p:cNvPr>
              <p:cNvSpPr txBox="1"/>
              <p:nvPr/>
            </p:nvSpPr>
            <p:spPr>
              <a:xfrm rot="1340496">
                <a:off x="4098439" y="1561663"/>
                <a:ext cx="1197676" cy="27699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1" u="none" strike="noStrike" kern="0" cap="none" spc="-10" normalizeH="0" baseline="0" noProof="0" dirty="0">
                    <a:ln>
                      <a:noFill/>
                    </a:ln>
                    <a:solidFill>
                      <a:srgbClr val="281A43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disconnects</a:t>
                </a:r>
              </a:p>
            </p:txBody>
          </p:sp>
        </p:grpSp>
        <p:sp>
          <p:nvSpPr>
            <p:cNvPr id="20497" name="Arrow: Chevron 20496">
              <a:extLst>
                <a:ext uri="{FF2B5EF4-FFF2-40B4-BE49-F238E27FC236}">
                  <a16:creationId xmlns:a16="http://schemas.microsoft.com/office/drawing/2014/main" id="{1E5098A0-B00F-D3C4-5074-3F090238BF16}"/>
                </a:ext>
              </a:extLst>
            </p:cNvPr>
            <p:cNvSpPr/>
            <p:nvPr/>
          </p:nvSpPr>
          <p:spPr>
            <a:xfrm rot="1135097">
              <a:off x="5034545" y="1505764"/>
              <a:ext cx="424679" cy="646772"/>
            </a:xfrm>
            <a:prstGeom prst="chevron">
              <a:avLst>
                <a:gd name="adj" fmla="val 73267"/>
              </a:avLst>
            </a:prstGeom>
            <a:solidFill>
              <a:srgbClr val="281A43"/>
            </a:solidFill>
            <a:ln w="10795" cap="flat" cmpd="sng" algn="ctr">
              <a:solidFill>
                <a:srgbClr val="002060"/>
              </a:solidFill>
              <a:prstDash val="solid"/>
            </a:ln>
            <a:effectLst/>
          </p:spPr>
          <p:txBody>
            <a:bodyPr lIns="91440" tIns="45720" rIns="91440" bIns="4572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-10" normalizeH="0" baseline="0" noProof="0" dirty="0">
                <a:ln>
                  <a:solidFill>
                    <a:srgbClr val="281A42"/>
                  </a:solidFill>
                </a:ln>
                <a:solidFill>
                  <a:srgbClr val="281A43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498" name="Arrow: Chevron 20497">
              <a:extLst>
                <a:ext uri="{FF2B5EF4-FFF2-40B4-BE49-F238E27FC236}">
                  <a16:creationId xmlns:a16="http://schemas.microsoft.com/office/drawing/2014/main" id="{8BEAE4AC-A062-1CF3-7BD1-3C3265B04A0A}"/>
                </a:ext>
              </a:extLst>
            </p:cNvPr>
            <p:cNvSpPr/>
            <p:nvPr/>
          </p:nvSpPr>
          <p:spPr>
            <a:xfrm rot="1135097">
              <a:off x="5203258" y="1560587"/>
              <a:ext cx="424679" cy="646772"/>
            </a:xfrm>
            <a:prstGeom prst="chevron">
              <a:avLst>
                <a:gd name="adj" fmla="val 73267"/>
              </a:avLst>
            </a:prstGeom>
            <a:solidFill>
              <a:srgbClr val="281A43"/>
            </a:solidFill>
            <a:ln w="10795" cap="flat" cmpd="sng" algn="ctr">
              <a:solidFill>
                <a:srgbClr val="002060"/>
              </a:solidFill>
              <a:prstDash val="solid"/>
            </a:ln>
            <a:effectLst/>
          </p:spPr>
          <p:txBody>
            <a:bodyPr lIns="91440" tIns="45720" rIns="91440" bIns="4572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-10" normalizeH="0" baseline="0" noProof="0">
                <a:ln>
                  <a:solidFill>
                    <a:srgbClr val="281A42"/>
                  </a:solidFill>
                </a:ln>
                <a:solidFill>
                  <a:srgbClr val="281A43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pic>
        <p:nvPicPr>
          <p:cNvPr id="20503" name="Picture 20502">
            <a:extLst>
              <a:ext uri="{FF2B5EF4-FFF2-40B4-BE49-F238E27FC236}">
                <a16:creationId xmlns:a16="http://schemas.microsoft.com/office/drawing/2014/main" id="{2B38E7F2-24D9-2C27-4B24-0F576F383C8C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9097418" y="1945552"/>
            <a:ext cx="1509576" cy="1018077"/>
          </a:xfrm>
          <a:prstGeom prst="rect">
            <a:avLst/>
          </a:prstGeom>
        </p:spPr>
      </p:pic>
      <p:pic>
        <p:nvPicPr>
          <p:cNvPr id="20505" name="Picture 20504">
            <a:extLst>
              <a:ext uri="{FF2B5EF4-FFF2-40B4-BE49-F238E27FC236}">
                <a16:creationId xmlns:a16="http://schemas.microsoft.com/office/drawing/2014/main" id="{F5D950EC-4A27-A26E-6011-AAA3C04CF827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8540861" y="3429000"/>
            <a:ext cx="2622690" cy="1023873"/>
          </a:xfrm>
          <a:prstGeom prst="rect">
            <a:avLst/>
          </a:prstGeom>
        </p:spPr>
      </p:pic>
      <p:sp>
        <p:nvSpPr>
          <p:cNvPr id="20506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r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733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BBF50-BD81-BAFB-7BCE-A2283E70C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927303-EB88-5193-E139-B8621426D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-25" noProof="0" dirty="0">
                <a:ea typeface="Lato" panose="020F0502020204030203" pitchFamily="34" charset="0"/>
                <a:cs typeface="Lato" panose="020F0502020204030203" pitchFamily="34" charset="0"/>
              </a:rPr>
              <a:t>Talent to Value: why </a:t>
            </a:r>
            <a:r>
              <a:rPr lang="en-US" spc="-25" dirty="0">
                <a:ea typeface="Lato" panose="020F0502020204030203" pitchFamily="34" charset="0"/>
                <a:cs typeface="Lato" panose="020F0502020204030203" pitchFamily="34" charset="0"/>
              </a:rPr>
              <a:t>it</a:t>
            </a:r>
            <a:r>
              <a:rPr lang="en-US" b="1" spc="-25" noProof="0" dirty="0">
                <a:ea typeface="Lato" panose="020F0502020204030203" pitchFamily="34" charset="0"/>
                <a:cs typeface="Lato" panose="020F0502020204030203" pitchFamily="34" charset="0"/>
              </a:rPr>
              <a:t> is important</a:t>
            </a:r>
            <a:endParaRPr lang="en-US" b="1" spc="-25" noProof="0" dirty="0">
              <a:latin typeface="Segoe UI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riangle 4">
            <a:extLst>
              <a:ext uri="{FF2B5EF4-FFF2-40B4-BE49-F238E27FC236}">
                <a16:creationId xmlns:a16="http://schemas.microsoft.com/office/drawing/2014/main" id="{C1090BE6-C221-23D6-3691-9BC9F9A9F1DB}"/>
              </a:ext>
            </a:extLst>
          </p:cNvPr>
          <p:cNvSpPr/>
          <p:nvPr/>
        </p:nvSpPr>
        <p:spPr>
          <a:xfrm rot="5400000">
            <a:off x="5387245" y="3010219"/>
            <a:ext cx="5190515" cy="1376494"/>
          </a:xfrm>
          <a:prstGeom prst="triangle">
            <a:avLst>
              <a:gd name="adj" fmla="val 50397"/>
            </a:avLst>
          </a:prstGeom>
          <a:gradFill flip="none" rotWithShape="1">
            <a:gsLst>
              <a:gs pos="100000">
                <a:srgbClr val="EAE4FE"/>
              </a:gs>
              <a:gs pos="40000">
                <a:schemeClr val="bg1">
                  <a:alpha val="0"/>
                </a:schemeClr>
              </a:gs>
              <a:gs pos="24000">
                <a:schemeClr val="bg1">
                  <a:alpha val="0"/>
                </a:schemeClr>
              </a:gs>
              <a:gs pos="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AE" spc="-10" dirty="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86031A5-3539-CA53-0DB1-C6BD9785354E}"/>
              </a:ext>
            </a:extLst>
          </p:cNvPr>
          <p:cNvGrpSpPr/>
          <p:nvPr/>
        </p:nvGrpSpPr>
        <p:grpSpPr>
          <a:xfrm>
            <a:off x="1134996" y="2859785"/>
            <a:ext cx="2317582" cy="433051"/>
            <a:chOff x="1134996" y="2797482"/>
            <a:chExt cx="2317582" cy="43305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56AC052-6F94-93E3-339B-3A0B37A8C975}"/>
                </a:ext>
              </a:extLst>
            </p:cNvPr>
            <p:cNvGrpSpPr/>
            <p:nvPr/>
          </p:nvGrpSpPr>
          <p:grpSpPr>
            <a:xfrm>
              <a:off x="1134996" y="2797482"/>
              <a:ext cx="2317582" cy="433051"/>
              <a:chOff x="1134073" y="2437534"/>
              <a:chExt cx="2317582" cy="43305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BBEE93-F297-6AA9-3DA9-D94016C422F8}"/>
                  </a:ext>
                </a:extLst>
              </p:cNvPr>
              <p:cNvSpPr txBox="1"/>
              <p:nvPr/>
            </p:nvSpPr>
            <p:spPr>
              <a:xfrm>
                <a:off x="1670398" y="2500171"/>
                <a:ext cx="1781257" cy="307777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>
                <a:spAutoFit/>
              </a:bodyPr>
              <a:lstStyle/>
              <a:p>
                <a:r>
                  <a:rPr lang="en-US" sz="1400" spc="-10" dirty="0">
                    <a:solidFill>
                      <a:schemeClr val="tx1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Artificial Intelligence</a:t>
                </a:r>
                <a:endParaRPr lang="en-AE" sz="1400" spc="-10" dirty="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C96759A-6CB6-660D-EB86-E7E5F6B5898E}"/>
                  </a:ext>
                </a:extLst>
              </p:cNvPr>
              <p:cNvSpPr/>
              <p:nvPr/>
            </p:nvSpPr>
            <p:spPr>
              <a:xfrm>
                <a:off x="1134073" y="2437534"/>
                <a:ext cx="433051" cy="433051"/>
              </a:xfrm>
              <a:prstGeom prst="ellipse">
                <a:avLst/>
              </a:prstGeom>
              <a:solidFill>
                <a:srgbClr val="F7F2FA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AE" spc="-10" dirty="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A97F1AD-8541-C747-004A-6C536BD8D4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 b="16985"/>
            <a:stretch>
              <a:fillRect/>
            </a:stretch>
          </p:blipFill>
          <p:spPr>
            <a:xfrm>
              <a:off x="1193514" y="2827397"/>
              <a:ext cx="346214" cy="354001"/>
            </a:xfrm>
            <a:prstGeom prst="rect">
              <a:avLst/>
            </a:prstGeom>
          </p:spPr>
        </p:pic>
      </p:grpSp>
      <p:sp>
        <p:nvSpPr>
          <p:cNvPr id="11" name="Triangle 10">
            <a:extLst>
              <a:ext uri="{FF2B5EF4-FFF2-40B4-BE49-F238E27FC236}">
                <a16:creationId xmlns:a16="http://schemas.microsoft.com/office/drawing/2014/main" id="{FCE0BDEB-8D3E-3FD9-B65F-22A2762644EF}"/>
              </a:ext>
            </a:extLst>
          </p:cNvPr>
          <p:cNvSpPr/>
          <p:nvPr/>
        </p:nvSpPr>
        <p:spPr>
          <a:xfrm rot="5400000">
            <a:off x="474079" y="3010219"/>
            <a:ext cx="5190515" cy="1376494"/>
          </a:xfrm>
          <a:prstGeom prst="triangle">
            <a:avLst>
              <a:gd name="adj" fmla="val 50397"/>
            </a:avLst>
          </a:prstGeom>
          <a:gradFill flip="none" rotWithShape="1">
            <a:gsLst>
              <a:gs pos="100000">
                <a:srgbClr val="EAE4FE"/>
              </a:gs>
              <a:gs pos="40000">
                <a:schemeClr val="bg1">
                  <a:alpha val="0"/>
                </a:schemeClr>
              </a:gs>
              <a:gs pos="24000">
                <a:schemeClr val="bg1">
                  <a:alpha val="0"/>
                </a:schemeClr>
              </a:gs>
              <a:gs pos="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AE" spc="-10" dirty="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EB4902-8149-9677-36AE-85ECE59413D3}"/>
              </a:ext>
            </a:extLst>
          </p:cNvPr>
          <p:cNvSpPr txBox="1"/>
          <p:nvPr/>
        </p:nvSpPr>
        <p:spPr>
          <a:xfrm>
            <a:off x="5175738" y="1347263"/>
            <a:ext cx="171915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AE" sz="2400" b="1" spc="-10" dirty="0">
                <a:solidFill>
                  <a:schemeClr val="accent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Pivot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9B1511-89D9-CE30-17EE-338CEB123CCC}"/>
              </a:ext>
            </a:extLst>
          </p:cNvPr>
          <p:cNvSpPr/>
          <p:nvPr/>
        </p:nvSpPr>
        <p:spPr>
          <a:xfrm>
            <a:off x="10963982" y="1191718"/>
            <a:ext cx="449705" cy="15554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AE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4698F91-7CD1-8B11-8037-C2FC266D277D}"/>
              </a:ext>
            </a:extLst>
          </p:cNvPr>
          <p:cNvSpPr/>
          <p:nvPr/>
        </p:nvSpPr>
        <p:spPr>
          <a:xfrm>
            <a:off x="8872929" y="2314920"/>
            <a:ext cx="2302813" cy="384530"/>
          </a:xfrm>
          <a:prstGeom prst="roundRect">
            <a:avLst/>
          </a:prstGeom>
          <a:solidFill>
            <a:srgbClr val="281A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E" sz="1600" spc="-10" dirty="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Strategy Execution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7AE6B6E-A5C1-3D4C-2F83-EA2272DC6D4F}"/>
              </a:ext>
            </a:extLst>
          </p:cNvPr>
          <p:cNvSpPr/>
          <p:nvPr/>
        </p:nvSpPr>
        <p:spPr>
          <a:xfrm>
            <a:off x="1134996" y="2314920"/>
            <a:ext cx="2302813" cy="384530"/>
          </a:xfrm>
          <a:prstGeom prst="roundRect">
            <a:avLst/>
          </a:prstGeom>
          <a:solidFill>
            <a:srgbClr val="281A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E" sz="1600" spc="-10" dirty="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External Forces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CC0FC8E-165A-38F3-8F0B-F61115E46EAC}"/>
              </a:ext>
            </a:extLst>
          </p:cNvPr>
          <p:cNvGrpSpPr/>
          <p:nvPr/>
        </p:nvGrpSpPr>
        <p:grpSpPr>
          <a:xfrm>
            <a:off x="1134996" y="3412147"/>
            <a:ext cx="1771760" cy="433050"/>
            <a:chOff x="1134996" y="3288740"/>
            <a:chExt cx="1771760" cy="43305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D169121-87E6-ED51-9CDF-D3597191FD47}"/>
                </a:ext>
              </a:extLst>
            </p:cNvPr>
            <p:cNvSpPr/>
            <p:nvPr/>
          </p:nvSpPr>
          <p:spPr>
            <a:xfrm>
              <a:off x="1134996" y="3288740"/>
              <a:ext cx="433050" cy="433050"/>
            </a:xfrm>
            <a:prstGeom prst="ellipse">
              <a:avLst/>
            </a:prstGeom>
            <a:solidFill>
              <a:srgbClr val="F7F2FA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AE" spc="-10" dirty="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93ECB45-F49B-D170-EEAA-AE736FE443CB}"/>
                </a:ext>
              </a:extLst>
            </p:cNvPr>
            <p:cNvGrpSpPr/>
            <p:nvPr/>
          </p:nvGrpSpPr>
          <p:grpSpPr>
            <a:xfrm>
              <a:off x="1151605" y="3328476"/>
              <a:ext cx="1755151" cy="353578"/>
              <a:chOff x="1151605" y="3466182"/>
              <a:chExt cx="1755151" cy="35357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4166F2A-9B55-85E7-8264-68AB24EC046C}"/>
                  </a:ext>
                </a:extLst>
              </p:cNvPr>
              <p:cNvSpPr txBox="1"/>
              <p:nvPr/>
            </p:nvSpPr>
            <p:spPr>
              <a:xfrm>
                <a:off x="1670398" y="3486502"/>
                <a:ext cx="1236358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en-AE" sz="1400" spc="-10" dirty="0">
                    <a:solidFill>
                      <a:schemeClr val="tx1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New Markets</a:t>
                </a:r>
              </a:p>
            </p:txBody>
          </p:sp>
          <p:pic>
            <p:nvPicPr>
              <p:cNvPr id="25" name="Graphic 24">
                <a:extLst>
                  <a:ext uri="{FF2B5EF4-FFF2-40B4-BE49-F238E27FC236}">
                    <a16:creationId xmlns:a16="http://schemas.microsoft.com/office/drawing/2014/main" id="{53BA4A49-B149-E560-7438-80F3E453B0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rgbClr val="765FFF"/>
                  <a:srgbClr val="FFFFFF"/>
                </a:duotone>
              </a:blip>
              <a:srcRect t="8566" b="19637"/>
              <a:stretch>
                <a:fillRect/>
              </a:stretch>
            </p:blipFill>
            <p:spPr>
              <a:xfrm>
                <a:off x="1151605" y="3466182"/>
                <a:ext cx="399833" cy="353578"/>
              </a:xfrm>
              <a:prstGeom prst="rect">
                <a:avLst/>
              </a:prstGeom>
            </p:spPr>
          </p:pic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757E61A-11FF-8200-4527-2A5D78788663}"/>
              </a:ext>
            </a:extLst>
          </p:cNvPr>
          <p:cNvGrpSpPr/>
          <p:nvPr/>
        </p:nvGrpSpPr>
        <p:grpSpPr>
          <a:xfrm>
            <a:off x="1134996" y="3964508"/>
            <a:ext cx="2576759" cy="442501"/>
            <a:chOff x="1142147" y="4212502"/>
            <a:chExt cx="2576759" cy="44250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85BA905-4EDC-FBF0-F045-DB40BEEEF37E}"/>
                </a:ext>
              </a:extLst>
            </p:cNvPr>
            <p:cNvGrpSpPr/>
            <p:nvPr/>
          </p:nvGrpSpPr>
          <p:grpSpPr>
            <a:xfrm>
              <a:off x="1142147" y="4214349"/>
              <a:ext cx="2576759" cy="433051"/>
              <a:chOff x="1142147" y="4357811"/>
              <a:chExt cx="2576759" cy="433051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6B317C2-AC30-634F-0A16-E00F83EDE691}"/>
                  </a:ext>
                </a:extLst>
              </p:cNvPr>
              <p:cNvSpPr txBox="1"/>
              <p:nvPr/>
            </p:nvSpPr>
            <p:spPr>
              <a:xfrm>
                <a:off x="1678472" y="4421639"/>
                <a:ext cx="2040434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en-US" sz="1400" spc="-10" dirty="0">
                    <a:solidFill>
                      <a:schemeClr val="tx1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Mergers &amp; Acquisitions</a:t>
                </a:r>
                <a:endParaRPr lang="en-AE" sz="1400" spc="-10" dirty="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5197FB4-3042-7A65-BC57-8D582697CF23}"/>
                  </a:ext>
                </a:extLst>
              </p:cNvPr>
              <p:cNvSpPr/>
              <p:nvPr/>
            </p:nvSpPr>
            <p:spPr>
              <a:xfrm>
                <a:off x="1142147" y="4357811"/>
                <a:ext cx="433051" cy="433051"/>
              </a:xfrm>
              <a:prstGeom prst="ellipse">
                <a:avLst/>
              </a:prstGeom>
              <a:solidFill>
                <a:srgbClr val="F7F2FA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AE" spc="-10" dirty="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B0798894-94F1-25DE-AC84-6A531DF4F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1174883" y="4212502"/>
              <a:ext cx="356856" cy="442501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E74C355-1459-8CDE-855D-DC3698A50ECB}"/>
              </a:ext>
            </a:extLst>
          </p:cNvPr>
          <p:cNvGrpSpPr/>
          <p:nvPr/>
        </p:nvGrpSpPr>
        <p:grpSpPr>
          <a:xfrm>
            <a:off x="8872930" y="2859786"/>
            <a:ext cx="2297240" cy="433050"/>
            <a:chOff x="8872930" y="2447143"/>
            <a:chExt cx="2297240" cy="43305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0096544-8774-D4FC-86F1-450E1347FFF1}"/>
                </a:ext>
              </a:extLst>
            </p:cNvPr>
            <p:cNvGrpSpPr/>
            <p:nvPr/>
          </p:nvGrpSpPr>
          <p:grpSpPr>
            <a:xfrm>
              <a:off x="8872930" y="2447143"/>
              <a:ext cx="2297240" cy="433050"/>
              <a:chOff x="8872930" y="2456753"/>
              <a:chExt cx="2297240" cy="433050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E982102-6816-3930-C23D-A0D09E96F32D}"/>
                  </a:ext>
                </a:extLst>
              </p:cNvPr>
              <p:cNvSpPr txBox="1"/>
              <p:nvPr/>
            </p:nvSpPr>
            <p:spPr>
              <a:xfrm>
                <a:off x="9414146" y="2501801"/>
                <a:ext cx="1756024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en-AE" sz="1400" spc="-10" dirty="0">
                    <a:solidFill>
                      <a:schemeClr val="tx1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Clarity &amp; Alignment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DE705350-717D-0719-87F9-70B61CA6E9DE}"/>
                  </a:ext>
                </a:extLst>
              </p:cNvPr>
              <p:cNvSpPr/>
              <p:nvPr/>
            </p:nvSpPr>
            <p:spPr>
              <a:xfrm>
                <a:off x="8872930" y="2456753"/>
                <a:ext cx="433051" cy="433050"/>
              </a:xfrm>
              <a:prstGeom prst="ellipse">
                <a:avLst/>
              </a:prstGeom>
              <a:solidFill>
                <a:srgbClr val="F7F2FA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AE" spc="-10" dirty="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662D0EFF-4BA2-B2B1-0EAB-C5F56B081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 t="23089" b="31347"/>
            <a:stretch>
              <a:fillRect/>
            </a:stretch>
          </p:blipFill>
          <p:spPr>
            <a:xfrm>
              <a:off x="8909387" y="2555023"/>
              <a:ext cx="380634" cy="212936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9E3CA32-B46E-DAA4-CC83-9C673BFEE4AE}"/>
              </a:ext>
            </a:extLst>
          </p:cNvPr>
          <p:cNvGrpSpPr/>
          <p:nvPr/>
        </p:nvGrpSpPr>
        <p:grpSpPr>
          <a:xfrm>
            <a:off x="8872930" y="3412147"/>
            <a:ext cx="1463263" cy="433050"/>
            <a:chOff x="8872930" y="3409581"/>
            <a:chExt cx="1463263" cy="43305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5C830C9-0485-76CF-5939-856DF06E8894}"/>
                </a:ext>
              </a:extLst>
            </p:cNvPr>
            <p:cNvGrpSpPr/>
            <p:nvPr/>
          </p:nvGrpSpPr>
          <p:grpSpPr>
            <a:xfrm>
              <a:off x="8872930" y="3409581"/>
              <a:ext cx="1463263" cy="433050"/>
              <a:chOff x="8872930" y="3401303"/>
              <a:chExt cx="1463263" cy="433050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680151A-AC6D-DACF-2444-0F067ABA9B45}"/>
                  </a:ext>
                </a:extLst>
              </p:cNvPr>
              <p:cNvSpPr txBox="1"/>
              <p:nvPr/>
            </p:nvSpPr>
            <p:spPr>
              <a:xfrm>
                <a:off x="9414146" y="3479875"/>
                <a:ext cx="922047" cy="307777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>
                <a:spAutoFit/>
              </a:bodyPr>
              <a:lstStyle/>
              <a:p>
                <a:r>
                  <a:rPr lang="en-AE" sz="1400" spc="-10" dirty="0">
                    <a:solidFill>
                      <a:schemeClr val="tx1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Precision</a:t>
                </a: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8E337A09-4F2B-0A76-2B5A-26B5B012E85B}"/>
                  </a:ext>
                </a:extLst>
              </p:cNvPr>
              <p:cNvSpPr/>
              <p:nvPr/>
            </p:nvSpPr>
            <p:spPr>
              <a:xfrm>
                <a:off x="8872930" y="3401303"/>
                <a:ext cx="433050" cy="433050"/>
              </a:xfrm>
              <a:prstGeom prst="ellipse">
                <a:avLst/>
              </a:prstGeom>
              <a:solidFill>
                <a:srgbClr val="F7F2FA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AE" spc="-10" dirty="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86BBD7AD-8E6D-2898-B935-6508E62436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 b="17960"/>
            <a:stretch>
              <a:fillRect/>
            </a:stretch>
          </p:blipFill>
          <p:spPr>
            <a:xfrm>
              <a:off x="8950825" y="3465860"/>
              <a:ext cx="305574" cy="310857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BF656C5-0A66-7A87-387D-FBB2650CAAC7}"/>
              </a:ext>
            </a:extLst>
          </p:cNvPr>
          <p:cNvGrpSpPr/>
          <p:nvPr/>
        </p:nvGrpSpPr>
        <p:grpSpPr>
          <a:xfrm>
            <a:off x="8872930" y="3964508"/>
            <a:ext cx="2297240" cy="433051"/>
            <a:chOff x="8872930" y="4368389"/>
            <a:chExt cx="2297240" cy="433051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D32D2DC-FF61-25A8-629C-A55F0F7F900D}"/>
                </a:ext>
              </a:extLst>
            </p:cNvPr>
            <p:cNvGrpSpPr/>
            <p:nvPr/>
          </p:nvGrpSpPr>
          <p:grpSpPr>
            <a:xfrm>
              <a:off x="8872930" y="4368389"/>
              <a:ext cx="2297240" cy="433051"/>
              <a:chOff x="8872930" y="4378966"/>
              <a:chExt cx="2297240" cy="433051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CF9AEA5-D1F7-B9B8-CF42-C9C8F15AC76C}"/>
                  </a:ext>
                </a:extLst>
              </p:cNvPr>
              <p:cNvSpPr txBox="1"/>
              <p:nvPr/>
            </p:nvSpPr>
            <p:spPr>
              <a:xfrm>
                <a:off x="9414146" y="4441603"/>
                <a:ext cx="1756024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r>
                  <a:rPr lang="en-AE" sz="1400" spc="-10" dirty="0">
                    <a:solidFill>
                      <a:schemeClr val="tx1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Risk Mitigation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1E7166E4-C5C8-47BE-80CE-4CA3208BBB73}"/>
                  </a:ext>
                </a:extLst>
              </p:cNvPr>
              <p:cNvSpPr/>
              <p:nvPr/>
            </p:nvSpPr>
            <p:spPr>
              <a:xfrm>
                <a:off x="8872930" y="4378966"/>
                <a:ext cx="433051" cy="433051"/>
              </a:xfrm>
              <a:prstGeom prst="ellipse">
                <a:avLst/>
              </a:prstGeom>
              <a:solidFill>
                <a:srgbClr val="F7F2FA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AE" spc="-10" dirty="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991F2D53-9888-0E4F-2CE1-61AA56E9C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rcRect b="40441"/>
            <a:stretch>
              <a:fillRect/>
            </a:stretch>
          </p:blipFill>
          <p:spPr>
            <a:xfrm>
              <a:off x="8935973" y="4461822"/>
              <a:ext cx="306964" cy="225186"/>
            </a:xfrm>
            <a:prstGeom prst="rect">
              <a:avLst/>
            </a:prstGeom>
          </p:spPr>
        </p:pic>
      </p:grpSp>
      <p:sp>
        <p:nvSpPr>
          <p:cNvPr id="47" name="Oval 46">
            <a:extLst>
              <a:ext uri="{FF2B5EF4-FFF2-40B4-BE49-F238E27FC236}">
                <a16:creationId xmlns:a16="http://schemas.microsoft.com/office/drawing/2014/main" id="{D9131205-841C-0F29-FFEA-961934850EF1}"/>
              </a:ext>
            </a:extLst>
          </p:cNvPr>
          <p:cNvSpPr/>
          <p:nvPr/>
        </p:nvSpPr>
        <p:spPr>
          <a:xfrm rot="10800000">
            <a:off x="5647208" y="5249699"/>
            <a:ext cx="1826507" cy="384530"/>
          </a:xfrm>
          <a:prstGeom prst="ellipse">
            <a:avLst/>
          </a:prstGeom>
          <a:gradFill>
            <a:gsLst>
              <a:gs pos="27000">
                <a:srgbClr val="C6AFDC">
                  <a:alpha val="25985"/>
                </a:srgbClr>
              </a:gs>
              <a:gs pos="0">
                <a:srgbClr val="8C5EB9">
                  <a:alpha val="71080"/>
                </a:srgbClr>
              </a:gs>
              <a:gs pos="100000">
                <a:schemeClr val="bg1"/>
              </a:gs>
              <a:gs pos="48000">
                <a:schemeClr val="bg1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AE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8" name="Picture 47" descr="A white and orange balance&#10;&#10;AI-generated content may be incorrect.">
            <a:extLst>
              <a:ext uri="{FF2B5EF4-FFF2-40B4-BE49-F238E27FC236}">
                <a16:creationId xmlns:a16="http://schemas.microsoft.com/office/drawing/2014/main" id="{12A724D1-E818-993A-4610-9905231B18E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duotone>
              <a:srgbClr val="765FFF"/>
              <a:srgbClr val="FFFFFF"/>
            </a:duotone>
          </a:blip>
          <a:srcRect l="5869" t="19434" r="16807" b="36731"/>
          <a:stretch>
            <a:fillRect/>
          </a:stretch>
        </p:blipFill>
        <p:spPr>
          <a:xfrm>
            <a:off x="2814139" y="3003441"/>
            <a:ext cx="6668037" cy="268428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A756E966-B534-ED84-DE31-9B3A0F92611F}"/>
              </a:ext>
            </a:extLst>
          </p:cNvPr>
          <p:cNvSpPr txBox="1"/>
          <p:nvPr/>
        </p:nvSpPr>
        <p:spPr>
          <a:xfrm>
            <a:off x="7225008" y="2467106"/>
            <a:ext cx="1070294" cy="58477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en-AE" sz="1600" b="1" spc="-10" dirty="0">
                <a:solidFill>
                  <a:schemeClr val="accent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</a:t>
            </a:r>
            <a:r>
              <a:rPr lang="en-US" sz="1600" b="1" spc="-10" dirty="0">
                <a:solidFill>
                  <a:schemeClr val="accent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  <a:r>
              <a:rPr lang="en-AE" sz="1600" b="1" spc="-10" dirty="0">
                <a:solidFill>
                  <a:schemeClr val="accent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 </a:t>
            </a:r>
          </a:p>
          <a:p>
            <a:pPr algn="ctr"/>
            <a:r>
              <a:rPr lang="en-AE" sz="1600" b="1" spc="-10" dirty="0">
                <a:solidFill>
                  <a:schemeClr val="accent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4078890-D503-8CA6-0B3C-3C6FE0EB7557}"/>
              </a:ext>
            </a:extLst>
          </p:cNvPr>
          <p:cNvSpPr txBox="1"/>
          <p:nvPr/>
        </p:nvSpPr>
        <p:spPr>
          <a:xfrm>
            <a:off x="3609303" y="3406077"/>
            <a:ext cx="1593385" cy="58477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en-AE" sz="1600" b="1" spc="-10" dirty="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Organizational</a:t>
            </a:r>
          </a:p>
          <a:p>
            <a:pPr algn="ctr"/>
            <a:r>
              <a:rPr lang="en-AE" sz="1600" b="1" spc="-10" dirty="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Drag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AC841C21-DC74-51E3-F4A6-B895A06FDF56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rgbClr val="765FFF"/>
              <a:srgbClr val="FFFFFF"/>
            </a:duotone>
          </a:blip>
          <a:stretch>
            <a:fillRect/>
          </a:stretch>
        </p:blipFill>
        <p:spPr>
          <a:xfrm rot="740210">
            <a:off x="7402858" y="3101855"/>
            <a:ext cx="331555" cy="388268"/>
          </a:xfrm>
          <a:prstGeom prst="rect">
            <a:avLst/>
          </a:prstGeom>
        </p:spPr>
      </p:pic>
      <p:grpSp>
        <p:nvGrpSpPr>
          <p:cNvPr id="65" name="Group 64">
            <a:extLst>
              <a:ext uri="{FF2B5EF4-FFF2-40B4-BE49-F238E27FC236}">
                <a16:creationId xmlns:a16="http://schemas.microsoft.com/office/drawing/2014/main" id="{8A591D28-DE34-27B9-AED4-AA5ED6FE4EB8}"/>
              </a:ext>
            </a:extLst>
          </p:cNvPr>
          <p:cNvGrpSpPr/>
          <p:nvPr/>
        </p:nvGrpSpPr>
        <p:grpSpPr>
          <a:xfrm>
            <a:off x="3853889" y="3989357"/>
            <a:ext cx="976131" cy="976131"/>
            <a:chOff x="4263603" y="3293097"/>
            <a:chExt cx="707499" cy="707499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935F0F2-1580-4E2F-272B-BDB91A71C694}"/>
                </a:ext>
              </a:extLst>
            </p:cNvPr>
            <p:cNvSpPr/>
            <p:nvPr/>
          </p:nvSpPr>
          <p:spPr>
            <a:xfrm>
              <a:off x="4263603" y="3293097"/>
              <a:ext cx="707499" cy="707499"/>
            </a:xfrm>
            <a:prstGeom prst="ellipse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AE" spc="-10" dirty="0">
                <a:solidFill>
                  <a:srgbClr val="8C5EB9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7" name="Graphic 66">
              <a:extLst>
                <a:ext uri="{FF2B5EF4-FFF2-40B4-BE49-F238E27FC236}">
                  <a16:creationId xmlns:a16="http://schemas.microsoft.com/office/drawing/2014/main" id="{159A3232-C089-E940-995E-793AFBE952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srgbClr val="765FFF"/>
                <a:srgbClr val="FFFFFF"/>
              </a:duotone>
            </a:blip>
            <a:srcRect t="11454" b="20607"/>
            <a:stretch>
              <a:fillRect/>
            </a:stretch>
          </p:blipFill>
          <p:spPr>
            <a:xfrm>
              <a:off x="4277794" y="3377641"/>
              <a:ext cx="660626" cy="552816"/>
            </a:xfrm>
            <a:prstGeom prst="rect">
              <a:avLst/>
            </a:prstGeom>
          </p:spPr>
        </p:pic>
      </p:grpSp>
      <p:pic>
        <p:nvPicPr>
          <p:cNvPr id="68" name="Picture 67">
            <a:extLst>
              <a:ext uri="{FF2B5EF4-FFF2-40B4-BE49-F238E27FC236}">
                <a16:creationId xmlns:a16="http://schemas.microsoft.com/office/drawing/2014/main" id="{37704CF9-0D2E-20FA-5688-5A8FEC5A08C2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/>
            <a:duotone>
              <a:srgbClr val="765FFF"/>
              <a:srgbClr val="FFFFFF"/>
            </a:duotone>
          </a:blip>
          <a:stretch>
            <a:fillRect/>
          </a:stretch>
        </p:blipFill>
        <p:spPr>
          <a:xfrm rot="740210">
            <a:off x="7655743" y="3075431"/>
            <a:ext cx="331555" cy="388268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00CF52CE-1670-7F91-B647-145BB314F772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/>
            <a:duotone>
              <a:srgbClr val="765FFF"/>
              <a:srgbClr val="FFFFFF"/>
            </a:duotone>
          </a:blip>
          <a:stretch>
            <a:fillRect/>
          </a:stretch>
        </p:blipFill>
        <p:spPr>
          <a:xfrm rot="740210">
            <a:off x="7897532" y="3054464"/>
            <a:ext cx="331555" cy="388268"/>
          </a:xfrm>
          <a:prstGeom prst="rect">
            <a:avLst/>
          </a:prstGeom>
        </p:spPr>
      </p:pic>
      <p:sp>
        <p:nvSpPr>
          <p:cNvPr id="7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r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710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F6D1CC-7AAA-1A85-0CE0-AC132EE821DD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 dirty="0">
                <a:solidFill>
                  <a:schemeClr val="dk1"/>
                </a:solidFill>
                <a:latin typeface="Segoe UI" pitchFamily="34" charset="0"/>
                <a:ea typeface="Lato" panose="020F0502020204030203" pitchFamily="34" charset="0"/>
                <a:cs typeface="Lato" panose="020F0502020204030203" pitchFamily="34" charset="0"/>
                <a:sym typeface="Helvetica Neue Light"/>
              </a:rPr>
              <a:t>Talent to value helps answer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1677A7-B122-ED63-9331-DECD08928052}"/>
              </a:ext>
            </a:extLst>
          </p:cNvPr>
          <p:cNvSpPr txBox="1"/>
          <p:nvPr/>
        </p:nvSpPr>
        <p:spPr>
          <a:xfrm>
            <a:off x="516935" y="1656251"/>
            <a:ext cx="2072639" cy="8055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-1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is the </a:t>
            </a:r>
          </a:p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 dirty="0">
                <a:ln>
                  <a:noFill/>
                </a:ln>
                <a:solidFill>
                  <a:srgbClr val="281A43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money?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AB73D6-0AC9-DC70-5191-F3ABC9E81623}"/>
              </a:ext>
            </a:extLst>
          </p:cNvPr>
          <p:cNvSpPr txBox="1"/>
          <p:nvPr/>
        </p:nvSpPr>
        <p:spPr>
          <a:xfrm>
            <a:off x="2864689" y="1656251"/>
            <a:ext cx="2072640" cy="8055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-1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How do I want </a:t>
            </a:r>
          </a:p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-1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kumimoji="0" lang="en-US" sz="1600" b="1" i="0" u="none" strike="noStrike" kern="1200" cap="none" spc="-10" normalizeH="0" baseline="0" noProof="0" dirty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600" b="1" spc="-10" dirty="0">
                <a:solidFill>
                  <a:srgbClr val="281A43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run the place?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315FC9-B3D0-63E8-0B74-1586773D116A}"/>
              </a:ext>
            </a:extLst>
          </p:cNvPr>
          <p:cNvSpPr txBox="1"/>
          <p:nvPr/>
        </p:nvSpPr>
        <p:spPr>
          <a:xfrm>
            <a:off x="7560201" y="1656251"/>
            <a:ext cx="2072640" cy="8055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-1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Do we have </a:t>
            </a:r>
          </a:p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spc="-10" dirty="0">
                <a:solidFill>
                  <a:srgbClr val="281A43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enough talent </a:t>
            </a:r>
          </a:p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-1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at our critical roles?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6565D1-A9DE-0349-F978-FBE5B486169D}"/>
              </a:ext>
            </a:extLst>
          </p:cNvPr>
          <p:cNvSpPr txBox="1"/>
          <p:nvPr/>
        </p:nvSpPr>
        <p:spPr>
          <a:xfrm>
            <a:off x="9907956" y="1656251"/>
            <a:ext cx="2072640" cy="8055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-1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Are we</a:t>
            </a:r>
          </a:p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 dirty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600" b="1" spc="-10" dirty="0">
                <a:solidFill>
                  <a:srgbClr val="281A43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enabling success </a:t>
            </a:r>
          </a:p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-1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at our critical roles?</a:t>
            </a:r>
          </a:p>
        </p:txBody>
      </p:sp>
      <p:sp>
        <p:nvSpPr>
          <p:cNvPr id="9" name="Rectangle: Rounded Corners 35">
            <a:extLst>
              <a:ext uri="{FF2B5EF4-FFF2-40B4-BE49-F238E27FC236}">
                <a16:creationId xmlns:a16="http://schemas.microsoft.com/office/drawing/2014/main" id="{F2DBE91D-E30E-8AAF-C1BB-3E6BDBC62F21}"/>
              </a:ext>
            </a:extLst>
          </p:cNvPr>
          <p:cNvSpPr/>
          <p:nvPr/>
        </p:nvSpPr>
        <p:spPr>
          <a:xfrm>
            <a:off x="516936" y="2834342"/>
            <a:ext cx="2072640" cy="2166257"/>
          </a:xfrm>
          <a:prstGeom prst="roundRect">
            <a:avLst>
              <a:gd name="adj" fmla="val 11707"/>
            </a:avLst>
          </a:prstGeom>
          <a:solidFill>
            <a:schemeClr val="bg1"/>
          </a:solidFill>
        </p:spPr>
        <p:txBody>
          <a:bodyPr vert="horz" lIns="73152" tIns="73152" rIns="60960" bIns="48768" rtlCol="0" anchor="ctr" anchorCtr="0">
            <a:noAutofit/>
          </a:bodyPr>
          <a:lstStyle/>
          <a:p>
            <a:pPr marL="0" marR="0" lvl="0" indent="0" algn="ctr" defTabSz="2316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>
                <a:tab pos="231637" algn="l"/>
                <a:tab pos="463272" algn="l"/>
                <a:tab pos="694909" algn="l"/>
                <a:tab pos="926546" algn="l"/>
              </a:tabLst>
              <a:defRPr/>
            </a:pPr>
            <a:endParaRPr kumimoji="0" lang="en-US" sz="1867" b="0" i="0" u="none" strike="noStrike" kern="1200" cap="none" spc="-1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F791CA-5117-02E5-1EBB-4B278657145B}"/>
              </a:ext>
            </a:extLst>
          </p:cNvPr>
          <p:cNvSpPr txBox="1"/>
          <p:nvPr/>
        </p:nvSpPr>
        <p:spPr>
          <a:xfrm>
            <a:off x="638856" y="4488888"/>
            <a:ext cx="1828800" cy="34342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sng" strike="noStrike" kern="120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Agenda</a:t>
            </a:r>
          </a:p>
        </p:txBody>
      </p:sp>
      <p:sp>
        <p:nvSpPr>
          <p:cNvPr id="13" name="Rectangle: Rounded Corners 37">
            <a:extLst>
              <a:ext uri="{FF2B5EF4-FFF2-40B4-BE49-F238E27FC236}">
                <a16:creationId xmlns:a16="http://schemas.microsoft.com/office/drawing/2014/main" id="{2772A226-90C0-24F3-0320-4FFF7CA73A8F}"/>
              </a:ext>
            </a:extLst>
          </p:cNvPr>
          <p:cNvSpPr/>
          <p:nvPr/>
        </p:nvSpPr>
        <p:spPr>
          <a:xfrm>
            <a:off x="7560200" y="2834341"/>
            <a:ext cx="2072640" cy="2166257"/>
          </a:xfrm>
          <a:prstGeom prst="roundRect">
            <a:avLst/>
          </a:prstGeom>
          <a:solidFill>
            <a:schemeClr val="bg1"/>
          </a:solidFill>
        </p:spPr>
        <p:txBody>
          <a:bodyPr vert="horz" lIns="73152" tIns="73152" rIns="60960" bIns="48768" rtlCol="0" anchor="ctr" anchorCtr="0">
            <a:noAutofit/>
          </a:bodyPr>
          <a:lstStyle/>
          <a:p>
            <a:pPr marL="0" marR="0" lvl="0" indent="0" algn="ctr" defTabSz="2316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>
                <a:tab pos="231637" algn="l"/>
                <a:tab pos="463272" algn="l"/>
                <a:tab pos="694909" algn="l"/>
                <a:tab pos="926546" algn="l"/>
              </a:tabLst>
              <a:defRPr/>
            </a:pPr>
            <a:endParaRPr kumimoji="0" lang="en-US" sz="1867" b="0" i="0" u="none" strike="noStrike" kern="1200" cap="none" spc="-1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E6050C-7C6F-3779-69F5-82395680A750}"/>
              </a:ext>
            </a:extLst>
          </p:cNvPr>
          <p:cNvSpPr txBox="1"/>
          <p:nvPr/>
        </p:nvSpPr>
        <p:spPr>
          <a:xfrm>
            <a:off x="7682120" y="4488889"/>
            <a:ext cx="1828800" cy="34342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sng" strike="noStrike" kern="120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Capital</a:t>
            </a:r>
          </a:p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sng" strike="noStrike" kern="120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Balance Sheet</a:t>
            </a:r>
          </a:p>
        </p:txBody>
      </p:sp>
      <p:sp>
        <p:nvSpPr>
          <p:cNvPr id="17" name="Rectangle: Rounded Corners 39">
            <a:extLst>
              <a:ext uri="{FF2B5EF4-FFF2-40B4-BE49-F238E27FC236}">
                <a16:creationId xmlns:a16="http://schemas.microsoft.com/office/drawing/2014/main" id="{76C77746-B5AB-96E8-76A9-885AF2C58C70}"/>
              </a:ext>
            </a:extLst>
          </p:cNvPr>
          <p:cNvSpPr/>
          <p:nvPr/>
        </p:nvSpPr>
        <p:spPr>
          <a:xfrm>
            <a:off x="9907956" y="2834340"/>
            <a:ext cx="2072640" cy="2166257"/>
          </a:xfrm>
          <a:prstGeom prst="roundRect">
            <a:avLst/>
          </a:prstGeom>
          <a:solidFill>
            <a:schemeClr val="bg1"/>
          </a:solidFill>
        </p:spPr>
        <p:txBody>
          <a:bodyPr vert="horz" lIns="73152" tIns="73152" rIns="60960" bIns="48768" rtlCol="0" anchor="ctr" anchorCtr="0">
            <a:noAutofit/>
          </a:bodyPr>
          <a:lstStyle/>
          <a:p>
            <a:pPr marL="0" marR="0" lvl="0" indent="0" algn="ctr" defTabSz="2316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>
                <a:tab pos="231637" algn="l"/>
                <a:tab pos="463272" algn="l"/>
                <a:tab pos="694909" algn="l"/>
                <a:tab pos="926546" algn="l"/>
              </a:tabLst>
              <a:defRPr/>
            </a:pPr>
            <a:endParaRPr kumimoji="0" lang="en-US" sz="1867" b="0" i="0" u="none" strike="noStrike" kern="1200" cap="none" spc="-1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B99C14-9E02-1836-B479-95520F3BB4B3}"/>
              </a:ext>
            </a:extLst>
          </p:cNvPr>
          <p:cNvSpPr txBox="1"/>
          <p:nvPr/>
        </p:nvSpPr>
        <p:spPr>
          <a:xfrm>
            <a:off x="10029876" y="4488888"/>
            <a:ext cx="1828800" cy="34342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sng" strike="noStrike" kern="120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Mobilize the Value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2C9E63-E3C3-E8A3-41EA-B6686A409720}"/>
              </a:ext>
            </a:extLst>
          </p:cNvPr>
          <p:cNvSpPr txBox="1"/>
          <p:nvPr/>
        </p:nvSpPr>
        <p:spPr>
          <a:xfrm>
            <a:off x="5212445" y="1656251"/>
            <a:ext cx="2072640" cy="8055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-10" normalizeH="0" baseline="0" noProof="0" dirty="0">
                <a:ln>
                  <a:noFill/>
                </a:ln>
                <a:solidFill>
                  <a:srgbClr val="F5F5F5">
                    <a:lumMod val="50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my leadership </a:t>
            </a:r>
            <a:r>
              <a:rPr lang="en-US" sz="1600" b="1" spc="-10" dirty="0">
                <a:solidFill>
                  <a:srgbClr val="281A43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team ready?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B12673D-DF14-D6CD-C368-ED2084866481}"/>
              </a:ext>
            </a:extLst>
          </p:cNvPr>
          <p:cNvGrpSpPr/>
          <p:nvPr/>
        </p:nvGrpSpPr>
        <p:grpSpPr>
          <a:xfrm>
            <a:off x="2727133" y="1648524"/>
            <a:ext cx="7043264" cy="3352073"/>
            <a:chOff x="2045350" y="1200150"/>
            <a:chExt cx="5282448" cy="274320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E0C565A-F4D4-9554-9DF9-3C318385856F}"/>
                </a:ext>
              </a:extLst>
            </p:cNvPr>
            <p:cNvCxnSpPr>
              <a:cxnSpLocks/>
            </p:cNvCxnSpPr>
            <p:nvPr/>
          </p:nvCxnSpPr>
          <p:spPr>
            <a:xfrm>
              <a:off x="2045350" y="1200150"/>
              <a:ext cx="0" cy="2743201"/>
            </a:xfrm>
            <a:prstGeom prst="line">
              <a:avLst/>
            </a:prstGeom>
            <a:ln w="6350"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538A73E-E6CC-9DD1-ED6F-DB1DE018B99D}"/>
                </a:ext>
              </a:extLst>
            </p:cNvPr>
            <p:cNvCxnSpPr>
              <a:cxnSpLocks/>
            </p:cNvCxnSpPr>
            <p:nvPr/>
          </p:nvCxnSpPr>
          <p:spPr>
            <a:xfrm>
              <a:off x="3806166" y="1200150"/>
              <a:ext cx="0" cy="2743201"/>
            </a:xfrm>
            <a:prstGeom prst="line">
              <a:avLst/>
            </a:prstGeom>
            <a:ln w="6350"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FD4075C-1F00-A648-4F1B-1F61D406A969}"/>
                </a:ext>
              </a:extLst>
            </p:cNvPr>
            <p:cNvCxnSpPr>
              <a:cxnSpLocks/>
            </p:cNvCxnSpPr>
            <p:nvPr/>
          </p:nvCxnSpPr>
          <p:spPr>
            <a:xfrm>
              <a:off x="7327798" y="1200150"/>
              <a:ext cx="0" cy="2743201"/>
            </a:xfrm>
            <a:prstGeom prst="line">
              <a:avLst/>
            </a:prstGeom>
            <a:ln w="6350"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63696C-3F6C-9753-F581-2F2BB8CF9E3E}"/>
                </a:ext>
              </a:extLst>
            </p:cNvPr>
            <p:cNvCxnSpPr>
              <a:cxnSpLocks/>
            </p:cNvCxnSpPr>
            <p:nvPr/>
          </p:nvCxnSpPr>
          <p:spPr>
            <a:xfrm>
              <a:off x="5566982" y="1200150"/>
              <a:ext cx="0" cy="2743201"/>
            </a:xfrm>
            <a:prstGeom prst="line">
              <a:avLst/>
            </a:prstGeom>
            <a:ln w="6350"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: Rounded Corners 36">
            <a:extLst>
              <a:ext uri="{FF2B5EF4-FFF2-40B4-BE49-F238E27FC236}">
                <a16:creationId xmlns:a16="http://schemas.microsoft.com/office/drawing/2014/main" id="{E1A7E9A6-FB9B-9431-3DE2-821B8FEEC13B}"/>
              </a:ext>
            </a:extLst>
          </p:cNvPr>
          <p:cNvSpPr/>
          <p:nvPr/>
        </p:nvSpPr>
        <p:spPr>
          <a:xfrm>
            <a:off x="2864691" y="2834341"/>
            <a:ext cx="2072640" cy="2166257"/>
          </a:xfrm>
          <a:prstGeom prst="roundRect">
            <a:avLst/>
          </a:prstGeom>
          <a:solidFill>
            <a:schemeClr val="bg1"/>
          </a:solidFill>
        </p:spPr>
        <p:txBody>
          <a:bodyPr vert="horz" lIns="73152" tIns="73152" rIns="60960" bIns="48768" rtlCol="0" anchor="ctr" anchorCtr="0">
            <a:noAutofit/>
          </a:bodyPr>
          <a:lstStyle/>
          <a:p>
            <a:pPr marL="0" marR="0" lvl="0" indent="0" algn="ctr" defTabSz="2316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>
                <a:tab pos="231637" algn="l"/>
                <a:tab pos="463272" algn="l"/>
                <a:tab pos="694909" algn="l"/>
                <a:tab pos="926546" algn="l"/>
              </a:tabLst>
              <a:defRPr/>
            </a:pPr>
            <a:endParaRPr kumimoji="0" lang="en-US" sz="1867" b="0" i="0" u="none" strike="noStrike" kern="1200" cap="none" spc="-1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A6BAAA-00EF-7194-271A-301A1EEB0A46}"/>
              </a:ext>
            </a:extLst>
          </p:cNvPr>
          <p:cNvSpPr txBox="1"/>
          <p:nvPr/>
        </p:nvSpPr>
        <p:spPr>
          <a:xfrm>
            <a:off x="2986611" y="4488889"/>
            <a:ext cx="1828800" cy="34342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sng" strike="noStrike" kern="120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Operating Model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25BE04F-6901-F1C4-C932-5298990F6D6C}"/>
              </a:ext>
            </a:extLst>
          </p:cNvPr>
          <p:cNvGrpSpPr/>
          <p:nvPr/>
        </p:nvGrpSpPr>
        <p:grpSpPr>
          <a:xfrm>
            <a:off x="3321074" y="3106484"/>
            <a:ext cx="1159875" cy="1226470"/>
            <a:chOff x="2447627" y="2571750"/>
            <a:chExt cx="869906" cy="919853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4105700-5371-BD99-CB39-1EEA97A12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2447627" y="2571750"/>
              <a:ext cx="869906" cy="919853"/>
            </a:xfrm>
            <a:prstGeom prst="rect">
              <a:avLst/>
            </a:prstGeom>
          </p:spPr>
        </p:pic>
        <p:sp>
          <p:nvSpPr>
            <p:cNvPr id="30" name="Rectangle: Rounded Corners 19">
              <a:extLst>
                <a:ext uri="{FF2B5EF4-FFF2-40B4-BE49-F238E27FC236}">
                  <a16:creationId xmlns:a16="http://schemas.microsoft.com/office/drawing/2014/main" id="{6481F2BC-025A-0EC2-B797-0A37A64E94E6}"/>
                </a:ext>
              </a:extLst>
            </p:cNvPr>
            <p:cNvSpPr/>
            <p:nvPr/>
          </p:nvSpPr>
          <p:spPr>
            <a:xfrm>
              <a:off x="2762385" y="2934628"/>
              <a:ext cx="238896" cy="194095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</p:spPr>
          <p:txBody>
            <a:bodyPr vert="horz" lIns="73152" tIns="73152" rIns="60960" bIns="48768" rtlCol="0" anchor="ctr" anchorCtr="0">
              <a:noAutofit/>
            </a:bodyPr>
            <a:lstStyle/>
            <a:p>
              <a:pPr marL="0" marR="0" lvl="0" indent="0" algn="ctr" defTabSz="2316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>
                  <a:tab pos="231637" algn="l"/>
                  <a:tab pos="463272" algn="l"/>
                  <a:tab pos="694909" algn="l"/>
                  <a:tab pos="926546" algn="l"/>
                </a:tabLst>
                <a:defRPr/>
              </a:pPr>
              <a:endParaRPr kumimoji="0" lang="en-US" sz="1867" b="0" i="0" u="none" strike="noStrike" kern="1200" cap="none" spc="-1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34" name="Rectangle: Rounded Corners 14">
            <a:extLst>
              <a:ext uri="{FF2B5EF4-FFF2-40B4-BE49-F238E27FC236}">
                <a16:creationId xmlns:a16="http://schemas.microsoft.com/office/drawing/2014/main" id="{030F66E5-B243-AFE3-75A9-23032E16C1F3}"/>
              </a:ext>
            </a:extLst>
          </p:cNvPr>
          <p:cNvSpPr/>
          <p:nvPr/>
        </p:nvSpPr>
        <p:spPr>
          <a:xfrm>
            <a:off x="5212445" y="2834341"/>
            <a:ext cx="2072640" cy="2166257"/>
          </a:xfrm>
          <a:prstGeom prst="roundRect">
            <a:avLst/>
          </a:prstGeom>
          <a:solidFill>
            <a:schemeClr val="bg1"/>
          </a:solidFill>
        </p:spPr>
        <p:txBody>
          <a:bodyPr vert="horz" lIns="73152" tIns="73152" rIns="60960" bIns="48768" rtlCol="0" anchor="ctr" anchorCtr="0">
            <a:noAutofit/>
          </a:bodyPr>
          <a:lstStyle/>
          <a:p>
            <a:pPr marL="0" marR="0" lvl="0" indent="0" algn="ctr" defTabSz="2316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>
                <a:tab pos="231637" algn="l"/>
                <a:tab pos="463272" algn="l"/>
                <a:tab pos="694909" algn="l"/>
                <a:tab pos="926546" algn="l"/>
              </a:tabLst>
              <a:defRPr/>
            </a:pPr>
            <a:endParaRPr kumimoji="0" lang="en-US" sz="1867" b="0" i="0" u="none" strike="noStrike" kern="1200" cap="none" spc="-1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ED44D5-205B-293C-A131-FC2A4A3E82AA}"/>
              </a:ext>
            </a:extLst>
          </p:cNvPr>
          <p:cNvSpPr txBox="1"/>
          <p:nvPr/>
        </p:nvSpPr>
        <p:spPr>
          <a:xfrm>
            <a:off x="5334365" y="4488889"/>
            <a:ext cx="1828800" cy="34342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sng" strike="noStrike" kern="120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Top Team Mobilization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FDF17CD-7A39-1237-5E68-209867FBC84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rcRect l="27313" r="27827"/>
          <a:stretch/>
        </p:blipFill>
        <p:spPr>
          <a:xfrm>
            <a:off x="5584181" y="2804346"/>
            <a:ext cx="1336454" cy="15918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6" name="Picture 35" descr="Talent to Value">
            <a:extLst>
              <a:ext uri="{FF2B5EF4-FFF2-40B4-BE49-F238E27FC236}">
                <a16:creationId xmlns:a16="http://schemas.microsoft.com/office/drawing/2014/main" id="{C217F134-2D02-F377-F806-A8522C24BDC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417248" y="3250999"/>
            <a:ext cx="1081955" cy="1081955"/>
          </a:xfrm>
          <a:prstGeom prst="rect">
            <a:avLst/>
          </a:prstGeom>
        </p:spPr>
      </p:pic>
      <p:pic>
        <p:nvPicPr>
          <p:cNvPr id="38" name="Picture 20" descr="Bend the Curve">
            <a:extLst>
              <a:ext uri="{FF2B5EF4-FFF2-40B4-BE49-F238E27FC236}">
                <a16:creationId xmlns:a16="http://schemas.microsoft.com/office/drawing/2014/main" id="{A72A102F-DEEF-81F4-B7EC-A4BE1C8F5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1155675" y="3206098"/>
            <a:ext cx="1115076" cy="1075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1D1D1D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Picture 25" descr="The Code">
            <a:extLst>
              <a:ext uri="{FF2B5EF4-FFF2-40B4-BE49-F238E27FC236}">
                <a16:creationId xmlns:a16="http://schemas.microsoft.com/office/drawing/2014/main" id="{4CCF248A-3709-DAA3-DB5A-582A31AB8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7995217" y="3221454"/>
            <a:ext cx="1183454" cy="1141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1D1D1D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r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94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BED3B-ACBE-7F30-BC8A-125EB95B2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FFA629-3906-5D62-2874-2EABE4D1BC1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sz="2400" b="1" spc="-25" dirty="0">
                <a:solidFill>
                  <a:schemeClr val="dk1"/>
                </a:solidFill>
                <a:latin typeface="Segoe UI" pitchFamily="34" charset="0"/>
                <a:ea typeface="Lato" panose="020F0502020204030203" pitchFamily="34" charset="0"/>
                <a:cs typeface="Lato" panose="020F0502020204030203" pitchFamily="34" charset="0"/>
                <a:sym typeface="Helvetica Neue Light"/>
              </a:rPr>
              <a:t>The “magic” of </a:t>
            </a:r>
            <a:r>
              <a:rPr lang="en-US" sz="2400" b="1" spc="-25" dirty="0" err="1">
                <a:solidFill>
                  <a:schemeClr val="dk1"/>
                </a:solidFill>
                <a:latin typeface="Segoe UI" pitchFamily="34" charset="0"/>
                <a:ea typeface="Lato" panose="020F0502020204030203" pitchFamily="34" charset="0"/>
                <a:cs typeface="Lato" panose="020F0502020204030203" pitchFamily="34" charset="0"/>
                <a:sym typeface="Helvetica Neue Light"/>
              </a:rPr>
              <a:t>FulcrumQ</a:t>
            </a:r>
            <a:r>
              <a:rPr lang="en-US" sz="2400" b="1" spc="-25" dirty="0">
                <a:solidFill>
                  <a:schemeClr val="dk1"/>
                </a:solidFill>
                <a:latin typeface="Segoe UI" pitchFamily="34" charset="0"/>
                <a:ea typeface="Lato" panose="020F0502020204030203" pitchFamily="34" charset="0"/>
                <a:cs typeface="Lato" panose="020F0502020204030203" pitchFamily="34" charset="0"/>
                <a:sym typeface="Helvetica Neue Light"/>
              </a:rPr>
              <a:t> and how they set themselves apart</a:t>
            </a:r>
          </a:p>
        </p:txBody>
      </p:sp>
      <p:grpSp>
        <p:nvGrpSpPr>
          <p:cNvPr id="8" name="object 6">
            <a:extLst>
              <a:ext uri="{FF2B5EF4-FFF2-40B4-BE49-F238E27FC236}">
                <a16:creationId xmlns:a16="http://schemas.microsoft.com/office/drawing/2014/main" id="{25937E2C-607E-8A11-B67A-608DC94BEF0D}"/>
              </a:ext>
            </a:extLst>
          </p:cNvPr>
          <p:cNvGrpSpPr/>
          <p:nvPr/>
        </p:nvGrpSpPr>
        <p:grpSpPr>
          <a:xfrm>
            <a:off x="6096000" y="4447433"/>
            <a:ext cx="5019675" cy="1619250"/>
            <a:chOff x="6096000" y="4162425"/>
            <a:chExt cx="5019675" cy="1619250"/>
          </a:xfrm>
        </p:grpSpPr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6C41FDE-CDAE-B271-03AB-D1452EC48CE9}"/>
                </a:ext>
              </a:extLst>
            </p:cNvPr>
            <p:cNvSpPr/>
            <p:nvPr/>
          </p:nvSpPr>
          <p:spPr>
            <a:xfrm>
              <a:off x="6191250" y="4267200"/>
              <a:ext cx="4914900" cy="1504950"/>
            </a:xfrm>
            <a:custGeom>
              <a:avLst/>
              <a:gdLst/>
              <a:ahLst/>
              <a:cxnLst/>
              <a:rect l="l" t="t" r="r" b="b"/>
              <a:pathLst>
                <a:path w="4914900" h="1504950">
                  <a:moveTo>
                    <a:pt x="4914900" y="0"/>
                  </a:moveTo>
                  <a:lnTo>
                    <a:pt x="0" y="0"/>
                  </a:lnTo>
                  <a:lnTo>
                    <a:pt x="0" y="1504950"/>
                  </a:lnTo>
                  <a:lnTo>
                    <a:pt x="4914900" y="1504950"/>
                  </a:lnTo>
                  <a:lnTo>
                    <a:pt x="4914900" y="0"/>
                  </a:lnTo>
                  <a:close/>
                </a:path>
              </a:pathLst>
            </a:custGeom>
            <a:solidFill>
              <a:srgbClr val="0900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8">
              <a:extLst>
                <a:ext uri="{FF2B5EF4-FFF2-40B4-BE49-F238E27FC236}">
                  <a16:creationId xmlns:a16="http://schemas.microsoft.com/office/drawing/2014/main" id="{99AD225E-7328-AA6C-248A-D5C6E9B7B8DE}"/>
                </a:ext>
              </a:extLst>
            </p:cNvPr>
            <p:cNvSpPr/>
            <p:nvPr/>
          </p:nvSpPr>
          <p:spPr>
            <a:xfrm>
              <a:off x="6191250" y="4267200"/>
              <a:ext cx="4914900" cy="1504950"/>
            </a:xfrm>
            <a:custGeom>
              <a:avLst/>
              <a:gdLst/>
              <a:ahLst/>
              <a:cxnLst/>
              <a:rect l="l" t="t" r="r" b="b"/>
              <a:pathLst>
                <a:path w="4914900" h="1504950">
                  <a:moveTo>
                    <a:pt x="0" y="1504950"/>
                  </a:moveTo>
                  <a:lnTo>
                    <a:pt x="4914900" y="1504950"/>
                  </a:lnTo>
                  <a:lnTo>
                    <a:pt x="4914900" y="0"/>
                  </a:lnTo>
                  <a:lnTo>
                    <a:pt x="0" y="0"/>
                  </a:lnTo>
                  <a:lnTo>
                    <a:pt x="0" y="150495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chemeClr val="accent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9">
              <a:extLst>
                <a:ext uri="{FF2B5EF4-FFF2-40B4-BE49-F238E27FC236}">
                  <a16:creationId xmlns:a16="http://schemas.microsoft.com/office/drawing/2014/main" id="{058382F8-B28A-B8D6-3B30-5F473E96B127}"/>
                </a:ext>
              </a:extLst>
            </p:cNvPr>
            <p:cNvSpPr/>
            <p:nvPr/>
          </p:nvSpPr>
          <p:spPr>
            <a:xfrm>
              <a:off x="6096000" y="4162425"/>
              <a:ext cx="4914900" cy="1514475"/>
            </a:xfrm>
            <a:custGeom>
              <a:avLst/>
              <a:gdLst/>
              <a:ahLst/>
              <a:cxnLst/>
              <a:rect l="l" t="t" r="r" b="b"/>
              <a:pathLst>
                <a:path w="4914900" h="1514475">
                  <a:moveTo>
                    <a:pt x="4914900" y="0"/>
                  </a:moveTo>
                  <a:lnTo>
                    <a:pt x="0" y="0"/>
                  </a:lnTo>
                  <a:lnTo>
                    <a:pt x="0" y="1514475"/>
                  </a:lnTo>
                  <a:lnTo>
                    <a:pt x="4914900" y="1514475"/>
                  </a:lnTo>
                  <a:lnTo>
                    <a:pt x="4914900" y="0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0">
            <a:extLst>
              <a:ext uri="{FF2B5EF4-FFF2-40B4-BE49-F238E27FC236}">
                <a16:creationId xmlns:a16="http://schemas.microsoft.com/office/drawing/2014/main" id="{B5614CB9-1D08-958B-23D4-17B8B2ECA978}"/>
              </a:ext>
            </a:extLst>
          </p:cNvPr>
          <p:cNvSpPr txBox="1"/>
          <p:nvPr/>
        </p:nvSpPr>
        <p:spPr>
          <a:xfrm>
            <a:off x="6096000" y="4447433"/>
            <a:ext cx="4914900" cy="1514475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vert="horz" wrap="square" lIns="0" tIns="172085" rIns="0" bIns="0" rtlCol="0">
            <a:spAutoFit/>
          </a:bodyPr>
          <a:lstStyle/>
          <a:p>
            <a:pPr marL="191135" marR="88265">
              <a:lnSpc>
                <a:spcPct val="104099"/>
              </a:lnSpc>
              <a:spcBef>
                <a:spcPts val="1355"/>
              </a:spcBef>
            </a:pPr>
            <a:r>
              <a:rPr sz="1250" spc="-10" dirty="0">
                <a:latin typeface="Arial" pitchFamily="34" charset="0"/>
                <a:cs typeface="Arial"/>
              </a:rPr>
              <a:t>They can sit in a room of very senior leaders, without being awestruck or nervous, and they can have conversations at that level. They can say to the CEO: 'this is what you're trying to accomplish, do you have the right people to do this?’. </a:t>
            </a:r>
            <a:r>
              <a:rPr sz="1250" b="1" spc="-10" dirty="0">
                <a:latin typeface="Segoe UI" pitchFamily="34" charset="0"/>
                <a:cs typeface="Arial"/>
              </a:rPr>
              <a:t>They can work in the board room. This is where they live. Very few firms can do that.</a:t>
            </a:r>
            <a:endParaRPr sz="1250" spc="-10" dirty="0">
              <a:latin typeface="Arial" pitchFamily="34" charset="0"/>
              <a:cs typeface="Arial"/>
            </a:endParaRPr>
          </a:p>
        </p:txBody>
      </p:sp>
      <p:sp>
        <p:nvSpPr>
          <p:cNvPr id="25" name="object 11">
            <a:extLst>
              <a:ext uri="{FF2B5EF4-FFF2-40B4-BE49-F238E27FC236}">
                <a16:creationId xmlns:a16="http://schemas.microsoft.com/office/drawing/2014/main" id="{232CF1EB-AF36-0F08-40B5-603C286116C3}"/>
              </a:ext>
            </a:extLst>
          </p:cNvPr>
          <p:cNvSpPr txBox="1"/>
          <p:nvPr/>
        </p:nvSpPr>
        <p:spPr>
          <a:xfrm>
            <a:off x="9246489" y="6128595"/>
            <a:ext cx="1736089" cy="16222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950" i="1" spc="-10" dirty="0">
                <a:latin typeface="Arial" pitchFamily="34" charset="0"/>
                <a:cs typeface="Arial"/>
              </a:rPr>
              <a:t>Client quote</a:t>
            </a:r>
            <a:endParaRPr sz="950" spc="-10" dirty="0">
              <a:latin typeface="Arial" pitchFamily="34" charset="0"/>
              <a:cs typeface="Arial"/>
            </a:endParaRPr>
          </a:p>
        </p:txBody>
      </p:sp>
      <p:grpSp>
        <p:nvGrpSpPr>
          <p:cNvPr id="31" name="object 12">
            <a:extLst>
              <a:ext uri="{FF2B5EF4-FFF2-40B4-BE49-F238E27FC236}">
                <a16:creationId xmlns:a16="http://schemas.microsoft.com/office/drawing/2014/main" id="{639A09A8-F523-21E1-1163-F418E0F8443C}"/>
              </a:ext>
            </a:extLst>
          </p:cNvPr>
          <p:cNvGrpSpPr/>
          <p:nvPr/>
        </p:nvGrpSpPr>
        <p:grpSpPr>
          <a:xfrm>
            <a:off x="6134100" y="2628158"/>
            <a:ext cx="4857750" cy="1447800"/>
            <a:chOff x="6134100" y="2343150"/>
            <a:chExt cx="4857750" cy="1447800"/>
          </a:xfrm>
        </p:grpSpPr>
        <p:sp>
          <p:nvSpPr>
            <p:cNvPr id="32" name="object 13">
              <a:extLst>
                <a:ext uri="{FF2B5EF4-FFF2-40B4-BE49-F238E27FC236}">
                  <a16:creationId xmlns:a16="http://schemas.microsoft.com/office/drawing/2014/main" id="{6894758C-A63F-DF63-FFC9-AED2478C38A9}"/>
                </a:ext>
              </a:extLst>
            </p:cNvPr>
            <p:cNvSpPr/>
            <p:nvPr/>
          </p:nvSpPr>
          <p:spPr>
            <a:xfrm>
              <a:off x="6219825" y="2428875"/>
              <a:ext cx="4762500" cy="1352550"/>
            </a:xfrm>
            <a:custGeom>
              <a:avLst/>
              <a:gdLst/>
              <a:ahLst/>
              <a:cxnLst/>
              <a:rect l="l" t="t" r="r" b="b"/>
              <a:pathLst>
                <a:path w="4762500" h="1352550">
                  <a:moveTo>
                    <a:pt x="4762500" y="0"/>
                  </a:moveTo>
                  <a:lnTo>
                    <a:pt x="0" y="0"/>
                  </a:lnTo>
                  <a:lnTo>
                    <a:pt x="0" y="1352550"/>
                  </a:lnTo>
                  <a:lnTo>
                    <a:pt x="4762500" y="1352550"/>
                  </a:lnTo>
                  <a:lnTo>
                    <a:pt x="4762500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7" name="object 14">
              <a:extLst>
                <a:ext uri="{FF2B5EF4-FFF2-40B4-BE49-F238E27FC236}">
                  <a16:creationId xmlns:a16="http://schemas.microsoft.com/office/drawing/2014/main" id="{22D8D395-A00A-B71A-3B71-C49E9C5DC948}"/>
                </a:ext>
              </a:extLst>
            </p:cNvPr>
            <p:cNvSpPr/>
            <p:nvPr/>
          </p:nvSpPr>
          <p:spPr>
            <a:xfrm>
              <a:off x="6219825" y="2428875"/>
              <a:ext cx="4762500" cy="1352550"/>
            </a:xfrm>
            <a:custGeom>
              <a:avLst/>
              <a:gdLst/>
              <a:ahLst/>
              <a:cxnLst/>
              <a:rect l="l" t="t" r="r" b="b"/>
              <a:pathLst>
                <a:path w="4762500" h="1352550">
                  <a:moveTo>
                    <a:pt x="0" y="1352550"/>
                  </a:moveTo>
                  <a:lnTo>
                    <a:pt x="4762500" y="1352550"/>
                  </a:lnTo>
                  <a:lnTo>
                    <a:pt x="4762500" y="0"/>
                  </a:lnTo>
                  <a:lnTo>
                    <a:pt x="0" y="0"/>
                  </a:lnTo>
                  <a:lnTo>
                    <a:pt x="0" y="1352550"/>
                  </a:lnTo>
                  <a:close/>
                </a:path>
              </a:pathLst>
            </a:custGeom>
            <a:ln w="19050">
              <a:solidFill>
                <a:srgbClr val="0900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15">
              <a:extLst>
                <a:ext uri="{FF2B5EF4-FFF2-40B4-BE49-F238E27FC236}">
                  <a16:creationId xmlns:a16="http://schemas.microsoft.com/office/drawing/2014/main" id="{116E2EAD-478C-2E0A-61F6-D4CEE15884C2}"/>
                </a:ext>
              </a:extLst>
            </p:cNvPr>
            <p:cNvSpPr/>
            <p:nvPr/>
          </p:nvSpPr>
          <p:spPr>
            <a:xfrm>
              <a:off x="6134100" y="2343150"/>
              <a:ext cx="4752975" cy="1343025"/>
            </a:xfrm>
            <a:custGeom>
              <a:avLst/>
              <a:gdLst/>
              <a:ahLst/>
              <a:cxnLst/>
              <a:rect l="l" t="t" r="r" b="b"/>
              <a:pathLst>
                <a:path w="4752975" h="1343025">
                  <a:moveTo>
                    <a:pt x="4752975" y="0"/>
                  </a:moveTo>
                  <a:lnTo>
                    <a:pt x="0" y="0"/>
                  </a:lnTo>
                  <a:lnTo>
                    <a:pt x="0" y="1343025"/>
                  </a:lnTo>
                  <a:lnTo>
                    <a:pt x="4752975" y="1343025"/>
                  </a:lnTo>
                  <a:lnTo>
                    <a:pt x="47529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16">
            <a:extLst>
              <a:ext uri="{FF2B5EF4-FFF2-40B4-BE49-F238E27FC236}">
                <a16:creationId xmlns:a16="http://schemas.microsoft.com/office/drawing/2014/main" id="{35E3A771-0C95-0994-2916-82AA2358BC64}"/>
              </a:ext>
            </a:extLst>
          </p:cNvPr>
          <p:cNvSpPr txBox="1"/>
          <p:nvPr/>
        </p:nvSpPr>
        <p:spPr>
          <a:xfrm>
            <a:off x="6134100" y="2628158"/>
            <a:ext cx="4752975" cy="1343025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vert="horz" wrap="square" lIns="0" tIns="148590" rIns="0" bIns="0" rtlCol="0">
            <a:spAutoFit/>
          </a:bodyPr>
          <a:lstStyle/>
          <a:p>
            <a:pPr marL="184150" marR="189230">
              <a:lnSpc>
                <a:spcPct val="103899"/>
              </a:lnSpc>
              <a:spcBef>
                <a:spcPts val="1170"/>
              </a:spcBef>
            </a:pPr>
            <a:r>
              <a:rPr sz="1250" spc="-10" dirty="0">
                <a:latin typeface="Arial" pitchFamily="34" charset="0"/>
                <a:cs typeface="Arial"/>
              </a:rPr>
              <a:t>CEO Works doesn’t provide the answers, they walk you through a process of reflection. </a:t>
            </a:r>
            <a:r>
              <a:rPr sz="1250" b="1" spc="-10" dirty="0">
                <a:latin typeface="Segoe UI" pitchFamily="34" charset="0"/>
                <a:cs typeface="Arial"/>
              </a:rPr>
              <a:t>CEO Works is more like therapy than consulting. </a:t>
            </a:r>
            <a:r>
              <a:rPr sz="1250" spc="-10" dirty="0">
                <a:latin typeface="Arial" pitchFamily="34" charset="0"/>
                <a:cs typeface="Arial"/>
              </a:rPr>
              <a:t>It’s implicit that you as a business leader understands your business and can collaborate with them throughout.</a:t>
            </a:r>
          </a:p>
        </p:txBody>
      </p:sp>
      <p:sp>
        <p:nvSpPr>
          <p:cNvPr id="42" name="object 17">
            <a:extLst>
              <a:ext uri="{FF2B5EF4-FFF2-40B4-BE49-F238E27FC236}">
                <a16:creationId xmlns:a16="http://schemas.microsoft.com/office/drawing/2014/main" id="{AD7D8E3E-DF3A-EA5F-D9E1-665B682D94DD}"/>
              </a:ext>
            </a:extLst>
          </p:cNvPr>
          <p:cNvSpPr txBox="1"/>
          <p:nvPr/>
        </p:nvSpPr>
        <p:spPr>
          <a:xfrm>
            <a:off x="9118218" y="4129043"/>
            <a:ext cx="1736089" cy="16222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950" i="1" spc="-10" dirty="0">
                <a:latin typeface="Arial" pitchFamily="34" charset="0"/>
                <a:cs typeface="Arial"/>
              </a:rPr>
              <a:t>Client quote</a:t>
            </a:r>
            <a:endParaRPr sz="950" spc="-10" dirty="0">
              <a:latin typeface="Arial" pitchFamily="34" charset="0"/>
              <a:cs typeface="Arial"/>
            </a:endParaRPr>
          </a:p>
        </p:txBody>
      </p:sp>
      <p:grpSp>
        <p:nvGrpSpPr>
          <p:cNvPr id="43" name="object 18">
            <a:extLst>
              <a:ext uri="{FF2B5EF4-FFF2-40B4-BE49-F238E27FC236}">
                <a16:creationId xmlns:a16="http://schemas.microsoft.com/office/drawing/2014/main" id="{099E94B8-2641-1D82-A064-A14B9A6B7AC2}"/>
              </a:ext>
            </a:extLst>
          </p:cNvPr>
          <p:cNvGrpSpPr/>
          <p:nvPr/>
        </p:nvGrpSpPr>
        <p:grpSpPr>
          <a:xfrm>
            <a:off x="6153150" y="1161308"/>
            <a:ext cx="4857750" cy="1162050"/>
            <a:chOff x="6153150" y="876300"/>
            <a:chExt cx="4857750" cy="1162050"/>
          </a:xfrm>
        </p:grpSpPr>
        <p:sp>
          <p:nvSpPr>
            <p:cNvPr id="44" name="object 19">
              <a:extLst>
                <a:ext uri="{FF2B5EF4-FFF2-40B4-BE49-F238E27FC236}">
                  <a16:creationId xmlns:a16="http://schemas.microsoft.com/office/drawing/2014/main" id="{41241EF0-E358-BC8A-D747-605315A3CD83}"/>
                </a:ext>
              </a:extLst>
            </p:cNvPr>
            <p:cNvSpPr/>
            <p:nvPr/>
          </p:nvSpPr>
          <p:spPr>
            <a:xfrm>
              <a:off x="6238875" y="952500"/>
              <a:ext cx="4762500" cy="1076325"/>
            </a:xfrm>
            <a:custGeom>
              <a:avLst/>
              <a:gdLst/>
              <a:ahLst/>
              <a:cxnLst/>
              <a:rect l="l" t="t" r="r" b="b"/>
              <a:pathLst>
                <a:path w="4762500" h="1076325">
                  <a:moveTo>
                    <a:pt x="4762500" y="0"/>
                  </a:moveTo>
                  <a:lnTo>
                    <a:pt x="0" y="0"/>
                  </a:lnTo>
                  <a:lnTo>
                    <a:pt x="0" y="1076325"/>
                  </a:lnTo>
                  <a:lnTo>
                    <a:pt x="4762500" y="1076325"/>
                  </a:lnTo>
                  <a:lnTo>
                    <a:pt x="4762500" y="0"/>
                  </a:lnTo>
                  <a:close/>
                </a:path>
              </a:pathLst>
            </a:custGeom>
            <a:solidFill>
              <a:srgbClr val="0900B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5" name="object 20">
              <a:extLst>
                <a:ext uri="{FF2B5EF4-FFF2-40B4-BE49-F238E27FC236}">
                  <a16:creationId xmlns:a16="http://schemas.microsoft.com/office/drawing/2014/main" id="{18CA69D5-1F8F-5596-1005-70728FE8F20A}"/>
                </a:ext>
              </a:extLst>
            </p:cNvPr>
            <p:cNvSpPr/>
            <p:nvPr/>
          </p:nvSpPr>
          <p:spPr>
            <a:xfrm>
              <a:off x="6238875" y="952500"/>
              <a:ext cx="4762500" cy="1076325"/>
            </a:xfrm>
            <a:custGeom>
              <a:avLst/>
              <a:gdLst/>
              <a:ahLst/>
              <a:cxnLst/>
              <a:rect l="l" t="t" r="r" b="b"/>
              <a:pathLst>
                <a:path w="4762500" h="1076325">
                  <a:moveTo>
                    <a:pt x="0" y="1076325"/>
                  </a:moveTo>
                  <a:lnTo>
                    <a:pt x="4762500" y="1076325"/>
                  </a:lnTo>
                  <a:lnTo>
                    <a:pt x="4762500" y="0"/>
                  </a:lnTo>
                  <a:lnTo>
                    <a:pt x="0" y="0"/>
                  </a:lnTo>
                  <a:lnTo>
                    <a:pt x="0" y="1076325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0900B5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6" name="object 21">
              <a:extLst>
                <a:ext uri="{FF2B5EF4-FFF2-40B4-BE49-F238E27FC236}">
                  <a16:creationId xmlns:a16="http://schemas.microsoft.com/office/drawing/2014/main" id="{AA36AFCE-31FE-B042-B792-2D1D70E62748}"/>
                </a:ext>
              </a:extLst>
            </p:cNvPr>
            <p:cNvSpPr/>
            <p:nvPr/>
          </p:nvSpPr>
          <p:spPr>
            <a:xfrm>
              <a:off x="6153150" y="876300"/>
              <a:ext cx="4752975" cy="1085850"/>
            </a:xfrm>
            <a:custGeom>
              <a:avLst/>
              <a:gdLst/>
              <a:ahLst/>
              <a:cxnLst/>
              <a:rect l="l" t="t" r="r" b="b"/>
              <a:pathLst>
                <a:path w="4752975" h="1085850">
                  <a:moveTo>
                    <a:pt x="4752975" y="0"/>
                  </a:moveTo>
                  <a:lnTo>
                    <a:pt x="0" y="0"/>
                  </a:lnTo>
                  <a:lnTo>
                    <a:pt x="0" y="1085850"/>
                  </a:lnTo>
                  <a:lnTo>
                    <a:pt x="4752975" y="1085850"/>
                  </a:lnTo>
                  <a:lnTo>
                    <a:pt x="47529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22">
            <a:extLst>
              <a:ext uri="{FF2B5EF4-FFF2-40B4-BE49-F238E27FC236}">
                <a16:creationId xmlns:a16="http://schemas.microsoft.com/office/drawing/2014/main" id="{CC4A5309-13D0-92C0-5F21-25861A6F245F}"/>
              </a:ext>
            </a:extLst>
          </p:cNvPr>
          <p:cNvSpPr txBox="1"/>
          <p:nvPr/>
        </p:nvSpPr>
        <p:spPr>
          <a:xfrm>
            <a:off x="6153150" y="1161308"/>
            <a:ext cx="4752975" cy="108585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vert="horz" wrap="square" lIns="0" tIns="131445" rIns="0" bIns="0" rtlCol="0">
            <a:spAutoFit/>
          </a:bodyPr>
          <a:lstStyle/>
          <a:p>
            <a:pPr marL="184150" marR="132080">
              <a:lnSpc>
                <a:spcPct val="103499"/>
              </a:lnSpc>
              <a:spcBef>
                <a:spcPts val="1035"/>
              </a:spcBef>
            </a:pPr>
            <a:r>
              <a:rPr sz="1250" b="1" spc="-10" dirty="0">
                <a:latin typeface="Segoe UI" pitchFamily="34" charset="0"/>
                <a:cs typeface="Arial"/>
              </a:rPr>
              <a:t>They have the ability to smell where the problems are </a:t>
            </a:r>
            <a:r>
              <a:rPr sz="1250" spc="-10" dirty="0">
                <a:latin typeface="Arial" pitchFamily="34" charset="0"/>
                <a:cs typeface="Arial"/>
              </a:rPr>
              <a:t>and they have credibility (the people that they bring to the table speak with great authority and great insight) but they do it in a way that creates trust.</a:t>
            </a:r>
            <a:endParaRPr sz="1250" spc="-10">
              <a:latin typeface="Arial" pitchFamily="34" charset="0"/>
              <a:cs typeface="Arial"/>
            </a:endParaRPr>
          </a:p>
        </p:txBody>
      </p:sp>
      <p:sp>
        <p:nvSpPr>
          <p:cNvPr id="48" name="object 23">
            <a:extLst>
              <a:ext uri="{FF2B5EF4-FFF2-40B4-BE49-F238E27FC236}">
                <a16:creationId xmlns:a16="http://schemas.microsoft.com/office/drawing/2014/main" id="{E6E1031C-AE01-EFC6-F90C-130BD2F553FE}"/>
              </a:ext>
            </a:extLst>
          </p:cNvPr>
          <p:cNvSpPr txBox="1"/>
          <p:nvPr/>
        </p:nvSpPr>
        <p:spPr>
          <a:xfrm>
            <a:off x="9137395" y="2370665"/>
            <a:ext cx="1736089" cy="16222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950" i="1" spc="-10" dirty="0">
                <a:latin typeface="Arial" pitchFamily="34" charset="0"/>
                <a:cs typeface="Arial"/>
              </a:rPr>
              <a:t>Client quote</a:t>
            </a:r>
            <a:endParaRPr sz="950" spc="-10" dirty="0">
              <a:latin typeface="Arial" pitchFamily="34" charset="0"/>
              <a:cs typeface="Arial"/>
            </a:endParaRPr>
          </a:p>
        </p:txBody>
      </p:sp>
      <p:grpSp>
        <p:nvGrpSpPr>
          <p:cNvPr id="49" name="object 12">
            <a:extLst>
              <a:ext uri="{FF2B5EF4-FFF2-40B4-BE49-F238E27FC236}">
                <a16:creationId xmlns:a16="http://schemas.microsoft.com/office/drawing/2014/main" id="{75BE9C4B-6C04-C962-A616-6D43EB6A001F}"/>
              </a:ext>
            </a:extLst>
          </p:cNvPr>
          <p:cNvGrpSpPr/>
          <p:nvPr/>
        </p:nvGrpSpPr>
        <p:grpSpPr>
          <a:xfrm>
            <a:off x="425706" y="1166019"/>
            <a:ext cx="5257800" cy="1257300"/>
            <a:chOff x="5943600" y="3695700"/>
            <a:chExt cx="5257800" cy="1257300"/>
          </a:xfrm>
        </p:grpSpPr>
        <p:sp>
          <p:nvSpPr>
            <p:cNvPr id="50" name="object 13">
              <a:extLst>
                <a:ext uri="{FF2B5EF4-FFF2-40B4-BE49-F238E27FC236}">
                  <a16:creationId xmlns:a16="http://schemas.microsoft.com/office/drawing/2014/main" id="{6B0ABC20-62ED-2F2E-0082-6F7ACE86470C}"/>
                </a:ext>
              </a:extLst>
            </p:cNvPr>
            <p:cNvSpPr/>
            <p:nvPr/>
          </p:nvSpPr>
          <p:spPr>
            <a:xfrm>
              <a:off x="6048375" y="3781425"/>
              <a:ext cx="5143500" cy="1162050"/>
            </a:xfrm>
            <a:custGeom>
              <a:avLst/>
              <a:gdLst/>
              <a:ahLst/>
              <a:cxnLst/>
              <a:rect l="l" t="t" r="r" b="b"/>
              <a:pathLst>
                <a:path w="5143500" h="1162050">
                  <a:moveTo>
                    <a:pt x="5143500" y="0"/>
                  </a:moveTo>
                  <a:lnTo>
                    <a:pt x="0" y="0"/>
                  </a:lnTo>
                  <a:lnTo>
                    <a:pt x="0" y="1162050"/>
                  </a:lnTo>
                  <a:lnTo>
                    <a:pt x="5143500" y="1162050"/>
                  </a:lnTo>
                  <a:lnTo>
                    <a:pt x="5143500" y="0"/>
                  </a:lnTo>
                  <a:close/>
                </a:path>
              </a:pathLst>
            </a:custGeom>
            <a:solidFill>
              <a:srgbClr val="0900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14">
              <a:extLst>
                <a:ext uri="{FF2B5EF4-FFF2-40B4-BE49-F238E27FC236}">
                  <a16:creationId xmlns:a16="http://schemas.microsoft.com/office/drawing/2014/main" id="{43DC27AB-C5F6-0C3C-2936-BCD2588583C1}"/>
                </a:ext>
              </a:extLst>
            </p:cNvPr>
            <p:cNvSpPr/>
            <p:nvPr/>
          </p:nvSpPr>
          <p:spPr>
            <a:xfrm>
              <a:off x="6048375" y="3781425"/>
              <a:ext cx="5143500" cy="1162050"/>
            </a:xfrm>
            <a:custGeom>
              <a:avLst/>
              <a:gdLst/>
              <a:ahLst/>
              <a:cxnLst/>
              <a:rect l="l" t="t" r="r" b="b"/>
              <a:pathLst>
                <a:path w="5143500" h="1162050">
                  <a:moveTo>
                    <a:pt x="0" y="1162050"/>
                  </a:moveTo>
                  <a:lnTo>
                    <a:pt x="5143500" y="1162050"/>
                  </a:lnTo>
                  <a:lnTo>
                    <a:pt x="5143500" y="0"/>
                  </a:lnTo>
                  <a:lnTo>
                    <a:pt x="0" y="0"/>
                  </a:lnTo>
                  <a:lnTo>
                    <a:pt x="0" y="116205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chemeClr val="accent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2" name="object 15">
              <a:extLst>
                <a:ext uri="{FF2B5EF4-FFF2-40B4-BE49-F238E27FC236}">
                  <a16:creationId xmlns:a16="http://schemas.microsoft.com/office/drawing/2014/main" id="{8983A51E-690E-CE26-6E34-983BE451C4D7}"/>
                </a:ext>
              </a:extLst>
            </p:cNvPr>
            <p:cNvSpPr/>
            <p:nvPr/>
          </p:nvSpPr>
          <p:spPr>
            <a:xfrm>
              <a:off x="5943600" y="3695700"/>
              <a:ext cx="5143500" cy="1171575"/>
            </a:xfrm>
            <a:custGeom>
              <a:avLst/>
              <a:gdLst/>
              <a:ahLst/>
              <a:cxnLst/>
              <a:rect l="l" t="t" r="r" b="b"/>
              <a:pathLst>
                <a:path w="5143500" h="1171575">
                  <a:moveTo>
                    <a:pt x="5143500" y="0"/>
                  </a:moveTo>
                  <a:lnTo>
                    <a:pt x="0" y="0"/>
                  </a:lnTo>
                  <a:lnTo>
                    <a:pt x="0" y="1171575"/>
                  </a:lnTo>
                  <a:lnTo>
                    <a:pt x="5143500" y="1171575"/>
                  </a:lnTo>
                  <a:lnTo>
                    <a:pt x="5143500" y="0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16">
            <a:extLst>
              <a:ext uri="{FF2B5EF4-FFF2-40B4-BE49-F238E27FC236}">
                <a16:creationId xmlns:a16="http://schemas.microsoft.com/office/drawing/2014/main" id="{93CF466D-1512-AAC0-2C8B-CC82B97294B2}"/>
              </a:ext>
            </a:extLst>
          </p:cNvPr>
          <p:cNvSpPr txBox="1"/>
          <p:nvPr/>
        </p:nvSpPr>
        <p:spPr>
          <a:xfrm>
            <a:off x="425706" y="1166019"/>
            <a:ext cx="5143500" cy="1171575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vert="horz" wrap="square" lIns="0" tIns="143510" rIns="0" bIns="0" rtlCol="0">
            <a:spAutoFit/>
          </a:bodyPr>
          <a:lstStyle/>
          <a:p>
            <a:pPr marL="196850" marR="157480">
              <a:lnSpc>
                <a:spcPct val="103499"/>
              </a:lnSpc>
              <a:spcBef>
                <a:spcPts val="1130"/>
              </a:spcBef>
            </a:pPr>
            <a:r>
              <a:rPr sz="1250" spc="-10" dirty="0">
                <a:latin typeface="Arial" pitchFamily="34" charset="0"/>
                <a:cs typeface="Arial"/>
              </a:rPr>
              <a:t>Their work is highly collaborative. </a:t>
            </a:r>
            <a:r>
              <a:rPr sz="1250" b="1" spc="-10" dirty="0">
                <a:latin typeface="Segoe UI" pitchFamily="34" charset="0"/>
                <a:cs typeface="Arial"/>
              </a:rPr>
              <a:t>Even if we present them with a pivot, they come back and tell us what the pivot really is and what we need to do about it</a:t>
            </a:r>
            <a:r>
              <a:rPr sz="1250" spc="-10" dirty="0">
                <a:latin typeface="Arial" pitchFamily="34" charset="0"/>
                <a:cs typeface="Arial"/>
              </a:rPr>
              <a:t>. Every time we thought the pivot was this, they helped us realize it was that.</a:t>
            </a:r>
          </a:p>
        </p:txBody>
      </p:sp>
      <p:sp>
        <p:nvSpPr>
          <p:cNvPr id="54" name="object 17">
            <a:extLst>
              <a:ext uri="{FF2B5EF4-FFF2-40B4-BE49-F238E27FC236}">
                <a16:creationId xmlns:a16="http://schemas.microsoft.com/office/drawing/2014/main" id="{F9B5D644-FB1D-076A-98D4-9409AE8C0D12}"/>
              </a:ext>
            </a:extLst>
          </p:cNvPr>
          <p:cNvSpPr txBox="1"/>
          <p:nvPr/>
        </p:nvSpPr>
        <p:spPr>
          <a:xfrm>
            <a:off x="3805175" y="2477548"/>
            <a:ext cx="1744345" cy="16222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950" i="1" spc="-10" dirty="0">
                <a:latin typeface="Arial" pitchFamily="34" charset="0"/>
                <a:cs typeface="Arial"/>
              </a:rPr>
              <a:t>Client quote</a:t>
            </a:r>
            <a:endParaRPr sz="950" spc="-10" dirty="0">
              <a:latin typeface="Arial" pitchFamily="34" charset="0"/>
              <a:cs typeface="Arial"/>
            </a:endParaRPr>
          </a:p>
        </p:txBody>
      </p:sp>
      <p:grpSp>
        <p:nvGrpSpPr>
          <p:cNvPr id="55" name="object 15">
            <a:extLst>
              <a:ext uri="{FF2B5EF4-FFF2-40B4-BE49-F238E27FC236}">
                <a16:creationId xmlns:a16="http://schemas.microsoft.com/office/drawing/2014/main" id="{7128C178-0227-8C5D-C1DC-6889E722894D}"/>
              </a:ext>
            </a:extLst>
          </p:cNvPr>
          <p:cNvGrpSpPr/>
          <p:nvPr/>
        </p:nvGrpSpPr>
        <p:grpSpPr>
          <a:xfrm>
            <a:off x="1304925" y="2953748"/>
            <a:ext cx="4359275" cy="1054100"/>
            <a:chOff x="6291326" y="5129212"/>
            <a:chExt cx="4359275" cy="1054100"/>
          </a:xfrm>
        </p:grpSpPr>
        <p:sp>
          <p:nvSpPr>
            <p:cNvPr id="56" name="object 16">
              <a:extLst>
                <a:ext uri="{FF2B5EF4-FFF2-40B4-BE49-F238E27FC236}">
                  <a16:creationId xmlns:a16="http://schemas.microsoft.com/office/drawing/2014/main" id="{96F7067E-D9EB-638F-B4F2-B2F938F3D302}"/>
                </a:ext>
              </a:extLst>
            </p:cNvPr>
            <p:cNvSpPr/>
            <p:nvPr/>
          </p:nvSpPr>
          <p:spPr>
            <a:xfrm>
              <a:off x="6367526" y="5195887"/>
              <a:ext cx="4276725" cy="981075"/>
            </a:xfrm>
            <a:custGeom>
              <a:avLst/>
              <a:gdLst/>
              <a:ahLst/>
              <a:cxnLst/>
              <a:rect l="l" t="t" r="r" b="b"/>
              <a:pathLst>
                <a:path w="4276725" h="981075">
                  <a:moveTo>
                    <a:pt x="4276725" y="0"/>
                  </a:moveTo>
                  <a:lnTo>
                    <a:pt x="0" y="0"/>
                  </a:lnTo>
                  <a:lnTo>
                    <a:pt x="0" y="981075"/>
                  </a:lnTo>
                  <a:lnTo>
                    <a:pt x="4276725" y="981075"/>
                  </a:lnTo>
                  <a:lnTo>
                    <a:pt x="42767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accent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17">
              <a:extLst>
                <a:ext uri="{FF2B5EF4-FFF2-40B4-BE49-F238E27FC236}">
                  <a16:creationId xmlns:a16="http://schemas.microsoft.com/office/drawing/2014/main" id="{FEA6FA3A-9BAF-AF5D-1213-3CB53D8B4AE1}"/>
                </a:ext>
              </a:extLst>
            </p:cNvPr>
            <p:cNvSpPr/>
            <p:nvPr/>
          </p:nvSpPr>
          <p:spPr>
            <a:xfrm>
              <a:off x="6367526" y="5195887"/>
              <a:ext cx="4276725" cy="981075"/>
            </a:xfrm>
            <a:custGeom>
              <a:avLst/>
              <a:gdLst/>
              <a:ahLst/>
              <a:cxnLst/>
              <a:rect l="l" t="t" r="r" b="b"/>
              <a:pathLst>
                <a:path w="4276725" h="981075">
                  <a:moveTo>
                    <a:pt x="0" y="981075"/>
                  </a:moveTo>
                  <a:lnTo>
                    <a:pt x="4276725" y="981075"/>
                  </a:lnTo>
                  <a:lnTo>
                    <a:pt x="4276725" y="0"/>
                  </a:lnTo>
                  <a:lnTo>
                    <a:pt x="0" y="0"/>
                  </a:lnTo>
                  <a:lnTo>
                    <a:pt x="0" y="981075"/>
                  </a:lnTo>
                  <a:close/>
                </a:path>
              </a:pathLst>
            </a:custGeom>
            <a:ln w="12700">
              <a:solidFill>
                <a:srgbClr val="0900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18">
              <a:extLst>
                <a:ext uri="{FF2B5EF4-FFF2-40B4-BE49-F238E27FC236}">
                  <a16:creationId xmlns:a16="http://schemas.microsoft.com/office/drawing/2014/main" id="{7050315D-C811-2E3F-5496-D42FC62A8850}"/>
                </a:ext>
              </a:extLst>
            </p:cNvPr>
            <p:cNvSpPr/>
            <p:nvPr/>
          </p:nvSpPr>
          <p:spPr>
            <a:xfrm>
              <a:off x="6291326" y="5129212"/>
              <a:ext cx="4276725" cy="981075"/>
            </a:xfrm>
            <a:custGeom>
              <a:avLst/>
              <a:gdLst/>
              <a:ahLst/>
              <a:cxnLst/>
              <a:rect l="l" t="t" r="r" b="b"/>
              <a:pathLst>
                <a:path w="4276725" h="981075">
                  <a:moveTo>
                    <a:pt x="4276725" y="0"/>
                  </a:moveTo>
                  <a:lnTo>
                    <a:pt x="0" y="0"/>
                  </a:lnTo>
                  <a:lnTo>
                    <a:pt x="0" y="981075"/>
                  </a:lnTo>
                  <a:lnTo>
                    <a:pt x="4276725" y="981075"/>
                  </a:lnTo>
                  <a:lnTo>
                    <a:pt x="42767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20">
            <a:extLst>
              <a:ext uri="{FF2B5EF4-FFF2-40B4-BE49-F238E27FC236}">
                <a16:creationId xmlns:a16="http://schemas.microsoft.com/office/drawing/2014/main" id="{8EFD9139-DAF3-3CD5-1144-9652A833B105}"/>
              </a:ext>
            </a:extLst>
          </p:cNvPr>
          <p:cNvSpPr txBox="1"/>
          <p:nvPr/>
        </p:nvSpPr>
        <p:spPr>
          <a:xfrm>
            <a:off x="1304925" y="2972998"/>
            <a:ext cx="4276725" cy="955454"/>
          </a:xfrm>
          <a:prstGeom prst="rect">
            <a:avLst/>
          </a:prstGeom>
          <a:ln w="12700">
            <a:solidFill>
              <a:schemeClr val="accent1"/>
            </a:solidFill>
          </a:ln>
        </p:spPr>
        <p:txBody>
          <a:bodyPr vert="horz" wrap="square" lIns="0" tIns="160020" rIns="0" bIns="0" rtlCol="0">
            <a:spAutoFit/>
          </a:bodyPr>
          <a:lstStyle/>
          <a:p>
            <a:pPr marL="254635" marR="339725">
              <a:lnSpc>
                <a:spcPct val="105200"/>
              </a:lnSpc>
              <a:spcBef>
                <a:spcPts val="1260"/>
              </a:spcBef>
            </a:pPr>
            <a:r>
              <a:rPr sz="1250" spc="-10" dirty="0">
                <a:latin typeface="Arial" pitchFamily="34" charset="0"/>
                <a:cs typeface="Arial"/>
              </a:rPr>
              <a:t>They’re critical partners. </a:t>
            </a:r>
            <a:r>
              <a:rPr sz="1250" b="1" spc="-10" dirty="0">
                <a:latin typeface="Segoe UI" pitchFamily="34" charset="0"/>
                <a:cs typeface="Arial"/>
              </a:rPr>
              <a:t>They will challenge our assumptions; </a:t>
            </a:r>
            <a:r>
              <a:rPr sz="1250" spc="-10" dirty="0">
                <a:latin typeface="Arial" pitchFamily="34" charset="0"/>
                <a:cs typeface="Arial"/>
              </a:rPr>
              <a:t>they never just tell us what we want to hear.</a:t>
            </a:r>
            <a:br>
              <a:rPr lang="en-US" sz="1250" spc="-10" dirty="0">
                <a:latin typeface="Arial" pitchFamily="34" charset="0"/>
                <a:cs typeface="Arial"/>
              </a:rPr>
            </a:br>
            <a:endParaRPr lang="en-US" sz="1250" spc="-10" dirty="0">
              <a:latin typeface="Arial" pitchFamily="34" charset="0"/>
              <a:cs typeface="Arial"/>
            </a:endParaRPr>
          </a:p>
        </p:txBody>
      </p:sp>
      <p:sp>
        <p:nvSpPr>
          <p:cNvPr id="60" name="object 17">
            <a:extLst>
              <a:ext uri="{FF2B5EF4-FFF2-40B4-BE49-F238E27FC236}">
                <a16:creationId xmlns:a16="http://schemas.microsoft.com/office/drawing/2014/main" id="{D525911D-46E8-9AE2-2398-C653A87563F4}"/>
              </a:ext>
            </a:extLst>
          </p:cNvPr>
          <p:cNvSpPr txBox="1"/>
          <p:nvPr/>
        </p:nvSpPr>
        <p:spPr>
          <a:xfrm>
            <a:off x="3837305" y="4129043"/>
            <a:ext cx="1744345" cy="16222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950" i="1" spc="-10" dirty="0">
                <a:latin typeface="Arial" pitchFamily="34" charset="0"/>
                <a:cs typeface="Arial"/>
              </a:rPr>
              <a:t>Client quote</a:t>
            </a:r>
            <a:endParaRPr sz="950" spc="-10" dirty="0">
              <a:latin typeface="Arial" pitchFamily="34" charset="0"/>
              <a:cs typeface="Arial"/>
            </a:endParaRPr>
          </a:p>
        </p:txBody>
      </p:sp>
      <p:sp>
        <p:nvSpPr>
          <p:cNvPr id="61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r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24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29">
            <a:hlinkClick r:id="" action="ppaction://noaction"/>
            <a:extLst>
              <a:ext uri="{FF2B5EF4-FFF2-40B4-BE49-F238E27FC236}">
                <a16:creationId xmlns:a16="http://schemas.microsoft.com/office/drawing/2014/main" id="{154F75E2-E18C-2308-8242-F4FC76BA8531}"/>
              </a:ext>
            </a:extLst>
          </p:cNvPr>
          <p:cNvSpPr/>
          <p:nvPr/>
        </p:nvSpPr>
        <p:spPr>
          <a:xfrm>
            <a:off x="9398045" y="3008219"/>
            <a:ext cx="1097280" cy="109728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696DA6-A3D0-DCB0-35D1-BC45D30DF33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vert="horz" lIns="121920" tIns="60960" rIns="121920" bIns="60960" rtlCol="0" anchor="t" anchorCtr="0">
            <a:noAutofit/>
          </a:bodyPr>
          <a:lstStyle/>
          <a:p>
            <a:r>
              <a:rPr lang="en-US" b="1" kern="1200" spc="-25" dirty="0">
                <a:solidFill>
                  <a:schemeClr val="dk1"/>
                </a:solidFill>
                <a:latin typeface="Segoe UI" pitchFamily="34" charset="0"/>
                <a:ea typeface="Lato" panose="020F0502020204030203" pitchFamily="34" charset="0"/>
                <a:cs typeface="Lato" panose="020F0502020204030203" pitchFamily="34" charset="0"/>
              </a:rPr>
              <a:t>Infusing talent to value into core HR practices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FD4FF9A-7220-BFD0-4DBD-C2C231A908BD}"/>
              </a:ext>
            </a:extLst>
          </p:cNvPr>
          <p:cNvCxnSpPr/>
          <p:nvPr/>
        </p:nvCxnSpPr>
        <p:spPr>
          <a:xfrm>
            <a:off x="3841861" y="1497335"/>
            <a:ext cx="0" cy="4502965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AD4D3FDD-53D0-A835-0171-5FE66452DFF1}"/>
              </a:ext>
            </a:extLst>
          </p:cNvPr>
          <p:cNvSpPr/>
          <p:nvPr/>
        </p:nvSpPr>
        <p:spPr>
          <a:xfrm>
            <a:off x="6972616" y="1194275"/>
            <a:ext cx="1097280" cy="109728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0" name="TextBox 19">
            <a:hlinkClick r:id="" action="ppaction://noaction"/>
            <a:extLst>
              <a:ext uri="{FF2B5EF4-FFF2-40B4-BE49-F238E27FC236}">
                <a16:creationId xmlns:a16="http://schemas.microsoft.com/office/drawing/2014/main" id="{43340D83-8AC0-E1EA-F2B3-E85DB4FFA81F}"/>
              </a:ext>
            </a:extLst>
          </p:cNvPr>
          <p:cNvSpPr txBox="1"/>
          <p:nvPr/>
        </p:nvSpPr>
        <p:spPr>
          <a:xfrm>
            <a:off x="6599236" y="2263302"/>
            <a:ext cx="1844039" cy="3181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Succession Planning</a:t>
            </a:r>
          </a:p>
        </p:txBody>
      </p:sp>
      <p:pic>
        <p:nvPicPr>
          <p:cNvPr id="21" name="Picture 20" descr="Connect roles and talent">
            <a:hlinkClick r:id="" action="ppaction://noaction"/>
            <a:extLst>
              <a:ext uri="{FF2B5EF4-FFF2-40B4-BE49-F238E27FC236}">
                <a16:creationId xmlns:a16="http://schemas.microsoft.com/office/drawing/2014/main" id="{6A6761FB-C8B1-ECF4-E9D5-79302FBF209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6879501" y="1023870"/>
            <a:ext cx="1343999" cy="1343999"/>
          </a:xfrm>
          <a:prstGeom prst="rect">
            <a:avLst/>
          </a:prstGeom>
        </p:spPr>
      </p:pic>
      <p:sp>
        <p:nvSpPr>
          <p:cNvPr id="5" name="Oval 4">
            <a:hlinkClick r:id="" action="ppaction://noaction"/>
            <a:extLst>
              <a:ext uri="{FF2B5EF4-FFF2-40B4-BE49-F238E27FC236}">
                <a16:creationId xmlns:a16="http://schemas.microsoft.com/office/drawing/2014/main" id="{5435A7C1-F095-B9AC-3F24-06789642115D}"/>
              </a:ext>
            </a:extLst>
          </p:cNvPr>
          <p:cNvSpPr/>
          <p:nvPr/>
        </p:nvSpPr>
        <p:spPr>
          <a:xfrm>
            <a:off x="7002774" y="3074971"/>
            <a:ext cx="1097280" cy="109728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DBEF68-7C71-4915-568C-8D14BD080B34}"/>
              </a:ext>
            </a:extLst>
          </p:cNvPr>
          <p:cNvSpPr txBox="1"/>
          <p:nvPr/>
        </p:nvSpPr>
        <p:spPr>
          <a:xfrm>
            <a:off x="9130479" y="4163046"/>
            <a:ext cx="1676399" cy="5438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M&amp;A Due Diligence</a:t>
            </a:r>
          </a:p>
        </p:txBody>
      </p:sp>
      <p:sp>
        <p:nvSpPr>
          <p:cNvPr id="9" name="Oval 8">
            <a:hlinkClick r:id="" action="ppaction://noaction"/>
            <a:extLst>
              <a:ext uri="{FF2B5EF4-FFF2-40B4-BE49-F238E27FC236}">
                <a16:creationId xmlns:a16="http://schemas.microsoft.com/office/drawing/2014/main" id="{145C3EDA-4A62-99C9-FBD2-24553ACD4998}"/>
              </a:ext>
            </a:extLst>
          </p:cNvPr>
          <p:cNvSpPr/>
          <p:nvPr/>
        </p:nvSpPr>
        <p:spPr>
          <a:xfrm>
            <a:off x="4546278" y="3140228"/>
            <a:ext cx="1097280" cy="109728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31C853-298E-D880-0D56-73D230E8ACF3}"/>
              </a:ext>
            </a:extLst>
          </p:cNvPr>
          <p:cNvSpPr txBox="1"/>
          <p:nvPr/>
        </p:nvSpPr>
        <p:spPr>
          <a:xfrm>
            <a:off x="4069408" y="4245684"/>
            <a:ext cx="2037016" cy="3181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i="0" u="none" strike="noStrike" kern="1200" cap="none" spc="-1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Assessment</a:t>
            </a:r>
            <a:endParaRPr kumimoji="0" lang="en-US" sz="1467" b="1" i="0" u="none" strike="noStrike" kern="1200" cap="none" spc="-10" normalizeH="0" baseline="0" noProof="0" dirty="0">
              <a:ln>
                <a:noFill/>
              </a:ln>
              <a:solidFill>
                <a:srgbClr val="281A42"/>
              </a:solidFill>
              <a:effectLst/>
              <a:uLnTx/>
              <a:uFillTx/>
              <a:latin typeface="Segoe UI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5" name="Picture 24">
            <a:hlinkClick r:id="" action="ppaction://noaction"/>
            <a:extLst>
              <a:ext uri="{FF2B5EF4-FFF2-40B4-BE49-F238E27FC236}">
                <a16:creationId xmlns:a16="http://schemas.microsoft.com/office/drawing/2014/main" id="{A4A0AB4F-18F7-722E-493B-B0E21A547D5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660246" y="3260033"/>
            <a:ext cx="869337" cy="865846"/>
          </a:xfrm>
          <a:prstGeom prst="rect">
            <a:avLst/>
          </a:prstGeom>
        </p:spPr>
      </p:pic>
      <p:sp>
        <p:nvSpPr>
          <p:cNvPr id="4" name="Oval 3">
            <a:hlinkClick r:id="" action="ppaction://noaction"/>
            <a:extLst>
              <a:ext uri="{FF2B5EF4-FFF2-40B4-BE49-F238E27FC236}">
                <a16:creationId xmlns:a16="http://schemas.microsoft.com/office/drawing/2014/main" id="{87AF9FDD-0D38-4989-3F6D-78F581FF6DA7}"/>
              </a:ext>
            </a:extLst>
          </p:cNvPr>
          <p:cNvSpPr/>
          <p:nvPr/>
        </p:nvSpPr>
        <p:spPr>
          <a:xfrm>
            <a:off x="9367201" y="1159409"/>
            <a:ext cx="1097280" cy="109727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F6AF4-89CA-AAD2-F98C-4D110DE98A6F}"/>
              </a:ext>
            </a:extLst>
          </p:cNvPr>
          <p:cNvSpPr txBox="1"/>
          <p:nvPr/>
        </p:nvSpPr>
        <p:spPr>
          <a:xfrm>
            <a:off x="9077642" y="2262876"/>
            <a:ext cx="1676399" cy="5438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Top Team Mobilization</a:t>
            </a:r>
          </a:p>
        </p:txBody>
      </p:sp>
      <p:pic>
        <p:nvPicPr>
          <p:cNvPr id="26" name="Picture 25" descr="Mobilize">
            <a:hlinkClick r:id="" action="ppaction://noaction"/>
            <a:extLst>
              <a:ext uri="{FF2B5EF4-FFF2-40B4-BE49-F238E27FC236}">
                <a16:creationId xmlns:a16="http://schemas.microsoft.com/office/drawing/2014/main" id="{23ED937C-21C1-A331-DE4B-BFC6595DBC3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9435841" y="1197261"/>
            <a:ext cx="960000" cy="95999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4302332-134A-8701-2538-2E5AB6107058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rcRect l="101" r="101"/>
          <a:stretch/>
        </p:blipFill>
        <p:spPr>
          <a:xfrm>
            <a:off x="1443634" y="2429230"/>
            <a:ext cx="1161600" cy="1056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2167B4D-8489-60B8-9869-34C3E3005696}"/>
              </a:ext>
            </a:extLst>
          </p:cNvPr>
          <p:cNvSpPr txBox="1"/>
          <p:nvPr/>
        </p:nvSpPr>
        <p:spPr>
          <a:xfrm>
            <a:off x="695798" y="3697042"/>
            <a:ext cx="2918517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“Talent to Value significantly progresses….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D8F272-5324-E15D-98A3-AAA9E6576DD5}"/>
              </a:ext>
            </a:extLst>
          </p:cNvPr>
          <p:cNvSpPr txBox="1"/>
          <p:nvPr/>
        </p:nvSpPr>
        <p:spPr>
          <a:xfrm>
            <a:off x="6859138" y="4125879"/>
            <a:ext cx="1514088" cy="54386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67" spc="-10">
                <a:solidFill>
                  <a:srgbClr val="1D1D1D"/>
                </a:solidFill>
                <a:latin typeface="Arial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Organization Cost-Out</a:t>
            </a:r>
          </a:p>
        </p:txBody>
      </p:sp>
      <p:sp>
        <p:nvSpPr>
          <p:cNvPr id="32" name="Oval 31">
            <a:hlinkClick r:id="" action="ppaction://noaction"/>
            <a:extLst>
              <a:ext uri="{FF2B5EF4-FFF2-40B4-BE49-F238E27FC236}">
                <a16:creationId xmlns:a16="http://schemas.microsoft.com/office/drawing/2014/main" id="{82E64074-ED61-CBF4-25FC-A8C699FA9078}"/>
              </a:ext>
            </a:extLst>
          </p:cNvPr>
          <p:cNvSpPr/>
          <p:nvPr/>
        </p:nvSpPr>
        <p:spPr>
          <a:xfrm>
            <a:off x="4495485" y="1254333"/>
            <a:ext cx="1097280" cy="109728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AE3774-8F4B-187E-FDD1-917C3BB5162B}"/>
              </a:ext>
            </a:extLst>
          </p:cNvPr>
          <p:cNvSpPr txBox="1"/>
          <p:nvPr/>
        </p:nvSpPr>
        <p:spPr>
          <a:xfrm>
            <a:off x="4391198" y="2318085"/>
            <a:ext cx="1514088" cy="31810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67" spc="-10">
                <a:solidFill>
                  <a:srgbClr val="1D1D1D"/>
                </a:solidFill>
                <a:latin typeface="Arial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CEO Success</a:t>
            </a:r>
          </a:p>
        </p:txBody>
      </p:sp>
      <p:pic>
        <p:nvPicPr>
          <p:cNvPr id="40" name="Graphic 39" descr="Male profile with solid fill">
            <a:extLst>
              <a:ext uri="{FF2B5EF4-FFF2-40B4-BE49-F238E27FC236}">
                <a16:creationId xmlns:a16="http://schemas.microsoft.com/office/drawing/2014/main" id="{D5B1A2D2-143C-220D-3D4A-14AE30CAFFD8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746333" y="1479241"/>
            <a:ext cx="608275" cy="608275"/>
          </a:xfrm>
          <a:prstGeom prst="rect">
            <a:avLst/>
          </a:prstGeom>
        </p:spPr>
      </p:pic>
      <p:pic>
        <p:nvPicPr>
          <p:cNvPr id="41" name="Picture 40">
            <a:hlinkClick r:id="" action="ppaction://noaction"/>
            <a:extLst>
              <a:ext uri="{FF2B5EF4-FFF2-40B4-BE49-F238E27FC236}">
                <a16:creationId xmlns:a16="http://schemas.microsoft.com/office/drawing/2014/main" id="{31451B45-8BD2-0BAB-E483-90B031E42152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rgbClr val="765FFF"/>
              <a:srgbClr val="FFFFFF"/>
            </a:duotone>
          </a:blip>
          <a:stretch>
            <a:fillRect/>
          </a:stretch>
        </p:blipFill>
        <p:spPr>
          <a:xfrm rot="635590">
            <a:off x="9631344" y="3209547"/>
            <a:ext cx="630679" cy="630679"/>
          </a:xfrm>
          <a:prstGeom prst="rect">
            <a:avLst/>
          </a:prstGeom>
        </p:spPr>
      </p:pic>
      <p:pic>
        <p:nvPicPr>
          <p:cNvPr id="43" name="Graphic 42" descr="Search Inventory outline">
            <a:extLst>
              <a:ext uri="{FF2B5EF4-FFF2-40B4-BE49-F238E27FC236}">
                <a16:creationId xmlns:a16="http://schemas.microsoft.com/office/drawing/2014/main" id="{160DC288-1080-00DB-C243-0A1CDE838A5C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7194482" y="3265009"/>
            <a:ext cx="707402" cy="707402"/>
          </a:xfrm>
          <a:prstGeom prst="rect">
            <a:avLst/>
          </a:prstGeom>
        </p:spPr>
      </p:pic>
      <p:sp>
        <p:nvSpPr>
          <p:cNvPr id="4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rPr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2C3825-345D-8E2E-970C-D8AA4D74F723}"/>
              </a:ext>
            </a:extLst>
          </p:cNvPr>
          <p:cNvSpPr txBox="1"/>
          <p:nvPr/>
        </p:nvSpPr>
        <p:spPr>
          <a:xfrm>
            <a:off x="5680927" y="5958995"/>
            <a:ext cx="1513555" cy="543867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67" spc="-10" dirty="0">
                <a:solidFill>
                  <a:srgbClr val="1D1D1D"/>
                </a:solidFill>
                <a:latin typeface="Arial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Capability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67" spc="-10" dirty="0">
                <a:solidFill>
                  <a:srgbClr val="1D1D1D"/>
                </a:solidFill>
                <a:latin typeface="Arial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Beyond Training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5FFF57E-1722-E98F-1845-4AE9B23880BB}"/>
              </a:ext>
            </a:extLst>
          </p:cNvPr>
          <p:cNvGrpSpPr/>
          <p:nvPr/>
        </p:nvGrpSpPr>
        <p:grpSpPr>
          <a:xfrm>
            <a:off x="5889065" y="4835306"/>
            <a:ext cx="1097280" cy="1097280"/>
            <a:chOff x="5889065" y="4692584"/>
            <a:chExt cx="1097280" cy="1097280"/>
          </a:xfrm>
        </p:grpSpPr>
        <p:sp>
          <p:nvSpPr>
            <p:cNvPr id="12" name="Oval 11">
              <a:hlinkClick r:id="" action="ppaction://noaction"/>
              <a:extLst>
                <a:ext uri="{FF2B5EF4-FFF2-40B4-BE49-F238E27FC236}">
                  <a16:creationId xmlns:a16="http://schemas.microsoft.com/office/drawing/2014/main" id="{22DBBD6A-0338-C8C1-A2AC-EC531A35858C}"/>
                </a:ext>
              </a:extLst>
            </p:cNvPr>
            <p:cNvSpPr/>
            <p:nvPr/>
          </p:nvSpPr>
          <p:spPr>
            <a:xfrm>
              <a:off x="5889065" y="4692584"/>
              <a:ext cx="1097280" cy="109728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pic>
          <p:nvPicPr>
            <p:cNvPr id="15" name="Picture 14" descr="Talent to Value">
              <a:hlinkClick r:id="" action="ppaction://noaction"/>
              <a:extLst>
                <a:ext uri="{FF2B5EF4-FFF2-40B4-BE49-F238E27FC236}">
                  <a16:creationId xmlns:a16="http://schemas.microsoft.com/office/drawing/2014/main" id="{A873134A-706D-FB0B-EF7C-7B86531A6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097781" y="4853379"/>
              <a:ext cx="726095" cy="726095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4D9AFE8E-1912-B924-3E9D-22160390B7DF}"/>
              </a:ext>
            </a:extLst>
          </p:cNvPr>
          <p:cNvSpPr txBox="1"/>
          <p:nvPr/>
        </p:nvSpPr>
        <p:spPr>
          <a:xfrm>
            <a:off x="8549668" y="6083127"/>
            <a:ext cx="803426" cy="31810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67" spc="-10" dirty="0">
                <a:solidFill>
                  <a:srgbClr val="1D1D1D"/>
                </a:solidFill>
                <a:latin typeface="Arial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AI tools</a:t>
            </a:r>
          </a:p>
        </p:txBody>
      </p:sp>
      <p:sp>
        <p:nvSpPr>
          <p:cNvPr id="24" name="Oval 23">
            <a:hlinkClick r:id="" action="ppaction://noaction"/>
            <a:extLst>
              <a:ext uri="{FF2B5EF4-FFF2-40B4-BE49-F238E27FC236}">
                <a16:creationId xmlns:a16="http://schemas.microsoft.com/office/drawing/2014/main" id="{C12C3335-2BB2-D731-DBEC-B26136BA1C80}"/>
              </a:ext>
            </a:extLst>
          </p:cNvPr>
          <p:cNvSpPr/>
          <p:nvPr/>
        </p:nvSpPr>
        <p:spPr>
          <a:xfrm>
            <a:off x="8402741" y="4816716"/>
            <a:ext cx="1097280" cy="109728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pic>
        <p:nvPicPr>
          <p:cNvPr id="27" name="Picture 23" descr="Identify critical roles">
            <a:extLst>
              <a:ext uri="{FF2B5EF4-FFF2-40B4-BE49-F238E27FC236}">
                <a16:creationId xmlns:a16="http://schemas.microsoft.com/office/drawing/2014/main" id="{65D16E9A-816C-AF6A-68EE-65DF1E4C9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8373226" y="4798125"/>
            <a:ext cx="1176625" cy="1134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174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59C3D-B1DB-F79A-DD0E-42713CBFE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B20FC12-CDAA-AC3C-BB8F-402778894254}"/>
              </a:ext>
            </a:extLst>
          </p:cNvPr>
          <p:cNvSpPr/>
          <p:nvPr/>
        </p:nvSpPr>
        <p:spPr>
          <a:xfrm>
            <a:off x="776780" y="2471735"/>
            <a:ext cx="5966686" cy="3457575"/>
          </a:xfrm>
          <a:prstGeom prst="roundRect">
            <a:avLst>
              <a:gd name="adj" fmla="val 599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E" sz="14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CBD9790-578D-E6EE-747C-1B23CF11D011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kern="1200" spc="-25" dirty="0">
                <a:solidFill>
                  <a:schemeClr val="dk1"/>
                </a:solidFill>
                <a:latin typeface="Segoe UI" pitchFamily="34" charset="0"/>
                <a:ea typeface="Lato" panose="020F0502020204030203" pitchFamily="34" charset="0"/>
                <a:cs typeface="Lato" panose="020F0502020204030203" pitchFamily="34" charset="0"/>
              </a:rPr>
              <a:t>Talent to value AI – enabled tools</a:t>
            </a:r>
          </a:p>
        </p:txBody>
      </p:sp>
      <p:sp>
        <p:nvSpPr>
          <p:cNvPr id="9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rPr/>
              <a:t>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B4EC65-C1E5-F0B6-1F1B-B879CE0281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02" t="2212" r="2451" b="4373"/>
          <a:stretch>
            <a:fillRect/>
          </a:stretch>
        </p:blipFill>
        <p:spPr>
          <a:xfrm>
            <a:off x="6915152" y="1843132"/>
            <a:ext cx="4992018" cy="3171735"/>
          </a:xfrm>
          <a:prstGeom prst="roundRect">
            <a:avLst>
              <a:gd name="adj" fmla="val 6449"/>
            </a:avLst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1A4651-2465-18A1-F8E2-E7D8189D0C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5" t="3572" r="2132"/>
          <a:stretch>
            <a:fillRect/>
          </a:stretch>
        </p:blipFill>
        <p:spPr>
          <a:xfrm>
            <a:off x="776779" y="1167768"/>
            <a:ext cx="5966686" cy="4693911"/>
          </a:xfrm>
          <a:prstGeom prst="roundRect">
            <a:avLst>
              <a:gd name="adj" fmla="val 3608"/>
            </a:avLst>
          </a:prstGeom>
        </p:spPr>
      </p:pic>
    </p:spTree>
    <p:extLst>
      <p:ext uri="{BB962C8B-B14F-4D97-AF65-F5344CB8AC3E}">
        <p14:creationId xmlns:p14="http://schemas.microsoft.com/office/powerpoint/2010/main" val="1974939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47CE1-793A-12D1-8DFA-1A832851C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50420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1D1D1D"/>
      </a:dk1>
      <a:lt1>
        <a:srgbClr val="FFFFFF"/>
      </a:lt1>
      <a:dk2>
        <a:srgbClr val="3B3B3B"/>
      </a:dk2>
      <a:lt2>
        <a:srgbClr val="D0D7DF"/>
      </a:lt2>
      <a:accent1>
        <a:srgbClr val="765FFF"/>
      </a:accent1>
      <a:accent2>
        <a:srgbClr val="917FFF"/>
      </a:accent2>
      <a:accent3>
        <a:srgbClr val="A6F5C0"/>
      </a:accent3>
      <a:accent4>
        <a:srgbClr val="DFF478"/>
      </a:accent4>
      <a:accent5>
        <a:srgbClr val="00C27A"/>
      </a:accent5>
      <a:accent6>
        <a:srgbClr val="C8BFFF"/>
      </a:accent6>
      <a:hlink>
        <a:srgbClr val="765FFF"/>
      </a:hlink>
      <a:folHlink>
        <a:srgbClr val="917FFF"/>
      </a:folHlink>
    </a:clrScheme>
    <a:fontScheme name="Office Theme">
      <a:majorFont>
        <a:latin typeface="Segoe UI" pitchFamily="34" charset="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34" charset="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A06831B995624F9C6E0FED09A93585" ma:contentTypeVersion="3" ma:contentTypeDescription="Create a new document." ma:contentTypeScope="" ma:versionID="4a0a7ff2c000a215e0fab63f0dc6d36f">
  <xsd:schema xmlns:xsd="http://www.w3.org/2001/XMLSchema" xmlns:xs="http://www.w3.org/2001/XMLSchema" xmlns:p="http://schemas.microsoft.com/office/2006/metadata/properties" xmlns:ns2="080206de-66b3-4484-8fbd-fc89894d3c91" targetNamespace="http://schemas.microsoft.com/office/2006/metadata/properties" ma:root="true" ma:fieldsID="93f2b5308792f4b6a5c7f6d25960978d" ns2:_="">
    <xsd:import namespace="080206de-66b3-4484-8fbd-fc89894d3c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0206de-66b3-4484-8fbd-fc89894d3c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9B7E1A1-9F99-470E-8678-158237ED71E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4AEF3A6-8B02-4E17-8842-B97287E2F622}">
  <ds:schemaRefs>
    <ds:schemaRef ds:uri="http://www.w3.org/XML/1998/namespace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purl.org/dc/terms/"/>
    <ds:schemaRef ds:uri="080206de-66b3-4484-8fbd-fc89894d3c91"/>
    <ds:schemaRef ds:uri="http://schemas.microsoft.com/office/2006/documentManagement/types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83F4C0A-D63B-4202-B3A7-8703135A37C8}">
  <ds:schemaRefs>
    <ds:schemaRef ds:uri="080206de-66b3-4484-8fbd-fc89894d3c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62ef6379-7877-4537-943a-77cd28322adc}" enabled="0" method="" siteId="{62ef6379-7877-4537-943a-77cd28322ad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</TotalTime>
  <Words>556</Words>
  <Application>Microsoft Macintosh PowerPoint</Application>
  <PresentationFormat>Widescreen</PresentationFormat>
  <Paragraphs>129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Lato</vt:lpstr>
      <vt:lpstr>Segoe UI</vt:lpstr>
      <vt:lpstr>Lato Light</vt:lpstr>
      <vt:lpstr>Office Theme</vt:lpstr>
      <vt:lpstr>Introduction to FulcrumQ</vt:lpstr>
      <vt:lpstr>CEO works is a global advisory firm focused on value creation with a talent edge​</vt:lpstr>
      <vt:lpstr>Our Clients</vt:lpstr>
      <vt:lpstr>Our Clients</vt:lpstr>
      <vt:lpstr>PowerPoint Presentation</vt:lpstr>
      <vt:lpstr>Talent to Value: why it is important</vt:lpstr>
      <vt:lpstr>Talent to value helps answer</vt:lpstr>
      <vt:lpstr>The “magic” of FulcrumQ and how they set themselves apart</vt:lpstr>
      <vt:lpstr>Infusing talent to value into core HR practices</vt:lpstr>
      <vt:lpstr>Talent to value AI – enabled tools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Patricia Borges</dc:creator>
  <cp:lastModifiedBy>Zoe Ervolino</cp:lastModifiedBy>
  <cp:revision>13</cp:revision>
  <dcterms:created xsi:type="dcterms:W3CDTF">2025-08-04T13:16:57Z</dcterms:created>
  <dcterms:modified xsi:type="dcterms:W3CDTF">2026-03-23T20:51:22Z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0x0101004FA06831B995624F9C6E0FED09A93585</vt:lpwstr>
  </property>
  <property fmtid="{D5CDD505-2E9C-101B-9397-08002B2CF9AE}" pid="3" name="MediaServiceImageTags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